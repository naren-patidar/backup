
<file path=[Content_Types].xml><?xml version="1.0" encoding="utf-8"?>
<Types xmlns="http://schemas.openxmlformats.org/package/2006/content-types">
  <Override PartName="/ppt/slideMasters/slideMaster3.xml" ContentType="application/vnd.openxmlformats-officedocument.presentationml.slideMaster+xml"/>
  <Override PartName="/ppt/slideLayouts/slideLayout57.xml" ContentType="application/vnd.openxmlformats-officedocument.presentationml.slideLayout+xml"/>
  <Override PartName="/ppt/theme/theme5.xml" ContentType="application/vnd.openxmlformats-officedocument.theme+xml"/>
  <Override PartName="/ppt/slideLayouts/slideLayout157.xml" ContentType="application/vnd.openxmlformats-officedocument.presentationml.slideLayout+xml"/>
  <Override PartName="/ppt/notesSlides/notesSlide2.xml" ContentType="application/vnd.openxmlformats-officedocument.presentationml.notesSlide+xml"/>
  <Override PartName="/ppt/tags/tag8.xml" ContentType="application/vnd.openxmlformats-officedocument.presentationml.tags+xml"/>
  <Override PartName="/ppt/slideLayouts/slideLayout46.xml" ContentType="application/vnd.openxmlformats-officedocument.presentationml.slideLayout+xml"/>
  <Override PartName="/ppt/slideLayouts/slideLayout93.xml" ContentType="application/vnd.openxmlformats-officedocument.presentationml.slideLayout+xml"/>
  <Override PartName="/ppt/slideLayouts/slideLayout135.xml" ContentType="application/vnd.openxmlformats-officedocument.presentationml.slideLayout+xml"/>
  <Override PartName="/ppt/slideLayouts/slideLayout146.xml" ContentType="application/vnd.openxmlformats-officedocument.presentationml.slideLayout+xml"/>
  <Override PartName="/ppt/slides/slide25.xml" ContentType="application/vnd.openxmlformats-officedocument.presentationml.slid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slideLayouts/slideLayout82.xml" ContentType="application/vnd.openxmlformats-officedocument.presentationml.slideLayout+xml"/>
  <Override PartName="/ppt/slideLayouts/slideLayout124.xml" ContentType="application/vnd.openxmlformats-officedocument.presentationml.slideLayout+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60.xml" ContentType="application/vnd.openxmlformats-officedocument.presentationml.slideLayout+xml"/>
  <Override PartName="/ppt/slideLayouts/slideLayout71.xml" ContentType="application/vnd.openxmlformats-officedocument.presentationml.slideLayout+xml"/>
  <Override PartName="/ppt/slideLayouts/slideLayout113.xml" ContentType="application/vnd.openxmlformats-officedocument.presentationml.slideLayout+xml"/>
  <Override PartName="/ppt/theme/themeOverride1.xml" ContentType="application/vnd.openxmlformats-officedocument.themeOverride+xml"/>
  <Override PartName="/ppt/tableStyles.xml" ContentType="application/vnd.openxmlformats-officedocument.presentationml.tableStyles+xml"/>
  <Override PartName="/ppt/slideLayouts/slideLayout102.xml" ContentType="application/vnd.openxmlformats-officedocument.presentationml.slideLayout+xml"/>
  <Override PartName="/ppt/slideMasters/slideMaster8.xml" ContentType="application/vnd.openxmlformats-officedocument.presentationml.slideMaster+xml"/>
  <Override PartName="/ppt/notesSlides/notesSlide7.xml" ContentType="application/vnd.openxmlformats-officedocument.presentationml.notesSlide+xml"/>
  <Override PartName="/ppt/slideLayouts/slideLayout87.xml" ContentType="application/vnd.openxmlformats-officedocument.presentationml.slideLayout+xml"/>
  <Override PartName="/ppt/slideLayouts/slideLayout98.xml" ContentType="application/vnd.openxmlformats-officedocument.presentationml.slideLayout+xml"/>
  <Override PartName="/ppt/theme/theme10.xml" ContentType="application/vnd.openxmlformats-officedocument.theme+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slideLayouts/slideLayout76.xml" ContentType="application/vnd.openxmlformats-officedocument.presentationml.slideLayout+xml"/>
  <Override PartName="/ppt/slideLayouts/slideLayout118.xml" ContentType="application/vnd.openxmlformats-officedocument.presentationml.slideLayout+xml"/>
  <Override PartName="/ppt/slideLayouts/slideLayout129.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65.xml" ContentType="application/vnd.openxmlformats-officedocument.presentationml.slideLayout+xml"/>
  <Override PartName="/ppt/slideLayouts/slideLayout107.xml" ContentType="application/vnd.openxmlformats-officedocument.presentationml.slideLayout+xml"/>
  <Override PartName="/ppt/slideLayouts/slideLayout154.xml" ContentType="application/vnd.openxmlformats-officedocument.presentationml.slideLayout+xml"/>
  <Override PartName="/ppt/tags/tag5.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slideLayouts/slideLayout72.xml" ContentType="application/vnd.openxmlformats-officedocument.presentationml.slideLayout+xml"/>
  <Override PartName="/ppt/slideLayouts/slideLayout90.xml" ContentType="application/vnd.openxmlformats-officedocument.presentationml.slideLayout+xml"/>
  <Override PartName="/ppt/slideLayouts/slideLayout114.xml" ContentType="application/vnd.openxmlformats-officedocument.presentationml.slideLayout+xml"/>
  <Override PartName="/ppt/slideLayouts/slideLayout125.xml" ContentType="application/vnd.openxmlformats-officedocument.presentationml.slideLayout+xml"/>
  <Override PartName="/ppt/slideLayouts/slideLayout143.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22.xml" ContentType="application/vnd.openxmlformats-officedocument.presentationml.slide+xml"/>
  <Override PartName="/ppt/slideLayouts/slideLayout14.xml" ContentType="application/vnd.openxmlformats-officedocument.presentationml.slideLayout+xml"/>
  <Override PartName="/ppt/slideLayouts/slideLayout32.xml" ContentType="application/vnd.openxmlformats-officedocument.presentationml.slideLayout+xml"/>
  <Override PartName="/ppt/slideLayouts/slideLayout61.xml" ContentType="application/vnd.openxmlformats-officedocument.presentationml.slideLayout+xml"/>
  <Override PartName="/ppt/slideLayouts/slideLayout103.xml" ContentType="application/vnd.openxmlformats-officedocument.presentationml.slideLayout+xml"/>
  <Override PartName="/ppt/slideLayouts/slideLayout132.xml" ContentType="application/vnd.openxmlformats-officedocument.presentationml.slideLayout+xml"/>
  <Override PartName="/ppt/slideLayouts/slideLayout150.xml" ContentType="application/vnd.openxmlformats-officedocument.presentationml.slideLayout+xml"/>
  <Override PartName="/ppt/tags/tag1.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Layouts/slideLayout21.xml" ContentType="application/vnd.openxmlformats-officedocument.presentationml.slideLayout+xml"/>
  <Override PartName="/ppt/slideLayouts/slideLayout50.xml" ContentType="application/vnd.openxmlformats-officedocument.presentationml.slideLayout+xml"/>
  <Override PartName="/ppt/slideLayouts/slideLayout110.xml" ContentType="application/vnd.openxmlformats-officedocument.presentationml.slideLayout+xml"/>
  <Override PartName="/ppt/slideLayouts/slideLayout121.xml" ContentType="application/vnd.openxmlformats-officedocument.presentationml.slideLayout+xml"/>
  <Default Extension="wdp" ContentType="image/vnd.ms-photo"/>
  <Override PartName="/ppt/slideMasters/slideMaster9.xml" ContentType="application/vnd.openxmlformats-officedocument.presentationml.slideMaster+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slideLayouts/slideLayout99.xml" ContentType="application/vnd.openxmlformats-officedocument.presentationml.slideLayout+xml"/>
  <Override PartName="/ppt/tags/tag13.xml" ContentType="application/vnd.openxmlformats-officedocument.presentationml.tags+xml"/>
  <Override PartName="/ppt/slideMasters/slideMaster5.xml" ContentType="application/vnd.openxmlformats-officedocument.presentationml.slideMaster+xml"/>
  <Override PartName="/ppt/slideLayouts/slideLayout59.xml" ContentType="application/vnd.openxmlformats-officedocument.presentationml.slideLayout+xml"/>
  <Override PartName="/ppt/slideLayouts/slideLayout88.xml" ContentType="application/vnd.openxmlformats-officedocument.presentationml.slideLayout+xml"/>
  <Override PartName="/ppt/theme/theme7.xml" ContentType="application/vnd.openxmlformats-officedocument.theme+xml"/>
  <Override PartName="/ppt/theme/theme11.xml" ContentType="application/vnd.openxmlformats-officedocument.theme+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Layouts/slideLayout66.xml" ContentType="application/vnd.openxmlformats-officedocument.presentationml.slideLayout+xml"/>
  <Override PartName="/ppt/slideLayouts/slideLayout77.xml" ContentType="application/vnd.openxmlformats-officedocument.presentationml.slideLayout+xml"/>
  <Override PartName="/ppt/slideLayouts/slideLayout95.xml" ContentType="application/vnd.openxmlformats-officedocument.presentationml.slideLayout+xml"/>
  <Override PartName="/ppt/slideLayouts/slideLayout119.xml" ContentType="application/vnd.openxmlformats-officedocument.presentationml.slideLayout+xml"/>
  <Override PartName="/ppt/slideLayouts/slideLayout137.xml" ContentType="application/vnd.openxmlformats-officedocument.presentationml.slideLayout+xml"/>
  <Override PartName="/ppt/slideLayouts/slideLayout14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37.xml" ContentType="application/vnd.openxmlformats-officedocument.presentationml.slideLayout+xml"/>
  <Override PartName="/ppt/slideLayouts/slideLayout55.xml" ContentType="application/vnd.openxmlformats-officedocument.presentationml.slideLayout+xml"/>
  <Override PartName="/ppt/theme/theme3.xml" ContentType="application/vnd.openxmlformats-officedocument.theme+xml"/>
  <Override PartName="/ppt/slideLayouts/slideLayout84.xml" ContentType="application/vnd.openxmlformats-officedocument.presentationml.slideLayout+xml"/>
  <Override PartName="/ppt/slideLayouts/slideLayout108.xml" ContentType="application/vnd.openxmlformats-officedocument.presentationml.slideLayout+xml"/>
  <Override PartName="/ppt/slideLayouts/slideLayout126.xml" ContentType="application/vnd.openxmlformats-officedocument.presentationml.slideLayout+xml"/>
  <Override PartName="/ppt/slideLayouts/slideLayout155.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slideLayouts/slideLayout62.xml" ContentType="application/vnd.openxmlformats-officedocument.presentationml.slideLayout+xml"/>
  <Override PartName="/ppt/slideLayouts/slideLayout73.xml" ContentType="application/vnd.openxmlformats-officedocument.presentationml.slideLayout+xml"/>
  <Override PartName="/ppt/slideLayouts/slideLayout91.xml" ContentType="application/vnd.openxmlformats-officedocument.presentationml.slideLayout+xml"/>
  <Override PartName="/ppt/slideLayouts/slideLayout115.xml" ContentType="application/vnd.openxmlformats-officedocument.presentationml.slideLayout+xml"/>
  <Override PartName="/ppt/slideLayouts/slideLayout133.xml" ContentType="application/vnd.openxmlformats-officedocument.presentationml.slideLayout+xml"/>
  <Override PartName="/ppt/slideLayouts/slideLayout144.xml" ContentType="application/vnd.openxmlformats-officedocument.presentationml.slideLayout+xml"/>
  <Override PartName="/ppt/tags/tag2.xml" ContentType="application/vnd.openxmlformats-officedocument.presentationml.tags+xml"/>
  <Default Extension="rels" ContentType="application/vnd.openxmlformats-package.relationships+xml"/>
  <Override PartName="/ppt/slides/slide23.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51.xml" ContentType="application/vnd.openxmlformats-officedocument.presentationml.slideLayout+xml"/>
  <Override PartName="/ppt/slideLayouts/slideLayout80.xml" ContentType="application/vnd.openxmlformats-officedocument.presentationml.slideLayout+xml"/>
  <Override PartName="/ppt/slideLayouts/slideLayout104.xml" ContentType="application/vnd.openxmlformats-officedocument.presentationml.slideLayout+xml"/>
  <Override PartName="/ppt/slideLayouts/slideLayout122.xml" ContentType="application/vnd.openxmlformats-officedocument.presentationml.slideLayout+xml"/>
  <Override PartName="/ppt/slideLayouts/slideLayout140.xml" ContentType="application/vnd.openxmlformats-officedocument.presentationml.slideLayout+xml"/>
  <Override PartName="/ppt/slideLayouts/slideLayout151.xml" ContentType="application/vnd.openxmlformats-officedocument.presentationml.slideLayout+xml"/>
  <Override PartName="/ppt/slides/slide12.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slideLayouts/slideLayout111.xml" ContentType="application/vnd.openxmlformats-officedocument.presentationml.slideLayout+xml"/>
  <Override PartName="/ppt/commentAuthors.xml" ContentType="application/vnd.openxmlformats-officedocument.presentationml.commentAuthors+xml"/>
  <Override PartName="/ppt/slideLayouts/slideLayout100.xml" ContentType="application/vnd.openxmlformats-officedocument.presentationml.slideLayout+xml"/>
  <Override PartName="/ppt/notesSlides/notesSlide9.xml" ContentType="application/vnd.openxmlformats-officedocument.presentationml.notesSlide+xml"/>
  <Override PartName="/ppt/slideMasters/slideMaster6.xml" ContentType="application/vnd.openxmlformats-officedocument.presentationml.slideMaster+xml"/>
  <Override PartName="/ppt/slideLayouts/slideLayout89.xml" ContentType="application/vnd.openxmlformats-officedocument.presentationml.slideLayout+xml"/>
  <Override PartName="/ppt/theme/theme8.xml" ContentType="application/vnd.openxmlformats-officedocument.theme+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slideLayouts/slideLayout78.xml" ContentType="application/vnd.openxmlformats-officedocument.presentationml.slideLayout+xml"/>
  <Override PartName="/ppt/slideLayouts/slideLayout149.xml" ContentType="application/vnd.openxmlformats-officedocument.presentationml.slideLayout+xml"/>
  <Override PartName="/ppt/notesSlides/notesSlide5.xml" ContentType="application/vnd.openxmlformats-officedocument.presentationml.notesSlide+xml"/>
  <Override PartName="/ppt/tags/tag10.xml" ContentType="application/vnd.openxmlformats-officedocument.presentationml.tags+xml"/>
  <Override PartName="/ppt/slideMasters/slideMaster2.xml" ContentType="application/vnd.openxmlformats-officedocument.presentationml.slideMaster+xml"/>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slideLayouts/slideLayout67.xml" ContentType="application/vnd.openxmlformats-officedocument.presentationml.slideLayout+xml"/>
  <Override PartName="/ppt/theme/theme4.xml" ContentType="application/vnd.openxmlformats-officedocument.theme+xml"/>
  <Override PartName="/ppt/slideLayouts/slideLayout85.xml" ContentType="application/vnd.openxmlformats-officedocument.presentationml.slideLayout+xml"/>
  <Override PartName="/ppt/slideLayouts/slideLayout96.xml" ContentType="application/vnd.openxmlformats-officedocument.presentationml.slideLayout+xml"/>
  <Override PartName="/ppt/slideLayouts/slideLayout109.xml" ContentType="application/vnd.openxmlformats-officedocument.presentationml.slideLayout+xml"/>
  <Override PartName="/ppt/slideLayouts/slideLayout138.xml" ContentType="application/vnd.openxmlformats-officedocument.presentationml.slideLayout+xml"/>
  <Override PartName="/ppt/slideLayouts/slideLayout156.xml" ContentType="application/vnd.openxmlformats-officedocument.presentationml.slideLayout+xml"/>
  <Override PartName="/ppt/notesSlides/notesSlide1.xml" ContentType="application/vnd.openxmlformats-officedocument.presentationml.notesSlide+xml"/>
  <Override PartName="/ppt/tags/tag7.xml" ContentType="application/vnd.openxmlformats-officedocument.presentationml.tags+xml"/>
  <Override PartName="/ppt/slides/slide3.xml" ContentType="application/vnd.openxmlformats-officedocument.presentationml.slide+xml"/>
  <Override PartName="/ppt/slides/slide17.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5.xml" ContentType="application/vnd.openxmlformats-officedocument.presentationml.slideLayout+xml"/>
  <Override PartName="/ppt/slideLayouts/slideLayout56.xml" ContentType="application/vnd.openxmlformats-officedocument.presentationml.slideLayout+xml"/>
  <Override PartName="/ppt/slideLayouts/slideLayout74.xml" ContentType="application/vnd.openxmlformats-officedocument.presentationml.slideLayout+xml"/>
  <Override PartName="/ppt/slideLayouts/slideLayout116.xml" ContentType="application/vnd.openxmlformats-officedocument.presentationml.slideLayout+xml"/>
  <Override PartName="/ppt/slideLayouts/slideLayout127.xml" ContentType="application/vnd.openxmlformats-officedocument.presentationml.slideLayout+xml"/>
  <Override PartName="/ppt/slideLayouts/slideLayout145.xml" ContentType="application/vnd.openxmlformats-officedocument.presentationml.slideLayout+xml"/>
  <Override PartName="/ppt/slides/slide24.xml" ContentType="application/vnd.openxmlformats-officedocument.presentationml.slide+xml"/>
  <Override PartName="/ppt/slideLayouts/slideLayout16.xml" ContentType="application/vnd.openxmlformats-officedocument.presentationml.slideLayout+xml"/>
  <Override PartName="/ppt/slideLayouts/slideLayout34.xml" ContentType="application/vnd.openxmlformats-officedocument.presentationml.slideLayout+xml"/>
  <Override PartName="/ppt/slideLayouts/slideLayout63.xml" ContentType="application/vnd.openxmlformats-officedocument.presentationml.slideLayout+xml"/>
  <Override PartName="/ppt/slideLayouts/slideLayout81.xml" ContentType="application/vnd.openxmlformats-officedocument.presentationml.slideLayout+xml"/>
  <Override PartName="/ppt/slideLayouts/slideLayout92.xml" ContentType="application/vnd.openxmlformats-officedocument.presentationml.slideLayout+xml"/>
  <Override PartName="/ppt/slideLayouts/slideLayout105.xml" ContentType="application/vnd.openxmlformats-officedocument.presentationml.slideLayout+xml"/>
  <Override PartName="/ppt/slideLayouts/slideLayout134.xml" ContentType="application/vnd.openxmlformats-officedocument.presentationml.slideLayout+xml"/>
  <Default Extension="jpeg" ContentType="image/jpeg"/>
  <Override PartName="/ppt/slideLayouts/slideLayout152.xml" ContentType="application/vnd.openxmlformats-officedocument.presentationml.slideLayout+xml"/>
  <Override PartName="/ppt/tags/tag3.xml" ContentType="application/vnd.openxmlformats-officedocument.presentationml.tags+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70.xml" ContentType="application/vnd.openxmlformats-officedocument.presentationml.slideLayout+xml"/>
  <Override PartName="/ppt/slideLayouts/slideLayout112.xml" ContentType="application/vnd.openxmlformats-officedocument.presentationml.slideLayout+xml"/>
  <Override PartName="/ppt/slideLayouts/slideLayout123.xml" ContentType="application/vnd.openxmlformats-officedocument.presentationml.slideLayout+xml"/>
  <Override PartName="/ppt/slideLayouts/slideLayout141.xml" ContentType="application/vnd.openxmlformats-officedocument.presentationml.slideLayout+xml"/>
  <Default Extension="wav" ContentType="audio/wav"/>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30.xml" ContentType="application/vnd.openxmlformats-officedocument.presentationml.slideLayout+xml"/>
  <Override PartName="/ppt/slideLayouts/slideLayout101.xml" ContentType="application/vnd.openxmlformats-officedocument.presentationml.slideLayout+xml"/>
  <Override PartName="/ppt/slideLayouts/slideLayout130.xml" ContentType="application/vnd.openxmlformats-officedocument.presentationml.slideLayout+xml"/>
  <Override PartName="/ppt/notesSlides/notesSlide11.xml" ContentType="application/vnd.openxmlformats-officedocument.presentationml.notesSlide+xml"/>
  <Override PartName="/ppt/slideMasters/slideMaster7.xml" ContentType="application/vnd.openxmlformats-officedocument.presentationml.slideMaster+xml"/>
  <Override PartName="/ppt/slideMasters/slideMaster10.xml" ContentType="application/vnd.openxmlformats-officedocument.presentationml.slideMaster+xml"/>
  <Override PartName="/ppt/theme/theme9.xml" ContentType="application/vnd.openxmlformats-officedocument.theme+xml"/>
  <Override PartName="/ppt/notesSlides/notesSlide6.xml" ContentType="application/vnd.openxmlformats-officedocument.presentationml.notesSlide+xml"/>
  <Override PartName="/ppt/slides/slide8.xml" ContentType="application/vnd.openxmlformats-officedocument.presentationml.slide+xml"/>
  <Override PartName="/ppt/slideLayouts/slideLayout68.xml" ContentType="application/vnd.openxmlformats-officedocument.presentationml.slideLayout+xml"/>
  <Override PartName="/ppt/slideLayouts/slideLayout79.xml" ContentType="application/vnd.openxmlformats-officedocument.presentationml.slideLayout+xml"/>
  <Override PartName="/ppt/slideLayouts/slideLayout97.xml" ContentType="application/vnd.openxmlformats-officedocument.presentationml.slideLayout+xml"/>
  <Override PartName="/ppt/slideLayouts/slideLayout139.xml" ContentType="application/vnd.openxmlformats-officedocument.presentationml.slideLayout+xml"/>
  <Override PartName="/ppt/tags/tag11.xml" ContentType="application/vnd.openxmlformats-officedocument.presentationml.tags+xml"/>
  <Override PartName="/ppt/slideLayouts/slideLayout39.xml" ContentType="application/vnd.openxmlformats-officedocument.presentationml.slideLayout+xml"/>
  <Override PartName="/ppt/slideLayouts/slideLayout86.xml" ContentType="application/vnd.openxmlformats-officedocument.presentationml.slideLayout+xml"/>
  <Override PartName="/ppt/slideLayouts/slideLayout128.xml" ContentType="application/vnd.openxmlformats-officedocument.presentationml.slideLayout+xml"/>
  <Override PartName="/customXml/itemProps1.xml" ContentType="application/vnd.openxmlformats-officedocument.customXmlProperties+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64.xml" ContentType="application/vnd.openxmlformats-officedocument.presentationml.slideLayout+xml"/>
  <Override PartName="/ppt/slideLayouts/slideLayout75.xml" ContentType="application/vnd.openxmlformats-officedocument.presentationml.slideLayout+xml"/>
  <Override PartName="/ppt/slideLayouts/slideLayout117.xml" ContentType="application/vnd.openxmlformats-officedocument.presentationml.slideLayout+xml"/>
  <Override PartName="/ppt/tags/tag4.xml" ContentType="application/vnd.openxmlformats-officedocument.presentationml.tags+xml"/>
  <Override PartName="/ppt/theme/theme1.xml" ContentType="application/vnd.openxmlformats-officedocument.theme+xml"/>
  <Override PartName="/ppt/slideLayouts/slideLayout53.xml" ContentType="application/vnd.openxmlformats-officedocument.presentationml.slideLayout+xml"/>
  <Override PartName="/ppt/slideLayouts/slideLayout106.xml" ContentType="application/vnd.openxmlformats-officedocument.presentationml.slideLayout+xml"/>
  <Override PartName="/ppt/slideLayouts/slideLayout142.xml" ContentType="application/vnd.openxmlformats-officedocument.presentationml.slideLayout+xml"/>
  <Override PartName="/ppt/slideLayouts/slideLayout153.xml" ContentType="application/vnd.openxmlformats-officedocument.presentationml.slideLayout+xml"/>
  <Override PartName="/ppt/slideLayouts/slideLayout42.xml" ContentType="application/vnd.openxmlformats-officedocument.presentationml.slideLayout+xml"/>
  <Override PartName="/ppt/slideLayouts/slideLayout131.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120.xml" ContentType="application/vnd.openxmlformats-officedocument.presentationml.slideLayout+xml"/>
  <Override PartName="/docProps/custom.xml" ContentType="application/vnd.openxmlformats-officedocument.custom-properties+xml"/>
  <Override PartName="/ppt/notesSlides/notesSlide12.xml" ContentType="application/vnd.openxmlformats-officedocument.presentationml.notesSlide+xml"/>
  <Override PartName="/ppt/tags/tag12.xml" ContentType="application/vnd.openxmlformats-officedocument.presentationml.tags+xml"/>
  <Override PartName="/ppt/slideMasters/slideMaster4.xml" ContentType="application/vnd.openxmlformats-officedocument.presentationml.slideMaster+xml"/>
  <Override PartName="/ppt/slides/slide9.xml" ContentType="application/vnd.openxmlformats-officedocument.presentationml.slide+xml"/>
  <Override PartName="/ppt/viewProps.xml" ContentType="application/vnd.openxmlformats-officedocument.presentationml.viewProps+xml"/>
  <Override PartName="/ppt/slideLayouts/slideLayout69.xml" ContentType="application/vnd.openxmlformats-officedocument.presentationml.slideLayout+xml"/>
  <Override PartName="/ppt/theme/theme6.xml" ContentType="application/vnd.openxmlformats-officedocument.theme+xml"/>
  <Override PartName="/ppt/slideLayouts/slideLayout158.xml" ContentType="application/vnd.openxmlformats-officedocument.presentationml.slideLayout+xml"/>
  <Override PartName="/ppt/tags/tag9.xml" ContentType="application/vnd.openxmlformats-officedocument.presentationml.tags+xml"/>
  <Override PartName="/ppt/slideLayouts/slideLayout58.xml" ContentType="application/vnd.openxmlformats-officedocument.presentationml.slideLayout+xml"/>
  <Override PartName="/ppt/slideLayouts/slideLayout147.xml" ContentType="application/vnd.openxmlformats-officedocument.presentationml.slideLayout+xml"/>
  <Default Extension="bin" ContentType="application/vnd.openxmlformats-officedocument.oleObject"/>
  <Override PartName="/ppt/notesSlides/notesSlide3.xml" ContentType="application/vnd.openxmlformats-officedocument.presentationml.notesSlide+xml"/>
  <Override PartName="/ppt/presProps.xml" ContentType="application/vnd.openxmlformats-officedocument.presentationml.presProps+xml"/>
  <Override PartName="/ppt/slideLayouts/slideLayout36.xml" ContentType="application/vnd.openxmlformats-officedocument.presentationml.slideLayout+xml"/>
  <Override PartName="/ppt/slideLayouts/slideLayout47.xml" ContentType="application/vnd.openxmlformats-officedocument.presentationml.slideLayout+xml"/>
  <Override PartName="/ppt/slideLayouts/slideLayout83.xml" ContentType="application/vnd.openxmlformats-officedocument.presentationml.slideLayout+xml"/>
  <Override PartName="/ppt/slideLayouts/slideLayout94.xml" ContentType="application/vnd.openxmlformats-officedocument.presentationml.slideLayout+xml"/>
  <Override PartName="/ppt/slideLayouts/slideLayout136.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 id="2147483692" r:id="rId6"/>
    <p:sldMasterId id="2147483711" r:id="rId7"/>
    <p:sldMasterId id="2147483732" r:id="rId8"/>
    <p:sldMasterId id="2147483765" r:id="rId9"/>
    <p:sldMasterId id="2147483785" r:id="rId10"/>
    <p:sldMasterId id="2147483801" r:id="rId11"/>
    <p:sldMasterId id="2147483826" r:id="rId12"/>
    <p:sldMasterId id="2147483845" r:id="rId13"/>
  </p:sldMasterIdLst>
  <p:notesMasterIdLst>
    <p:notesMasterId r:id="rId39"/>
  </p:notesMasterIdLst>
  <p:sldIdLst>
    <p:sldId id="290" r:id="rId14"/>
    <p:sldId id="337" r:id="rId15"/>
    <p:sldId id="362" r:id="rId16"/>
    <p:sldId id="360" r:id="rId17"/>
    <p:sldId id="363" r:id="rId18"/>
    <p:sldId id="365" r:id="rId19"/>
    <p:sldId id="364" r:id="rId20"/>
    <p:sldId id="361" r:id="rId21"/>
    <p:sldId id="341" r:id="rId22"/>
    <p:sldId id="346" r:id="rId23"/>
    <p:sldId id="347" r:id="rId24"/>
    <p:sldId id="348" r:id="rId25"/>
    <p:sldId id="349" r:id="rId26"/>
    <p:sldId id="338" r:id="rId27"/>
    <p:sldId id="350" r:id="rId28"/>
    <p:sldId id="339" r:id="rId29"/>
    <p:sldId id="321" r:id="rId30"/>
    <p:sldId id="351" r:id="rId31"/>
    <p:sldId id="352" r:id="rId32"/>
    <p:sldId id="353" r:id="rId33"/>
    <p:sldId id="354" r:id="rId34"/>
    <p:sldId id="355" r:id="rId35"/>
    <p:sldId id="356" r:id="rId36"/>
    <p:sldId id="357" r:id="rId37"/>
    <p:sldId id="358" r:id="rId38"/>
  </p:sldIdLst>
  <p:sldSz cx="9966325" cy="6218238"/>
  <p:notesSz cx="6858000" cy="9144000"/>
  <p:defaultTextStyle>
    <a:defPPr>
      <a:defRPr lang="en-US"/>
    </a:defPPr>
    <a:lvl1pPr marL="0" algn="l" defTabSz="1035641" rtl="0" eaLnBrk="1" latinLnBrk="0" hangingPunct="1">
      <a:defRPr sz="2000" kern="1200">
        <a:solidFill>
          <a:schemeClr val="tx1"/>
        </a:solidFill>
        <a:latin typeface="+mn-lt"/>
        <a:ea typeface="+mn-ea"/>
        <a:cs typeface="+mn-cs"/>
      </a:defRPr>
    </a:lvl1pPr>
    <a:lvl2pPr marL="517820" algn="l" defTabSz="1035641" rtl="0" eaLnBrk="1" latinLnBrk="0" hangingPunct="1">
      <a:defRPr sz="2000" kern="1200">
        <a:solidFill>
          <a:schemeClr val="tx1"/>
        </a:solidFill>
        <a:latin typeface="+mn-lt"/>
        <a:ea typeface="+mn-ea"/>
        <a:cs typeface="+mn-cs"/>
      </a:defRPr>
    </a:lvl2pPr>
    <a:lvl3pPr marL="1035641" algn="l" defTabSz="1035641" rtl="0" eaLnBrk="1" latinLnBrk="0" hangingPunct="1">
      <a:defRPr sz="2000" kern="1200">
        <a:solidFill>
          <a:schemeClr val="tx1"/>
        </a:solidFill>
        <a:latin typeface="+mn-lt"/>
        <a:ea typeface="+mn-ea"/>
        <a:cs typeface="+mn-cs"/>
      </a:defRPr>
    </a:lvl3pPr>
    <a:lvl4pPr marL="1553461" algn="l" defTabSz="1035641" rtl="0" eaLnBrk="1" latinLnBrk="0" hangingPunct="1">
      <a:defRPr sz="2000" kern="1200">
        <a:solidFill>
          <a:schemeClr val="tx1"/>
        </a:solidFill>
        <a:latin typeface="+mn-lt"/>
        <a:ea typeface="+mn-ea"/>
        <a:cs typeface="+mn-cs"/>
      </a:defRPr>
    </a:lvl4pPr>
    <a:lvl5pPr marL="2071281" algn="l" defTabSz="1035641" rtl="0" eaLnBrk="1" latinLnBrk="0" hangingPunct="1">
      <a:defRPr sz="2000" kern="1200">
        <a:solidFill>
          <a:schemeClr val="tx1"/>
        </a:solidFill>
        <a:latin typeface="+mn-lt"/>
        <a:ea typeface="+mn-ea"/>
        <a:cs typeface="+mn-cs"/>
      </a:defRPr>
    </a:lvl5pPr>
    <a:lvl6pPr marL="2589101" algn="l" defTabSz="1035641" rtl="0" eaLnBrk="1" latinLnBrk="0" hangingPunct="1">
      <a:defRPr sz="2000" kern="1200">
        <a:solidFill>
          <a:schemeClr val="tx1"/>
        </a:solidFill>
        <a:latin typeface="+mn-lt"/>
        <a:ea typeface="+mn-ea"/>
        <a:cs typeface="+mn-cs"/>
      </a:defRPr>
    </a:lvl6pPr>
    <a:lvl7pPr marL="3106920" algn="l" defTabSz="1035641" rtl="0" eaLnBrk="1" latinLnBrk="0" hangingPunct="1">
      <a:defRPr sz="2000" kern="1200">
        <a:solidFill>
          <a:schemeClr val="tx1"/>
        </a:solidFill>
        <a:latin typeface="+mn-lt"/>
        <a:ea typeface="+mn-ea"/>
        <a:cs typeface="+mn-cs"/>
      </a:defRPr>
    </a:lvl7pPr>
    <a:lvl8pPr marL="3624741" algn="l" defTabSz="1035641" rtl="0" eaLnBrk="1" latinLnBrk="0" hangingPunct="1">
      <a:defRPr sz="2000" kern="1200">
        <a:solidFill>
          <a:schemeClr val="tx1"/>
        </a:solidFill>
        <a:latin typeface="+mn-lt"/>
        <a:ea typeface="+mn-ea"/>
        <a:cs typeface="+mn-cs"/>
      </a:defRPr>
    </a:lvl8pPr>
    <a:lvl9pPr marL="4142561" algn="l" defTabSz="1035641" rtl="0" eaLnBrk="1" latinLnBrk="0" hangingPunct="1">
      <a:defRPr sz="20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uthor" initials="A"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85" d="100"/>
          <a:sy n="85" d="100"/>
        </p:scale>
        <p:origin x="-714" y="174"/>
      </p:cViewPr>
      <p:guideLst>
        <p:guide orient="horz" pos="1958"/>
        <p:guide pos="3139"/>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2" Type="http://schemas.openxmlformats.org/officeDocument/2006/relationships/customXml" Target="../customXml/item2.xml"/><Relationship Id="rId16" Type="http://schemas.openxmlformats.org/officeDocument/2006/relationships/slide" Target="slides/slide3.xml"/><Relationship Id="rId20" Type="http://schemas.openxmlformats.org/officeDocument/2006/relationships/slide" Target="slides/slide7.xml"/><Relationship Id="rId29" Type="http://schemas.openxmlformats.org/officeDocument/2006/relationships/slide" Target="slides/slide16.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10" Type="http://schemas.openxmlformats.org/officeDocument/2006/relationships/slideMaster" Target="slideMasters/slideMaster7.xml"/><Relationship Id="rId19" Type="http://schemas.openxmlformats.org/officeDocument/2006/relationships/slide" Target="slides/slide6.xml"/><Relationship Id="rId31" Type="http://schemas.openxmlformats.org/officeDocument/2006/relationships/slide" Target="slides/slide18.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3523BE2-E3B6-4B4E-805D-5F846E19A68B}" type="datetimeFigureOut">
              <a:rPr lang="en-US" smtClean="0"/>
              <a:pPr/>
              <a:t>6/20/2013</a:t>
            </a:fld>
            <a:endParaRPr lang="en-US"/>
          </a:p>
        </p:txBody>
      </p:sp>
      <p:sp>
        <p:nvSpPr>
          <p:cNvPr id="4" name="Slide Image Placeholder 3"/>
          <p:cNvSpPr>
            <a:spLocks noGrp="1" noRot="1" noChangeAspect="1"/>
          </p:cNvSpPr>
          <p:nvPr>
            <p:ph type="sldImg" idx="2"/>
          </p:nvPr>
        </p:nvSpPr>
        <p:spPr>
          <a:xfrm>
            <a:off x="682625" y="685800"/>
            <a:ext cx="549275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2D097EF-C8A8-4D91-B710-A1935DEBD1F7}" type="slidenum">
              <a:rPr lang="en-US" smtClean="0"/>
              <a:pPr/>
              <a:t>‹#›</a:t>
            </a:fld>
            <a:endParaRPr lang="en-US"/>
          </a:p>
        </p:txBody>
      </p:sp>
    </p:spTree>
    <p:extLst>
      <p:ext uri="{BB962C8B-B14F-4D97-AF65-F5344CB8AC3E}">
        <p14:creationId xmlns="" xmlns:p14="http://schemas.microsoft.com/office/powerpoint/2010/main" val="2639116220"/>
      </p:ext>
    </p:extLst>
  </p:cSld>
  <p:clrMap bg1="lt1" tx1="dk1" bg2="lt2" tx2="dk2" accent1="accent1" accent2="accent2" accent3="accent3" accent4="accent4" accent5="accent5" accent6="accent6" hlink="hlink" folHlink="folHlink"/>
  <p:notesStyle>
    <a:lvl1pPr marL="0" algn="l" defTabSz="1035641" rtl="0" eaLnBrk="1" latinLnBrk="0" hangingPunct="1">
      <a:defRPr sz="1400" kern="1200">
        <a:solidFill>
          <a:schemeClr val="tx1"/>
        </a:solidFill>
        <a:latin typeface="+mn-lt"/>
        <a:ea typeface="+mn-ea"/>
        <a:cs typeface="+mn-cs"/>
      </a:defRPr>
    </a:lvl1pPr>
    <a:lvl2pPr marL="517820" algn="l" defTabSz="1035641" rtl="0" eaLnBrk="1" latinLnBrk="0" hangingPunct="1">
      <a:defRPr sz="1400" kern="1200">
        <a:solidFill>
          <a:schemeClr val="tx1"/>
        </a:solidFill>
        <a:latin typeface="+mn-lt"/>
        <a:ea typeface="+mn-ea"/>
        <a:cs typeface="+mn-cs"/>
      </a:defRPr>
    </a:lvl2pPr>
    <a:lvl3pPr marL="1035641" algn="l" defTabSz="1035641" rtl="0" eaLnBrk="1" latinLnBrk="0" hangingPunct="1">
      <a:defRPr sz="1400" kern="1200">
        <a:solidFill>
          <a:schemeClr val="tx1"/>
        </a:solidFill>
        <a:latin typeface="+mn-lt"/>
        <a:ea typeface="+mn-ea"/>
        <a:cs typeface="+mn-cs"/>
      </a:defRPr>
    </a:lvl3pPr>
    <a:lvl4pPr marL="1553461" algn="l" defTabSz="1035641" rtl="0" eaLnBrk="1" latinLnBrk="0" hangingPunct="1">
      <a:defRPr sz="1400" kern="1200">
        <a:solidFill>
          <a:schemeClr val="tx1"/>
        </a:solidFill>
        <a:latin typeface="+mn-lt"/>
        <a:ea typeface="+mn-ea"/>
        <a:cs typeface="+mn-cs"/>
      </a:defRPr>
    </a:lvl4pPr>
    <a:lvl5pPr marL="2071281" algn="l" defTabSz="1035641" rtl="0" eaLnBrk="1" latinLnBrk="0" hangingPunct="1">
      <a:defRPr sz="1400" kern="1200">
        <a:solidFill>
          <a:schemeClr val="tx1"/>
        </a:solidFill>
        <a:latin typeface="+mn-lt"/>
        <a:ea typeface="+mn-ea"/>
        <a:cs typeface="+mn-cs"/>
      </a:defRPr>
    </a:lvl5pPr>
    <a:lvl6pPr marL="2589101" algn="l" defTabSz="1035641" rtl="0" eaLnBrk="1" latinLnBrk="0" hangingPunct="1">
      <a:defRPr sz="1400" kern="1200">
        <a:solidFill>
          <a:schemeClr val="tx1"/>
        </a:solidFill>
        <a:latin typeface="+mn-lt"/>
        <a:ea typeface="+mn-ea"/>
        <a:cs typeface="+mn-cs"/>
      </a:defRPr>
    </a:lvl6pPr>
    <a:lvl7pPr marL="3106920" algn="l" defTabSz="1035641" rtl="0" eaLnBrk="1" latinLnBrk="0" hangingPunct="1">
      <a:defRPr sz="1400" kern="1200">
        <a:solidFill>
          <a:schemeClr val="tx1"/>
        </a:solidFill>
        <a:latin typeface="+mn-lt"/>
        <a:ea typeface="+mn-ea"/>
        <a:cs typeface="+mn-cs"/>
      </a:defRPr>
    </a:lvl7pPr>
    <a:lvl8pPr marL="3624741" algn="l" defTabSz="1035641" rtl="0" eaLnBrk="1" latinLnBrk="0" hangingPunct="1">
      <a:defRPr sz="1400" kern="1200">
        <a:solidFill>
          <a:schemeClr val="tx1"/>
        </a:solidFill>
        <a:latin typeface="+mn-lt"/>
        <a:ea typeface="+mn-ea"/>
        <a:cs typeface="+mn-cs"/>
      </a:defRPr>
    </a:lvl8pPr>
    <a:lvl9pPr marL="4142561" algn="l" defTabSz="1035641"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2D097EF-C8A8-4D91-B710-A1935DEBD1F7}" type="slidenum">
              <a:rPr lang="en-US" smtClean="0"/>
              <a:pPr/>
              <a:t>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2D097EF-C8A8-4D91-B710-A1935DEBD1F7}" type="slidenum">
              <a:rPr lang="en-US" smtClean="0"/>
              <a:pPr/>
              <a:t>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2D097EF-C8A8-4D91-B710-A1935DEBD1F7}" type="slidenum">
              <a:rPr lang="en-US" smtClean="0"/>
              <a:pPr/>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2D097EF-C8A8-4D91-B710-A1935DEBD1F7}" type="slidenum">
              <a:rPr lang="en-US" smtClean="0"/>
              <a:pPr/>
              <a:t>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2D097EF-C8A8-4D91-B710-A1935DEBD1F7}" type="slidenum">
              <a:rPr lang="en-US" smtClean="0"/>
              <a:pPr/>
              <a:t>11</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2D097EF-C8A8-4D91-B710-A1935DEBD1F7}" type="slidenum">
              <a:rPr lang="en-US" smtClean="0"/>
              <a:pPr/>
              <a:t>12</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2D097EF-C8A8-4D91-B710-A1935DEBD1F7}" type="slidenum">
              <a:rPr lang="en-US" smtClean="0"/>
              <a:pPr/>
              <a:t>13</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2D097EF-C8A8-4D91-B710-A1935DEBD1F7}" type="slidenum">
              <a:rPr lang="en-US" smtClean="0"/>
              <a:pPr/>
              <a:t>21</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2D097EF-C8A8-4D91-B710-A1935DEBD1F7}" type="slidenum">
              <a:rPr lang="en-US" smtClean="0"/>
              <a:pPr/>
              <a:t>22</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2D097EF-C8A8-4D91-B710-A1935DEBD1F7}" type="slidenum">
              <a:rPr lang="en-US" smtClean="0"/>
              <a:pPr/>
              <a:t>23</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2D097EF-C8A8-4D91-B710-A1935DEBD1F7}" type="slidenum">
              <a:rPr lang="en-US" smtClean="0"/>
              <a:pPr/>
              <a:t>24</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2D097EF-C8A8-4D91-B710-A1935DEBD1F7}" type="slidenum">
              <a:rPr lang="en-US" smtClean="0"/>
              <a:pPr/>
              <a:t>25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42.xml.rels><?xml version="1.0" encoding="UTF-8" standalone="yes"?>
<Relationships xmlns="http://schemas.openxmlformats.org/package/2006/relationships"><Relationship Id="rId8" Type="http://schemas.openxmlformats.org/officeDocument/2006/relationships/image" Target="../media/image10.png"/><Relationship Id="rId3" Type="http://schemas.microsoft.com/office/2007/relationships/hdphoto" Target="../media/hdphoto1.wdp"/><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8.png"/><Relationship Id="rId11" Type="http://schemas.openxmlformats.org/officeDocument/2006/relationships/image" Target="../media/image12.png"/><Relationship Id="rId5" Type="http://schemas.openxmlformats.org/officeDocument/2006/relationships/image" Target="../media/image7.png"/><Relationship Id="rId10" Type="http://schemas.openxmlformats.org/officeDocument/2006/relationships/image" Target="../media/image11.png"/><Relationship Id="rId4" Type="http://schemas.openxmlformats.org/officeDocument/2006/relationships/image" Target="../media/image6.png"/><Relationship Id="rId9" Type="http://schemas.microsoft.com/office/2007/relationships/hdphoto" Target="../media/hdphoto2.wdp"/></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7.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7.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7.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7.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7.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7.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7.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eg"/><Relationship Id="rId1" Type="http://schemas.openxmlformats.org/officeDocument/2006/relationships/slideMaster" Target="../slideMasters/slideMaster9.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eg"/><Relationship Id="rId1" Type="http://schemas.openxmlformats.org/officeDocument/2006/relationships/slideMaster" Target="../slideMasters/slideMaster9.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eg"/><Relationship Id="rId1" Type="http://schemas.openxmlformats.org/officeDocument/2006/relationships/slideMaster" Target="../slideMasters/slideMaster9.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eg"/><Relationship Id="rId1" Type="http://schemas.openxmlformats.org/officeDocument/2006/relationships/slideMaster" Target="../slideMasters/slideMaster9.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eg"/><Relationship Id="rId1" Type="http://schemas.openxmlformats.org/officeDocument/2006/relationships/slideMaster" Target="../slideMasters/slideMaster9.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eg"/><Relationship Id="rId1" Type="http://schemas.openxmlformats.org/officeDocument/2006/relationships/slideMaster" Target="../slideMasters/slideMaster9.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eg"/><Relationship Id="rId1" Type="http://schemas.openxmlformats.org/officeDocument/2006/relationships/slideMaster" Target="../slideMasters/slideMaster9.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9.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9.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7475" y="1931687"/>
            <a:ext cx="8471376" cy="1332891"/>
          </a:xfrm>
        </p:spPr>
        <p:txBody>
          <a:bodyPr/>
          <a:lstStyle/>
          <a:p>
            <a:r>
              <a:rPr lang="en-US" smtClean="0"/>
              <a:t>Click to edit Master title style</a:t>
            </a:r>
            <a:endParaRPr lang="en-US"/>
          </a:p>
        </p:txBody>
      </p:sp>
      <p:sp>
        <p:nvSpPr>
          <p:cNvPr id="3" name="Subtitle 2"/>
          <p:cNvSpPr>
            <a:spLocks noGrp="1"/>
          </p:cNvSpPr>
          <p:nvPr>
            <p:ph type="subTitle" idx="1"/>
          </p:nvPr>
        </p:nvSpPr>
        <p:spPr>
          <a:xfrm>
            <a:off x="1494949" y="3523668"/>
            <a:ext cx="6976428" cy="1589105"/>
          </a:xfrm>
        </p:spPr>
        <p:txBody>
          <a:bodyPr/>
          <a:lstStyle>
            <a:lvl1pPr marL="0" indent="0" algn="ctr">
              <a:buNone/>
              <a:defRPr>
                <a:solidFill>
                  <a:schemeClr val="tx1">
                    <a:tint val="75000"/>
                  </a:schemeClr>
                </a:solidFill>
              </a:defRPr>
            </a:lvl1pPr>
            <a:lvl2pPr marL="517820" indent="0" algn="ctr">
              <a:buNone/>
              <a:defRPr>
                <a:solidFill>
                  <a:schemeClr val="tx1">
                    <a:tint val="75000"/>
                  </a:schemeClr>
                </a:solidFill>
              </a:defRPr>
            </a:lvl2pPr>
            <a:lvl3pPr marL="1035641" indent="0" algn="ctr">
              <a:buNone/>
              <a:defRPr>
                <a:solidFill>
                  <a:schemeClr val="tx1">
                    <a:tint val="75000"/>
                  </a:schemeClr>
                </a:solidFill>
              </a:defRPr>
            </a:lvl3pPr>
            <a:lvl4pPr marL="1553461" indent="0" algn="ctr">
              <a:buNone/>
              <a:defRPr>
                <a:solidFill>
                  <a:schemeClr val="tx1">
                    <a:tint val="75000"/>
                  </a:schemeClr>
                </a:solidFill>
              </a:defRPr>
            </a:lvl4pPr>
            <a:lvl5pPr marL="2071281" indent="0" algn="ctr">
              <a:buNone/>
              <a:defRPr>
                <a:solidFill>
                  <a:schemeClr val="tx1">
                    <a:tint val="75000"/>
                  </a:schemeClr>
                </a:solidFill>
              </a:defRPr>
            </a:lvl5pPr>
            <a:lvl6pPr marL="2589101" indent="0" algn="ctr">
              <a:buNone/>
              <a:defRPr>
                <a:solidFill>
                  <a:schemeClr val="tx1">
                    <a:tint val="75000"/>
                  </a:schemeClr>
                </a:solidFill>
              </a:defRPr>
            </a:lvl6pPr>
            <a:lvl7pPr marL="3106920" indent="0" algn="ctr">
              <a:buNone/>
              <a:defRPr>
                <a:solidFill>
                  <a:schemeClr val="tx1">
                    <a:tint val="75000"/>
                  </a:schemeClr>
                </a:solidFill>
              </a:defRPr>
            </a:lvl7pPr>
            <a:lvl8pPr marL="3624741" indent="0" algn="ctr">
              <a:buNone/>
              <a:defRPr>
                <a:solidFill>
                  <a:schemeClr val="tx1">
                    <a:tint val="75000"/>
                  </a:schemeClr>
                </a:solidFill>
              </a:defRPr>
            </a:lvl8pPr>
            <a:lvl9pPr marL="4142561"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C5E4B8A-7A32-45E5-A0D3-BCBA80CE4057}" type="datetimeFigureOut">
              <a:rPr lang="en-US" smtClean="0"/>
              <a:pPr/>
              <a:t>6/20/2013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C739E9-B401-45D2-B2D3-CE79AE1ADEC1}" type="slidenum">
              <a:rPr lang="en-US" smtClean="0"/>
              <a:pPr/>
              <a:t>‹#›</a:t>
            </a:fld>
            <a:endParaRPr lang="en-US"/>
          </a:p>
        </p:txBody>
      </p:sp>
    </p:spTree>
    <p:extLst>
      <p:ext uri="{BB962C8B-B14F-4D97-AF65-F5344CB8AC3E}">
        <p14:creationId xmlns="" xmlns:p14="http://schemas.microsoft.com/office/powerpoint/2010/main" val="181133002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5E4B8A-7A32-45E5-A0D3-BCBA80CE4057}" type="datetimeFigureOut">
              <a:rPr lang="en-US" smtClean="0"/>
              <a:pPr/>
              <a:t>6/20/2013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C739E9-B401-45D2-B2D3-CE79AE1ADEC1}" type="slidenum">
              <a:rPr lang="en-US" smtClean="0"/>
              <a:pPr/>
              <a:t>‹#›</a:t>
            </a:fld>
            <a:endParaRPr lang="en-US"/>
          </a:p>
        </p:txBody>
      </p:sp>
    </p:spTree>
    <p:extLst>
      <p:ext uri="{BB962C8B-B14F-4D97-AF65-F5344CB8AC3E}">
        <p14:creationId xmlns="" xmlns:p14="http://schemas.microsoft.com/office/powerpoint/2010/main" val="84122080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7272" y="3995796"/>
            <a:ext cx="8471376" cy="1235011"/>
          </a:xfrm>
        </p:spPr>
        <p:txBody>
          <a:bodyPr anchor="t"/>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87272" y="2635556"/>
            <a:ext cx="8471376" cy="1360239"/>
          </a:xfrm>
        </p:spPr>
        <p:txBody>
          <a:bodyPr anchor="b"/>
          <a:lstStyle>
            <a:lvl1pPr marL="0" indent="0">
              <a:buNone/>
              <a:defRPr sz="2300">
                <a:solidFill>
                  <a:schemeClr val="tx1">
                    <a:tint val="75000"/>
                  </a:schemeClr>
                </a:solidFill>
              </a:defRPr>
            </a:lvl1pPr>
            <a:lvl2pPr marL="517820" indent="0">
              <a:buNone/>
              <a:defRPr sz="2000">
                <a:solidFill>
                  <a:schemeClr val="tx1">
                    <a:tint val="75000"/>
                  </a:schemeClr>
                </a:solidFill>
              </a:defRPr>
            </a:lvl2pPr>
            <a:lvl3pPr marL="1035641" indent="0">
              <a:buNone/>
              <a:defRPr sz="1800">
                <a:solidFill>
                  <a:schemeClr val="tx1">
                    <a:tint val="75000"/>
                  </a:schemeClr>
                </a:solidFill>
              </a:defRPr>
            </a:lvl3pPr>
            <a:lvl4pPr marL="1553461" indent="0">
              <a:buNone/>
              <a:defRPr sz="1700">
                <a:solidFill>
                  <a:schemeClr val="tx1">
                    <a:tint val="75000"/>
                  </a:schemeClr>
                </a:solidFill>
              </a:defRPr>
            </a:lvl4pPr>
            <a:lvl5pPr marL="2071281" indent="0">
              <a:buNone/>
              <a:defRPr sz="1700">
                <a:solidFill>
                  <a:schemeClr val="tx1">
                    <a:tint val="75000"/>
                  </a:schemeClr>
                </a:solidFill>
              </a:defRPr>
            </a:lvl5pPr>
            <a:lvl6pPr marL="2589101" indent="0">
              <a:buNone/>
              <a:defRPr sz="1700">
                <a:solidFill>
                  <a:schemeClr val="tx1">
                    <a:tint val="75000"/>
                  </a:schemeClr>
                </a:solidFill>
              </a:defRPr>
            </a:lvl6pPr>
            <a:lvl7pPr marL="3106920" indent="0">
              <a:buNone/>
              <a:defRPr sz="1700">
                <a:solidFill>
                  <a:schemeClr val="tx1">
                    <a:tint val="75000"/>
                  </a:schemeClr>
                </a:solidFill>
              </a:defRPr>
            </a:lvl7pPr>
            <a:lvl8pPr marL="3624741" indent="0">
              <a:buNone/>
              <a:defRPr sz="1700">
                <a:solidFill>
                  <a:schemeClr val="tx1">
                    <a:tint val="75000"/>
                  </a:schemeClr>
                </a:solidFill>
              </a:defRPr>
            </a:lvl8pPr>
            <a:lvl9pPr marL="4142561" indent="0">
              <a:buNone/>
              <a:defRPr sz="17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C5E4B8A-7A32-45E5-A0D3-BCBA80CE4057}" type="datetimeFigureOut">
              <a:rPr lang="en-US" smtClean="0"/>
              <a:pPr/>
              <a:t>6/20/2013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C739E9-B401-45D2-B2D3-CE79AE1ADEC1}" type="slidenum">
              <a:rPr lang="en-US" smtClean="0"/>
              <a:pPr/>
              <a:t>‹#›</a:t>
            </a:fld>
            <a:endParaRPr lang="en-US"/>
          </a:p>
        </p:txBody>
      </p:sp>
    </p:spTree>
    <p:extLst>
      <p:ext uri="{BB962C8B-B14F-4D97-AF65-F5344CB8AC3E}">
        <p14:creationId xmlns="" xmlns:p14="http://schemas.microsoft.com/office/powerpoint/2010/main" val="398098773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98317" y="1450925"/>
            <a:ext cx="4401794" cy="4103750"/>
          </a:xfrm>
        </p:spPr>
        <p:txBody>
          <a:bodyPr/>
          <a:lstStyle>
            <a:lvl1pPr>
              <a:defRPr sz="3100"/>
            </a:lvl1pPr>
            <a:lvl2pPr>
              <a:defRPr sz="28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066215" y="1450925"/>
            <a:ext cx="4401794" cy="4103750"/>
          </a:xfrm>
        </p:spPr>
        <p:txBody>
          <a:bodyPr/>
          <a:lstStyle>
            <a:lvl1pPr>
              <a:defRPr sz="3100"/>
            </a:lvl1pPr>
            <a:lvl2pPr>
              <a:defRPr sz="28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C5E4B8A-7A32-45E5-A0D3-BCBA80CE4057}" type="datetimeFigureOut">
              <a:rPr lang="en-US" smtClean="0"/>
              <a:pPr/>
              <a:t>6/20/2013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C739E9-B401-45D2-B2D3-CE79AE1ADEC1}" type="slidenum">
              <a:rPr lang="en-US" smtClean="0"/>
              <a:pPr/>
              <a:t>‹#›</a:t>
            </a:fld>
            <a:endParaRPr lang="en-US"/>
          </a:p>
        </p:txBody>
      </p:sp>
    </p:spTree>
    <p:extLst>
      <p:ext uri="{BB962C8B-B14F-4D97-AF65-F5344CB8AC3E}">
        <p14:creationId xmlns="" xmlns:p14="http://schemas.microsoft.com/office/powerpoint/2010/main" val="99216412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98317" y="1391908"/>
            <a:ext cx="4403524" cy="580081"/>
          </a:xfrm>
        </p:spPr>
        <p:txBody>
          <a:bodyPr anchor="b"/>
          <a:lstStyle>
            <a:lvl1pPr marL="0" indent="0">
              <a:buNone/>
              <a:defRPr sz="2800" b="1"/>
            </a:lvl1pPr>
            <a:lvl2pPr marL="517820" indent="0">
              <a:buNone/>
              <a:defRPr sz="2300" b="1"/>
            </a:lvl2pPr>
            <a:lvl3pPr marL="1035641" indent="0">
              <a:buNone/>
              <a:defRPr sz="2000" b="1"/>
            </a:lvl3pPr>
            <a:lvl4pPr marL="1553461" indent="0">
              <a:buNone/>
              <a:defRPr sz="1800" b="1"/>
            </a:lvl4pPr>
            <a:lvl5pPr marL="2071281" indent="0">
              <a:buNone/>
              <a:defRPr sz="1800" b="1"/>
            </a:lvl5pPr>
            <a:lvl6pPr marL="2589101" indent="0">
              <a:buNone/>
              <a:defRPr sz="1800" b="1"/>
            </a:lvl6pPr>
            <a:lvl7pPr marL="3106920" indent="0">
              <a:buNone/>
              <a:defRPr sz="1800" b="1"/>
            </a:lvl7pPr>
            <a:lvl8pPr marL="3624741" indent="0">
              <a:buNone/>
              <a:defRPr sz="1800" b="1"/>
            </a:lvl8pPr>
            <a:lvl9pPr marL="4142561" indent="0">
              <a:buNone/>
              <a:defRPr sz="1800" b="1"/>
            </a:lvl9pPr>
          </a:lstStyle>
          <a:p>
            <a:pPr lvl="0"/>
            <a:r>
              <a:rPr lang="en-US" smtClean="0"/>
              <a:t>Click to edit Master text styles</a:t>
            </a:r>
          </a:p>
        </p:txBody>
      </p:sp>
      <p:sp>
        <p:nvSpPr>
          <p:cNvPr id="4" name="Content Placeholder 3"/>
          <p:cNvSpPr>
            <a:spLocks noGrp="1"/>
          </p:cNvSpPr>
          <p:nvPr>
            <p:ph sz="half" idx="2"/>
          </p:nvPr>
        </p:nvSpPr>
        <p:spPr>
          <a:xfrm>
            <a:off x="498317" y="1971987"/>
            <a:ext cx="4403524" cy="3582685"/>
          </a:xfrm>
        </p:spPr>
        <p:txBody>
          <a:bodyPr/>
          <a:lstStyle>
            <a:lvl1pPr>
              <a:defRPr sz="2800"/>
            </a:lvl1pPr>
            <a:lvl2pPr>
              <a:defRPr sz="23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062758" y="1391908"/>
            <a:ext cx="4405254" cy="580081"/>
          </a:xfrm>
        </p:spPr>
        <p:txBody>
          <a:bodyPr anchor="b"/>
          <a:lstStyle>
            <a:lvl1pPr marL="0" indent="0">
              <a:buNone/>
              <a:defRPr sz="2800" b="1"/>
            </a:lvl1pPr>
            <a:lvl2pPr marL="517820" indent="0">
              <a:buNone/>
              <a:defRPr sz="2300" b="1"/>
            </a:lvl2pPr>
            <a:lvl3pPr marL="1035641" indent="0">
              <a:buNone/>
              <a:defRPr sz="2000" b="1"/>
            </a:lvl3pPr>
            <a:lvl4pPr marL="1553461" indent="0">
              <a:buNone/>
              <a:defRPr sz="1800" b="1"/>
            </a:lvl4pPr>
            <a:lvl5pPr marL="2071281" indent="0">
              <a:buNone/>
              <a:defRPr sz="1800" b="1"/>
            </a:lvl5pPr>
            <a:lvl6pPr marL="2589101" indent="0">
              <a:buNone/>
              <a:defRPr sz="1800" b="1"/>
            </a:lvl6pPr>
            <a:lvl7pPr marL="3106920" indent="0">
              <a:buNone/>
              <a:defRPr sz="1800" b="1"/>
            </a:lvl7pPr>
            <a:lvl8pPr marL="3624741" indent="0">
              <a:buNone/>
              <a:defRPr sz="1800" b="1"/>
            </a:lvl8pPr>
            <a:lvl9pPr marL="4142561" indent="0">
              <a:buNone/>
              <a:defRPr sz="1800" b="1"/>
            </a:lvl9pPr>
          </a:lstStyle>
          <a:p>
            <a:pPr lvl="0"/>
            <a:r>
              <a:rPr lang="en-US" smtClean="0"/>
              <a:t>Click to edit Master text styles</a:t>
            </a:r>
          </a:p>
        </p:txBody>
      </p:sp>
      <p:sp>
        <p:nvSpPr>
          <p:cNvPr id="6" name="Content Placeholder 5"/>
          <p:cNvSpPr>
            <a:spLocks noGrp="1"/>
          </p:cNvSpPr>
          <p:nvPr>
            <p:ph sz="quarter" idx="4"/>
          </p:nvPr>
        </p:nvSpPr>
        <p:spPr>
          <a:xfrm>
            <a:off x="5062758" y="1971987"/>
            <a:ext cx="4405254" cy="3582685"/>
          </a:xfrm>
        </p:spPr>
        <p:txBody>
          <a:bodyPr/>
          <a:lstStyle>
            <a:lvl1pPr>
              <a:defRPr sz="2800"/>
            </a:lvl1pPr>
            <a:lvl2pPr>
              <a:defRPr sz="23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C5E4B8A-7A32-45E5-A0D3-BCBA80CE4057}" type="datetimeFigureOut">
              <a:rPr lang="en-US" smtClean="0"/>
              <a:pPr/>
              <a:t>6/20/2013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C739E9-B401-45D2-B2D3-CE79AE1ADEC1}" type="slidenum">
              <a:rPr lang="en-US" smtClean="0"/>
              <a:pPr/>
              <a:t>‹#›</a:t>
            </a:fld>
            <a:endParaRPr lang="en-US"/>
          </a:p>
        </p:txBody>
      </p:sp>
    </p:spTree>
    <p:extLst>
      <p:ext uri="{BB962C8B-B14F-4D97-AF65-F5344CB8AC3E}">
        <p14:creationId xmlns="" xmlns:p14="http://schemas.microsoft.com/office/powerpoint/2010/main" val="400867986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C5E4B8A-7A32-45E5-A0D3-BCBA80CE4057}" type="datetimeFigureOut">
              <a:rPr lang="en-US" smtClean="0"/>
              <a:pPr/>
              <a:t>6/20/2013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C739E9-B401-45D2-B2D3-CE79AE1ADEC1}" type="slidenum">
              <a:rPr lang="en-US" smtClean="0"/>
              <a:pPr/>
              <a:t>‹#›</a:t>
            </a:fld>
            <a:endParaRPr lang="en-US"/>
          </a:p>
        </p:txBody>
      </p:sp>
    </p:spTree>
    <p:extLst>
      <p:ext uri="{BB962C8B-B14F-4D97-AF65-F5344CB8AC3E}">
        <p14:creationId xmlns="" xmlns:p14="http://schemas.microsoft.com/office/powerpoint/2010/main" val="399150638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5E4B8A-7A32-45E5-A0D3-BCBA80CE4057}" type="datetimeFigureOut">
              <a:rPr lang="en-US" smtClean="0"/>
              <a:pPr/>
              <a:t>6/20/2013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7C739E9-B401-45D2-B2D3-CE79AE1ADEC1}" type="slidenum">
              <a:rPr lang="en-US" smtClean="0"/>
              <a:pPr/>
              <a:t>‹#›</a:t>
            </a:fld>
            <a:endParaRPr lang="en-US"/>
          </a:p>
        </p:txBody>
      </p:sp>
    </p:spTree>
    <p:extLst>
      <p:ext uri="{BB962C8B-B14F-4D97-AF65-F5344CB8AC3E}">
        <p14:creationId xmlns="" xmlns:p14="http://schemas.microsoft.com/office/powerpoint/2010/main" val="383808241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8320" y="247579"/>
            <a:ext cx="3278851" cy="1053647"/>
          </a:xfrm>
        </p:spPr>
        <p:txBody>
          <a:bodyPr anchor="b"/>
          <a:lstStyle>
            <a:lvl1pPr algn="l">
              <a:defRPr sz="2300" b="1"/>
            </a:lvl1pPr>
          </a:lstStyle>
          <a:p>
            <a:r>
              <a:rPr lang="en-US" smtClean="0"/>
              <a:t>Click to edit Master title style</a:t>
            </a:r>
            <a:endParaRPr lang="en-US"/>
          </a:p>
        </p:txBody>
      </p:sp>
      <p:sp>
        <p:nvSpPr>
          <p:cNvPr id="3" name="Content Placeholder 2"/>
          <p:cNvSpPr>
            <a:spLocks noGrp="1"/>
          </p:cNvSpPr>
          <p:nvPr>
            <p:ph idx="1"/>
          </p:nvPr>
        </p:nvSpPr>
        <p:spPr>
          <a:xfrm>
            <a:off x="3896557" y="247580"/>
            <a:ext cx="5571454" cy="5307094"/>
          </a:xfrm>
        </p:spPr>
        <p:txBody>
          <a:bodyPr/>
          <a:lstStyle>
            <a:lvl1pPr>
              <a:defRPr sz="3600"/>
            </a:lvl1pPr>
            <a:lvl2pPr>
              <a:defRPr sz="3100"/>
            </a:lvl2pPr>
            <a:lvl3pPr>
              <a:defRPr sz="2800"/>
            </a:lvl3pPr>
            <a:lvl4pPr>
              <a:defRPr sz="2300"/>
            </a:lvl4pPr>
            <a:lvl5pPr>
              <a:defRPr sz="2300"/>
            </a:lvl5pPr>
            <a:lvl6pPr>
              <a:defRPr sz="2300"/>
            </a:lvl6pPr>
            <a:lvl7pPr>
              <a:defRPr sz="2300"/>
            </a:lvl7pPr>
            <a:lvl8pPr>
              <a:defRPr sz="2300"/>
            </a:lvl8pPr>
            <a:lvl9pPr>
              <a:defRPr sz="23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98320" y="1301227"/>
            <a:ext cx="3278851" cy="4253448"/>
          </a:xfrm>
        </p:spPr>
        <p:txBody>
          <a:bodyPr/>
          <a:lstStyle>
            <a:lvl1pPr marL="0" indent="0">
              <a:buNone/>
              <a:defRPr sz="1700"/>
            </a:lvl1pPr>
            <a:lvl2pPr marL="517820" indent="0">
              <a:buNone/>
              <a:defRPr sz="1400"/>
            </a:lvl2pPr>
            <a:lvl3pPr marL="1035641" indent="0">
              <a:buNone/>
              <a:defRPr sz="1100"/>
            </a:lvl3pPr>
            <a:lvl4pPr marL="1553461" indent="0">
              <a:buNone/>
              <a:defRPr sz="1000"/>
            </a:lvl4pPr>
            <a:lvl5pPr marL="2071281" indent="0">
              <a:buNone/>
              <a:defRPr sz="1000"/>
            </a:lvl5pPr>
            <a:lvl6pPr marL="2589101" indent="0">
              <a:buNone/>
              <a:defRPr sz="1000"/>
            </a:lvl6pPr>
            <a:lvl7pPr marL="3106920" indent="0">
              <a:buNone/>
              <a:defRPr sz="1000"/>
            </a:lvl7pPr>
            <a:lvl8pPr marL="3624741" indent="0">
              <a:buNone/>
              <a:defRPr sz="1000"/>
            </a:lvl8pPr>
            <a:lvl9pPr marL="4142561"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C5E4B8A-7A32-45E5-A0D3-BCBA80CE4057}" type="datetimeFigureOut">
              <a:rPr lang="en-US" smtClean="0"/>
              <a:pPr/>
              <a:t>6/20/2013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C739E9-B401-45D2-B2D3-CE79AE1ADEC1}" type="slidenum">
              <a:rPr lang="en-US" smtClean="0"/>
              <a:pPr/>
              <a:t>‹#›</a:t>
            </a:fld>
            <a:endParaRPr lang="en-US"/>
          </a:p>
        </p:txBody>
      </p:sp>
    </p:spTree>
    <p:extLst>
      <p:ext uri="{BB962C8B-B14F-4D97-AF65-F5344CB8AC3E}">
        <p14:creationId xmlns="" xmlns:p14="http://schemas.microsoft.com/office/powerpoint/2010/main" val="85440091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53471" y="4352768"/>
            <a:ext cx="5979795" cy="513869"/>
          </a:xfrm>
        </p:spPr>
        <p:txBody>
          <a:bodyPr anchor="b"/>
          <a:lstStyle>
            <a:lvl1pPr algn="l">
              <a:defRPr sz="2300" b="1"/>
            </a:lvl1pPr>
          </a:lstStyle>
          <a:p>
            <a:r>
              <a:rPr lang="en-US" smtClean="0"/>
              <a:t>Click to edit Master title style</a:t>
            </a:r>
            <a:endParaRPr lang="en-US"/>
          </a:p>
        </p:txBody>
      </p:sp>
      <p:sp>
        <p:nvSpPr>
          <p:cNvPr id="3" name="Picture Placeholder 2"/>
          <p:cNvSpPr>
            <a:spLocks noGrp="1"/>
          </p:cNvSpPr>
          <p:nvPr>
            <p:ph type="pic" idx="1"/>
          </p:nvPr>
        </p:nvSpPr>
        <p:spPr>
          <a:xfrm>
            <a:off x="1953471" y="555612"/>
            <a:ext cx="5979795" cy="3730943"/>
          </a:xfrm>
        </p:spPr>
        <p:txBody>
          <a:bodyPr/>
          <a:lstStyle>
            <a:lvl1pPr marL="0" indent="0">
              <a:buNone/>
              <a:defRPr sz="3600"/>
            </a:lvl1pPr>
            <a:lvl2pPr marL="517820" indent="0">
              <a:buNone/>
              <a:defRPr sz="3100"/>
            </a:lvl2pPr>
            <a:lvl3pPr marL="1035641" indent="0">
              <a:buNone/>
              <a:defRPr sz="2800"/>
            </a:lvl3pPr>
            <a:lvl4pPr marL="1553461" indent="0">
              <a:buNone/>
              <a:defRPr sz="2300"/>
            </a:lvl4pPr>
            <a:lvl5pPr marL="2071281" indent="0">
              <a:buNone/>
              <a:defRPr sz="2300"/>
            </a:lvl5pPr>
            <a:lvl6pPr marL="2589101" indent="0">
              <a:buNone/>
              <a:defRPr sz="2300"/>
            </a:lvl6pPr>
            <a:lvl7pPr marL="3106920" indent="0">
              <a:buNone/>
              <a:defRPr sz="2300"/>
            </a:lvl7pPr>
            <a:lvl8pPr marL="3624741" indent="0">
              <a:buNone/>
              <a:defRPr sz="2300"/>
            </a:lvl8pPr>
            <a:lvl9pPr marL="4142561" indent="0">
              <a:buNone/>
              <a:defRPr sz="2300"/>
            </a:lvl9pPr>
          </a:lstStyle>
          <a:p>
            <a:endParaRPr lang="en-US"/>
          </a:p>
        </p:txBody>
      </p:sp>
      <p:sp>
        <p:nvSpPr>
          <p:cNvPr id="4" name="Text Placeholder 3"/>
          <p:cNvSpPr>
            <a:spLocks noGrp="1"/>
          </p:cNvSpPr>
          <p:nvPr>
            <p:ph type="body" sz="half" idx="2"/>
          </p:nvPr>
        </p:nvSpPr>
        <p:spPr>
          <a:xfrm>
            <a:off x="1953471" y="4866638"/>
            <a:ext cx="5979795" cy="729779"/>
          </a:xfrm>
        </p:spPr>
        <p:txBody>
          <a:bodyPr/>
          <a:lstStyle>
            <a:lvl1pPr marL="0" indent="0">
              <a:buNone/>
              <a:defRPr sz="1700"/>
            </a:lvl1pPr>
            <a:lvl2pPr marL="517820" indent="0">
              <a:buNone/>
              <a:defRPr sz="1400"/>
            </a:lvl2pPr>
            <a:lvl3pPr marL="1035641" indent="0">
              <a:buNone/>
              <a:defRPr sz="1100"/>
            </a:lvl3pPr>
            <a:lvl4pPr marL="1553461" indent="0">
              <a:buNone/>
              <a:defRPr sz="1000"/>
            </a:lvl4pPr>
            <a:lvl5pPr marL="2071281" indent="0">
              <a:buNone/>
              <a:defRPr sz="1000"/>
            </a:lvl5pPr>
            <a:lvl6pPr marL="2589101" indent="0">
              <a:buNone/>
              <a:defRPr sz="1000"/>
            </a:lvl6pPr>
            <a:lvl7pPr marL="3106920" indent="0">
              <a:buNone/>
              <a:defRPr sz="1000"/>
            </a:lvl7pPr>
            <a:lvl8pPr marL="3624741" indent="0">
              <a:buNone/>
              <a:defRPr sz="1000"/>
            </a:lvl8pPr>
            <a:lvl9pPr marL="4142561"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C5E4B8A-7A32-45E5-A0D3-BCBA80CE4057}" type="datetimeFigureOut">
              <a:rPr lang="en-US" smtClean="0"/>
              <a:pPr/>
              <a:t>6/20/2013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C739E9-B401-45D2-B2D3-CE79AE1ADEC1}" type="slidenum">
              <a:rPr lang="en-US" smtClean="0"/>
              <a:pPr/>
              <a:t>‹#›</a:t>
            </a:fld>
            <a:endParaRPr lang="en-US"/>
          </a:p>
        </p:txBody>
      </p:sp>
    </p:spTree>
    <p:extLst>
      <p:ext uri="{BB962C8B-B14F-4D97-AF65-F5344CB8AC3E}">
        <p14:creationId xmlns="" xmlns:p14="http://schemas.microsoft.com/office/powerpoint/2010/main" val="331470004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5E4B8A-7A32-45E5-A0D3-BCBA80CE4057}" type="datetimeFigureOut">
              <a:rPr lang="en-US" smtClean="0"/>
              <a:pPr/>
              <a:t>6/20/2013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C739E9-B401-45D2-B2D3-CE79AE1ADEC1}" type="slidenum">
              <a:rPr lang="en-US" smtClean="0"/>
              <a:pPr/>
              <a:t>‹#›</a:t>
            </a:fld>
            <a:endParaRPr lang="en-US"/>
          </a:p>
        </p:txBody>
      </p:sp>
    </p:spTree>
    <p:extLst>
      <p:ext uri="{BB962C8B-B14F-4D97-AF65-F5344CB8AC3E}">
        <p14:creationId xmlns="" xmlns:p14="http://schemas.microsoft.com/office/powerpoint/2010/main" val="422863205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25586" y="187125"/>
            <a:ext cx="2242423" cy="3978521"/>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98316" y="187125"/>
            <a:ext cx="6561165" cy="397852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5E4B8A-7A32-45E5-A0D3-BCBA80CE4057}" type="datetimeFigureOut">
              <a:rPr lang="en-US" smtClean="0"/>
              <a:pPr/>
              <a:t>6/20/2013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C739E9-B401-45D2-B2D3-CE79AE1ADEC1}" type="slidenum">
              <a:rPr lang="en-US" smtClean="0"/>
              <a:pPr/>
              <a:t>‹#›</a:t>
            </a:fld>
            <a:endParaRPr lang="en-US"/>
          </a:p>
        </p:txBody>
      </p:sp>
    </p:spTree>
    <p:extLst>
      <p:ext uri="{BB962C8B-B14F-4D97-AF65-F5344CB8AC3E}">
        <p14:creationId xmlns="" xmlns:p14="http://schemas.microsoft.com/office/powerpoint/2010/main" val="379502334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Walkin Slide">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410912618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Walkin Slide - Tokyo, Japan">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6733926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alkin Slide - Sydney, Australia">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409857396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Walkin Slide - Toronto, Canada">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24035788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Walkin Slide - London, United Kingdom">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41047092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Walkin Slide - Buenos Aires, Argentina">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71569039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Walkin Slide - Auckland, New Zealan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74986761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Walkin Slide - Chennai, India">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29368254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Walkin Slide - Sao Paulo, Brazil">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54535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Walkin Slide - Paris, France">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8537900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Walkin Slide - Frankfurt, Germany">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10953070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6173" y="3130009"/>
            <a:ext cx="5302721" cy="1815726"/>
          </a:xfrm>
        </p:spPr>
        <p:txBody>
          <a:bodyPr vert="horz" wrap="square" lIns="0" tIns="0" rIns="0" bIns="0" rtlCol="0" anchor="ctr" anchorCtr="0">
            <a:noAutofit/>
          </a:bodyPr>
          <a:lstStyle>
            <a:lvl1pPr algn="l" defTabSz="1035598" rtl="0" eaLnBrk="1" latinLnBrk="0" hangingPunct="1">
              <a:lnSpc>
                <a:spcPct val="90000"/>
              </a:lnSpc>
              <a:spcBef>
                <a:spcPct val="0"/>
              </a:spcBef>
              <a:buNone/>
              <a:defRPr lang="en-US" sz="6800" b="0" kern="1200" cap="none" spc="-113" baseline="0" dirty="0">
                <a:ln w="3175">
                  <a:noFill/>
                </a:ln>
                <a:solidFill>
                  <a:schemeClr val="tx1">
                    <a:alpha val="99000"/>
                  </a:schemeClr>
                </a:solidFill>
                <a:effectLst/>
                <a:latin typeface="Segoe UI Light" pitchFamily="34" charset="0"/>
                <a:ea typeface="+mn-ea"/>
                <a:cs typeface="Arial" charset="0"/>
              </a:defRPr>
            </a:lvl1pPr>
          </a:lstStyle>
          <a:p>
            <a:pPr lvl="0"/>
            <a:r>
              <a:rPr lang="en-US" dirty="0" smtClean="0"/>
              <a:t>Title Here</a:t>
            </a:r>
            <a:endParaRPr lang="en-US" dirty="0"/>
          </a:p>
        </p:txBody>
      </p:sp>
      <p:sp>
        <p:nvSpPr>
          <p:cNvPr id="5" name="Text Placeholder 4"/>
          <p:cNvSpPr>
            <a:spLocks noGrp="1"/>
          </p:cNvSpPr>
          <p:nvPr>
            <p:ph type="body" sz="quarter" idx="12" hasCustomPrompt="1"/>
          </p:nvPr>
        </p:nvSpPr>
        <p:spPr>
          <a:xfrm>
            <a:off x="426174" y="4970611"/>
            <a:ext cx="5300974" cy="954107"/>
          </a:xfrm>
        </p:spPr>
        <p:txBody>
          <a:bodyPr vert="horz" wrap="square" lIns="0" tIns="0" rIns="0" bIns="0" rtlCol="0">
            <a:spAutoFit/>
          </a:bodyPr>
          <a:lstStyle>
            <a:lvl1pPr marL="0" indent="0">
              <a:buNone/>
              <a:defRPr lang="en-US" sz="2000" kern="1200" dirty="0">
                <a:solidFill>
                  <a:schemeClr val="tx1">
                    <a:alpha val="99000"/>
                  </a:schemeClr>
                </a:solidFill>
                <a:latin typeface="+mn-lt"/>
                <a:ea typeface="+mn-ea"/>
                <a:cs typeface="+mn-cs"/>
              </a:defRPr>
            </a:lvl1pPr>
          </a:lstStyle>
          <a:p>
            <a:pPr lvl="0"/>
            <a:r>
              <a:rPr lang="en-US" dirty="0" smtClean="0"/>
              <a:t>Name</a:t>
            </a:r>
          </a:p>
          <a:p>
            <a:pPr lvl="0"/>
            <a:r>
              <a:rPr lang="en-US" dirty="0" smtClean="0"/>
              <a:t>Title</a:t>
            </a:r>
          </a:p>
          <a:p>
            <a:pPr lvl="0"/>
            <a:r>
              <a:rPr lang="en-US" dirty="0" smtClean="0"/>
              <a:t>Microsoft Corporation</a:t>
            </a:r>
          </a:p>
        </p:txBody>
      </p:sp>
    </p:spTree>
    <p:extLst>
      <p:ext uri="{BB962C8B-B14F-4D97-AF65-F5344CB8AC3E}">
        <p14:creationId xmlns="" xmlns:p14="http://schemas.microsoft.com/office/powerpoint/2010/main" val="293757612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4457" y="1304682"/>
            <a:ext cx="5607518" cy="2077492"/>
          </a:xfrm>
        </p:spPr>
        <p:txBody>
          <a:bodyPr anchor="b" anchorCtr="0"/>
          <a:lstStyle>
            <a:lvl1pPr>
              <a:defRPr kumimoji="0" lang="en-US" sz="7500" b="0" i="0" u="none" strike="noStrike" kern="1200" cap="none" spc="-136" normalizeH="0" baseline="0" dirty="0">
                <a:ln w="3175">
                  <a:noFill/>
                </a:ln>
                <a:solidFill>
                  <a:schemeClr val="tx1">
                    <a:alpha val="99000"/>
                  </a:schemeClr>
                </a:solidFill>
                <a:effectLst/>
                <a:uLnTx/>
                <a:uFillTx/>
                <a:latin typeface="Segoe UI Light"/>
                <a:ea typeface="+mn-ea"/>
                <a:cs typeface="Arial" charset="0"/>
              </a:defRPr>
            </a:lvl1pPr>
          </a:lstStyle>
          <a:p>
            <a:pPr marL="0" lvl="0" indent="0" algn="l" defTabSz="1035598" rtl="0" eaLnBrk="1" latinLnBrk="0" hangingPunct="1">
              <a:lnSpc>
                <a:spcPct val="90000"/>
              </a:lnSpc>
              <a:spcBef>
                <a:spcPct val="20000"/>
              </a:spcBef>
              <a:buSzPct val="80000"/>
              <a:buFont typeface="Arial" pitchFamily="34" charset="0"/>
              <a:buNone/>
            </a:pPr>
            <a:r>
              <a:rPr lang="en-US" dirty="0" smtClean="0"/>
              <a:t>Click to edit title style</a:t>
            </a:r>
            <a:endParaRPr lang="en-US" dirty="0"/>
          </a:p>
        </p:txBody>
      </p:sp>
    </p:spTree>
    <p:extLst>
      <p:ext uri="{BB962C8B-B14F-4D97-AF65-F5344CB8AC3E}">
        <p14:creationId xmlns="" xmlns:p14="http://schemas.microsoft.com/office/powerpoint/2010/main" val="10084115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mo, Video etc. &quot;special&quot; slides">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95698" y="3938222"/>
            <a:ext cx="8371038" cy="418597"/>
          </a:xfrm>
        </p:spPr>
        <p:txBody>
          <a:bodyPr>
            <a:noAutofit/>
          </a:bodyPr>
          <a:lstStyle>
            <a:lvl1pPr marL="0" indent="0" algn="l">
              <a:lnSpc>
                <a:spcPct val="90000"/>
              </a:lnSpc>
              <a:spcBef>
                <a:spcPts val="0"/>
              </a:spcBef>
              <a:buNone/>
              <a:defRPr lang="en-US" sz="4100" kern="1200" spc="-79" baseline="0" dirty="0">
                <a:solidFill>
                  <a:schemeClr val="tx1">
                    <a:alpha val="99000"/>
                  </a:schemeClr>
                </a:solidFill>
                <a:latin typeface="+mj-lt"/>
                <a:ea typeface="+mn-ea"/>
                <a:cs typeface="+mn-cs"/>
              </a:defRPr>
            </a:lvl1pPr>
            <a:lvl2pPr marL="517800" indent="0" algn="ctr">
              <a:buNone/>
              <a:defRPr>
                <a:solidFill>
                  <a:schemeClr val="tx1">
                    <a:tint val="75000"/>
                  </a:schemeClr>
                </a:solidFill>
              </a:defRPr>
            </a:lvl2pPr>
            <a:lvl3pPr marL="1035598" indent="0" algn="ctr">
              <a:buNone/>
              <a:defRPr>
                <a:solidFill>
                  <a:schemeClr val="tx1">
                    <a:tint val="75000"/>
                  </a:schemeClr>
                </a:solidFill>
              </a:defRPr>
            </a:lvl3pPr>
            <a:lvl4pPr marL="1553399" indent="0" algn="ctr">
              <a:buNone/>
              <a:defRPr>
                <a:solidFill>
                  <a:schemeClr val="tx1">
                    <a:tint val="75000"/>
                  </a:schemeClr>
                </a:solidFill>
              </a:defRPr>
            </a:lvl4pPr>
            <a:lvl5pPr marL="2071199" indent="0" algn="ctr">
              <a:buNone/>
              <a:defRPr>
                <a:solidFill>
                  <a:schemeClr val="tx1">
                    <a:tint val="75000"/>
                  </a:schemeClr>
                </a:solidFill>
              </a:defRPr>
            </a:lvl5pPr>
            <a:lvl6pPr marL="2588997" indent="0" algn="ctr">
              <a:buNone/>
              <a:defRPr>
                <a:solidFill>
                  <a:schemeClr val="tx1">
                    <a:tint val="75000"/>
                  </a:schemeClr>
                </a:solidFill>
              </a:defRPr>
            </a:lvl6pPr>
            <a:lvl7pPr marL="3106796" indent="0" algn="ctr">
              <a:buNone/>
              <a:defRPr>
                <a:solidFill>
                  <a:schemeClr val="tx1">
                    <a:tint val="75000"/>
                  </a:schemeClr>
                </a:solidFill>
              </a:defRPr>
            </a:lvl7pPr>
            <a:lvl8pPr marL="3624597" indent="0" algn="ctr">
              <a:buNone/>
              <a:defRPr>
                <a:solidFill>
                  <a:schemeClr val="tx1">
                    <a:tint val="75000"/>
                  </a:schemeClr>
                </a:solidFill>
              </a:defRPr>
            </a:lvl8pPr>
            <a:lvl9pPr marL="4142395" indent="0" algn="ctr">
              <a:buNone/>
              <a:defRPr>
                <a:solidFill>
                  <a:schemeClr val="tx1">
                    <a:tint val="75000"/>
                  </a:schemeClr>
                </a:solidFill>
              </a:defRPr>
            </a:lvl9pPr>
          </a:lstStyle>
          <a:p>
            <a:pPr marL="0" marR="0" lvl="0" indent="0" algn="l" defTabSz="1035598" rtl="0" eaLnBrk="1" fontAlgn="auto" latinLnBrk="0" hangingPunct="1">
              <a:lnSpc>
                <a:spcPct val="90000"/>
              </a:lnSpc>
              <a:spcBef>
                <a:spcPts val="0"/>
              </a:spcBef>
              <a:spcAft>
                <a:spcPts val="0"/>
              </a:spcAft>
              <a:buClrTx/>
              <a:buSzPct val="90000"/>
              <a:buFont typeface="Arial" pitchFamily="34" charset="0"/>
              <a:buNone/>
              <a:tabLst/>
            </a:pPr>
            <a:r>
              <a:rPr lang="en-US" smtClean="0"/>
              <a:t>Click to edit Master subtitle style</a:t>
            </a:r>
            <a:endParaRPr lang="en-US" dirty="0"/>
          </a:p>
        </p:txBody>
      </p:sp>
      <p:sp>
        <p:nvSpPr>
          <p:cNvPr id="7" name="Text Placeholder 6"/>
          <p:cNvSpPr>
            <a:spLocks noGrp="1"/>
          </p:cNvSpPr>
          <p:nvPr>
            <p:ph type="body" sz="quarter" idx="10" hasCustomPrompt="1"/>
          </p:nvPr>
        </p:nvSpPr>
        <p:spPr>
          <a:xfrm>
            <a:off x="795700" y="2484103"/>
            <a:ext cx="8377527" cy="1250035"/>
          </a:xfrm>
        </p:spPr>
        <p:txBody>
          <a:bodyPr anchor="ctr" anchorCtr="0">
            <a:noAutofit/>
            <a:scene3d>
              <a:camera prst="orthographicFront"/>
              <a:lightRig rig="flat" dir="t"/>
            </a:scene3d>
            <a:sp3d>
              <a:contourClr>
                <a:schemeClr val="tx2"/>
              </a:contourClr>
            </a:sp3d>
          </a:bodyPr>
          <a:lstStyle>
            <a:lvl1pPr marL="0" indent="0" algn="l">
              <a:spcBef>
                <a:spcPts val="0"/>
              </a:spcBef>
              <a:buFont typeface="Arial" pitchFamily="34" charset="0"/>
              <a:buNone/>
              <a:defRPr lang="en-US" sz="10900" b="0" kern="1200" cap="none" spc="-453" baseline="0" dirty="0" smtClean="0">
                <a:ln w="3175">
                  <a:noFill/>
                </a:ln>
                <a:solidFill>
                  <a:schemeClr val="tx2">
                    <a:alpha val="99000"/>
                  </a:schemeClr>
                </a:solidFill>
                <a:effectLst/>
                <a:latin typeface="+mj-lt"/>
                <a:ea typeface="+mn-ea"/>
                <a:cs typeface="Arial" charset="0"/>
              </a:defRPr>
            </a:lvl1pPr>
          </a:lstStyle>
          <a:p>
            <a:pPr lvl="0"/>
            <a:r>
              <a:rPr lang="en-US" dirty="0" smtClean="0"/>
              <a:t>click to…</a:t>
            </a:r>
          </a:p>
        </p:txBody>
      </p:sp>
      <p:sp>
        <p:nvSpPr>
          <p:cNvPr id="5" name="Text Placeholder 4"/>
          <p:cNvSpPr>
            <a:spLocks noGrp="1"/>
          </p:cNvSpPr>
          <p:nvPr>
            <p:ph type="body" sz="quarter" idx="11"/>
          </p:nvPr>
        </p:nvSpPr>
        <p:spPr>
          <a:xfrm>
            <a:off x="795698" y="1312739"/>
            <a:ext cx="8371038" cy="828823"/>
          </a:xfrm>
        </p:spPr>
        <p:txBody>
          <a:bodyPr wrap="square" anchor="b">
            <a:noAutofit/>
          </a:bodyPr>
          <a:lstStyle>
            <a:lvl1pPr marL="0" indent="0">
              <a:buNone/>
              <a:defRPr sz="7500" spc="-170">
                <a:solidFill>
                  <a:schemeClr val="tx1">
                    <a:alpha val="99000"/>
                  </a:schemeClr>
                </a:solidFill>
              </a:defRPr>
            </a:lvl1pPr>
          </a:lstStyle>
          <a:p>
            <a:pPr lvl="0"/>
            <a:r>
              <a:rPr lang="en-US" smtClean="0"/>
              <a:t>Click to edit Master text styles</a:t>
            </a:r>
          </a:p>
        </p:txBody>
      </p:sp>
    </p:spTree>
    <p:extLst>
      <p:ext uri="{BB962C8B-B14F-4D97-AF65-F5344CB8AC3E}">
        <p14:creationId xmlns="" xmlns:p14="http://schemas.microsoft.com/office/powerpoint/2010/main" val="277897704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5" name="Rectangle 14"/>
          <p:cNvSpPr/>
          <p:nvPr userDrawn="1"/>
        </p:nvSpPr>
        <p:spPr bwMode="gray">
          <a:xfrm>
            <a:off x="424462" y="1312739"/>
            <a:ext cx="9116111" cy="4698224"/>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03524" tIns="51763" rIns="103524" bIns="51763" numCol="1" spcCol="0" rtlCol="0" anchor="ctr" anchorCtr="0" compatLnSpc="1">
            <a:prstTxWarp prst="textNoShape">
              <a:avLst/>
            </a:prstTxWarp>
          </a:bodyPr>
          <a:lstStyle/>
          <a:p>
            <a:pPr algn="ctr" defTabSz="1034948" fontAlgn="base">
              <a:spcBef>
                <a:spcPct val="0"/>
              </a:spcBef>
              <a:spcAft>
                <a:spcPct val="0"/>
              </a:spcAft>
            </a:pPr>
            <a:endParaRPr lang="en-US" sz="2500" dirty="0">
              <a:gradFill>
                <a:gsLst>
                  <a:gs pos="0">
                    <a:srgbClr val="FFFFFF"/>
                  </a:gs>
                  <a:gs pos="100000">
                    <a:srgbClr val="FFFFFF"/>
                  </a:gs>
                </a:gsLst>
                <a:lin ang="5400000" scaled="0"/>
              </a:gradFill>
            </a:endParaRPr>
          </a:p>
        </p:txBody>
      </p:sp>
      <p:grpSp>
        <p:nvGrpSpPr>
          <p:cNvPr id="16" name="Group 15"/>
          <p:cNvGrpSpPr/>
          <p:nvPr userDrawn="1"/>
        </p:nvGrpSpPr>
        <p:grpSpPr bwMode="black">
          <a:xfrm>
            <a:off x="713509" y="2724684"/>
            <a:ext cx="1962727" cy="1936328"/>
            <a:chOff x="4470400" y="2038516"/>
            <a:chExt cx="3238500" cy="2881148"/>
          </a:xfrm>
          <a:solidFill>
            <a:schemeClr val="accent2"/>
          </a:solidFill>
        </p:grpSpPr>
        <p:sp>
          <p:nvSpPr>
            <p:cNvPr id="17" name="Freeform 6"/>
            <p:cNvSpPr>
              <a:spLocks/>
            </p:cNvSpPr>
            <p:nvPr userDrawn="1"/>
          </p:nvSpPr>
          <p:spPr bwMode="black">
            <a:xfrm>
              <a:off x="4470400" y="2314576"/>
              <a:ext cx="1319213" cy="2605088"/>
            </a:xfrm>
            <a:custGeom>
              <a:avLst/>
              <a:gdLst>
                <a:gd name="T0" fmla="*/ 501 w 1663"/>
                <a:gd name="T1" fmla="*/ 0 h 3282"/>
                <a:gd name="T2" fmla="*/ 1663 w 1663"/>
                <a:gd name="T3" fmla="*/ 0 h 3282"/>
                <a:gd name="T4" fmla="*/ 1663 w 1663"/>
                <a:gd name="T5" fmla="*/ 1694 h 3282"/>
                <a:gd name="T6" fmla="*/ 1385 w 1663"/>
                <a:gd name="T7" fmla="*/ 1694 h 3282"/>
                <a:gd name="T8" fmla="*/ 1396 w 1663"/>
                <a:gd name="T9" fmla="*/ 3282 h 3282"/>
                <a:gd name="T10" fmla="*/ 0 w 1663"/>
                <a:gd name="T11" fmla="*/ 3282 h 3282"/>
                <a:gd name="T12" fmla="*/ 0 w 1663"/>
                <a:gd name="T13" fmla="*/ 2067 h 3282"/>
                <a:gd name="T14" fmla="*/ 501 w 1663"/>
                <a:gd name="T15" fmla="*/ 0 h 32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63" h="3282">
                  <a:moveTo>
                    <a:pt x="501" y="0"/>
                  </a:moveTo>
                  <a:lnTo>
                    <a:pt x="1663" y="0"/>
                  </a:lnTo>
                  <a:lnTo>
                    <a:pt x="1663" y="1694"/>
                  </a:lnTo>
                  <a:lnTo>
                    <a:pt x="1385" y="1694"/>
                  </a:lnTo>
                  <a:lnTo>
                    <a:pt x="1396" y="3282"/>
                  </a:lnTo>
                  <a:lnTo>
                    <a:pt x="0" y="3282"/>
                  </a:lnTo>
                  <a:lnTo>
                    <a:pt x="0" y="2067"/>
                  </a:lnTo>
                  <a:lnTo>
                    <a:pt x="50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defTabSz="1035598"/>
              <a:endParaRPr lang="en-US">
                <a:solidFill>
                  <a:srgbClr val="5F5F5F"/>
                </a:solidFill>
              </a:endParaRPr>
            </a:p>
          </p:txBody>
        </p:sp>
        <p:sp>
          <p:nvSpPr>
            <p:cNvPr id="18" name="Freeform 7"/>
            <p:cNvSpPr>
              <a:spLocks/>
            </p:cNvSpPr>
            <p:nvPr userDrawn="1"/>
          </p:nvSpPr>
          <p:spPr bwMode="black">
            <a:xfrm>
              <a:off x="6381750" y="2314576"/>
              <a:ext cx="1327150" cy="2605088"/>
            </a:xfrm>
            <a:custGeom>
              <a:avLst/>
              <a:gdLst>
                <a:gd name="T0" fmla="*/ 0 w 1673"/>
                <a:gd name="T1" fmla="*/ 0 h 3282"/>
                <a:gd name="T2" fmla="*/ 1169 w 1673"/>
                <a:gd name="T3" fmla="*/ 0 h 3282"/>
                <a:gd name="T4" fmla="*/ 1673 w 1673"/>
                <a:gd name="T5" fmla="*/ 2067 h 3282"/>
                <a:gd name="T6" fmla="*/ 1673 w 1673"/>
                <a:gd name="T7" fmla="*/ 3282 h 3282"/>
                <a:gd name="T8" fmla="*/ 268 w 1673"/>
                <a:gd name="T9" fmla="*/ 3282 h 3282"/>
                <a:gd name="T10" fmla="*/ 279 w 1673"/>
                <a:gd name="T11" fmla="*/ 1694 h 3282"/>
                <a:gd name="T12" fmla="*/ 0 w 1673"/>
                <a:gd name="T13" fmla="*/ 1694 h 3282"/>
                <a:gd name="T14" fmla="*/ 0 w 1673"/>
                <a:gd name="T15" fmla="*/ 0 h 32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73" h="3282">
                  <a:moveTo>
                    <a:pt x="0" y="0"/>
                  </a:moveTo>
                  <a:lnTo>
                    <a:pt x="1169" y="0"/>
                  </a:lnTo>
                  <a:lnTo>
                    <a:pt x="1673" y="2067"/>
                  </a:lnTo>
                  <a:lnTo>
                    <a:pt x="1673" y="3282"/>
                  </a:lnTo>
                  <a:lnTo>
                    <a:pt x="268" y="3282"/>
                  </a:lnTo>
                  <a:lnTo>
                    <a:pt x="279" y="1694"/>
                  </a:lnTo>
                  <a:lnTo>
                    <a:pt x="0" y="1694"/>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defTabSz="1035598"/>
              <a:endParaRPr lang="en-US">
                <a:solidFill>
                  <a:srgbClr val="5F5F5F"/>
                </a:solidFill>
              </a:endParaRPr>
            </a:p>
          </p:txBody>
        </p:sp>
        <p:sp>
          <p:nvSpPr>
            <p:cNvPr id="19" name="Rectangle 8"/>
            <p:cNvSpPr>
              <a:spLocks noChangeArrowheads="1"/>
            </p:cNvSpPr>
            <p:nvPr userDrawn="1"/>
          </p:nvSpPr>
          <p:spPr bwMode="black">
            <a:xfrm>
              <a:off x="5916613" y="2314578"/>
              <a:ext cx="338138" cy="1118394"/>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defTabSz="1035598"/>
              <a:endParaRPr lang="en-US">
                <a:solidFill>
                  <a:srgbClr val="5F5F5F"/>
                </a:solidFill>
              </a:endParaRPr>
            </a:p>
          </p:txBody>
        </p:sp>
        <p:sp>
          <p:nvSpPr>
            <p:cNvPr id="20" name="Rectangle 9"/>
            <p:cNvSpPr>
              <a:spLocks noChangeArrowheads="1"/>
            </p:cNvSpPr>
            <p:nvPr userDrawn="1"/>
          </p:nvSpPr>
          <p:spPr bwMode="black">
            <a:xfrm>
              <a:off x="5172076" y="2038516"/>
              <a:ext cx="617538" cy="23653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defTabSz="1035598"/>
              <a:endParaRPr lang="en-US">
                <a:solidFill>
                  <a:srgbClr val="5F5F5F"/>
                </a:solidFill>
              </a:endParaRPr>
            </a:p>
          </p:txBody>
        </p:sp>
        <p:sp>
          <p:nvSpPr>
            <p:cNvPr id="21" name="Rectangle 10"/>
            <p:cNvSpPr>
              <a:spLocks noChangeArrowheads="1"/>
            </p:cNvSpPr>
            <p:nvPr userDrawn="1"/>
          </p:nvSpPr>
          <p:spPr bwMode="black">
            <a:xfrm>
              <a:off x="6381750" y="2038516"/>
              <a:ext cx="617538" cy="23653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defTabSz="1035598"/>
              <a:endParaRPr lang="en-US">
                <a:solidFill>
                  <a:srgbClr val="5F5F5F"/>
                </a:solidFill>
              </a:endParaRPr>
            </a:p>
          </p:txBody>
        </p:sp>
      </p:grpSp>
      <p:sp>
        <p:nvSpPr>
          <p:cNvPr id="3" name="Subtitle 2"/>
          <p:cNvSpPr>
            <a:spLocks noGrp="1"/>
          </p:cNvSpPr>
          <p:nvPr>
            <p:ph type="subTitle" idx="1" hasCustomPrompt="1"/>
          </p:nvPr>
        </p:nvSpPr>
        <p:spPr>
          <a:xfrm>
            <a:off x="2841143" y="2609526"/>
            <a:ext cx="5682286" cy="2110183"/>
          </a:xfrm>
        </p:spPr>
        <p:txBody>
          <a:bodyPr vert="horz" wrap="square" lIns="207127" tIns="207127" rIns="0" bIns="0" rtlCol="0" anchor="ctr" anchorCtr="0">
            <a:spAutoFit/>
          </a:bodyPr>
          <a:lstStyle>
            <a:lvl1pPr marL="650871" indent="-647276">
              <a:buNone/>
              <a:defRPr lang="en-US" sz="5000" spc="-113" dirty="0" smtClean="0">
                <a:solidFill>
                  <a:schemeClr val="tx1">
                    <a:alpha val="99000"/>
                  </a:schemeClr>
                </a:solidFill>
                <a:latin typeface="Segoe UI Light" pitchFamily="34" charset="0"/>
              </a:defRPr>
            </a:lvl1pPr>
            <a:lvl2pPr marL="391962" indent="-388365">
              <a:buNone/>
              <a:defRPr lang="en-US" spc="-57" dirty="0" smtClean="0">
                <a:solidFill>
                  <a:schemeClr val="tx1">
                    <a:alpha val="99000"/>
                  </a:schemeClr>
                </a:solidFill>
              </a:defRPr>
            </a:lvl2pPr>
          </a:lstStyle>
          <a:p>
            <a:pPr marL="3597" lvl="0" indent="0">
              <a:spcBef>
                <a:spcPts val="0"/>
              </a:spcBef>
              <a:spcAft>
                <a:spcPts val="1020"/>
              </a:spcAft>
              <a:buSzPct val="80000"/>
            </a:pPr>
            <a:r>
              <a:rPr lang="en-US" dirty="0" smtClean="0"/>
              <a:t>Click to edit Master text styles</a:t>
            </a:r>
          </a:p>
          <a:p>
            <a:pPr marL="3597" lvl="1" indent="0">
              <a:spcBef>
                <a:spcPts val="0"/>
              </a:spcBef>
              <a:spcAft>
                <a:spcPts val="1020"/>
              </a:spcAft>
              <a:buSzPct val="80000"/>
            </a:pPr>
            <a:r>
              <a:rPr lang="en-US" dirty="0" smtClean="0"/>
              <a:t>Second level</a:t>
            </a:r>
          </a:p>
        </p:txBody>
      </p:sp>
      <p:sp>
        <p:nvSpPr>
          <p:cNvPr id="5" name="Text Placeholder 4"/>
          <p:cNvSpPr>
            <a:spLocks noGrp="1"/>
          </p:cNvSpPr>
          <p:nvPr>
            <p:ph type="body" sz="quarter" idx="11"/>
          </p:nvPr>
        </p:nvSpPr>
        <p:spPr>
          <a:xfrm>
            <a:off x="426173" y="207277"/>
            <a:ext cx="9114087" cy="844847"/>
          </a:xfrm>
        </p:spPr>
        <p:txBody>
          <a:bodyPr vert="horz" wrap="square" lIns="0" tIns="0" rIns="0" bIns="0" rtlCol="0" anchor="t">
            <a:spAutoFit/>
          </a:bodyPr>
          <a:lstStyle>
            <a:lvl1pPr marL="0" indent="0">
              <a:buNone/>
              <a:defRPr lang="en-US" sz="6100" b="0" cap="none" spc="-113" dirty="0" smtClean="0">
                <a:ln w="3175">
                  <a:noFill/>
                </a:ln>
                <a:solidFill>
                  <a:schemeClr val="tx1">
                    <a:alpha val="99000"/>
                  </a:schemeClr>
                </a:solidFill>
                <a:effectLst/>
                <a:latin typeface="Segoe UI Light" pitchFamily="34" charset="0"/>
                <a:cs typeface="Arial" charset="0"/>
              </a:defRPr>
            </a:lvl1pPr>
          </a:lstStyle>
          <a:p>
            <a:pPr lvl="0">
              <a:spcBef>
                <a:spcPct val="0"/>
              </a:spcBef>
            </a:pPr>
            <a:r>
              <a:rPr lang="en-US" smtClean="0"/>
              <a:t>Click to edit Master text styles</a:t>
            </a:r>
          </a:p>
        </p:txBody>
      </p:sp>
    </p:spTree>
    <p:extLst>
      <p:ext uri="{BB962C8B-B14F-4D97-AF65-F5344CB8AC3E}">
        <p14:creationId xmlns="" xmlns:p14="http://schemas.microsoft.com/office/powerpoint/2010/main" val="81493648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24462" y="207277"/>
            <a:ext cx="9116111" cy="844847"/>
          </a:xfrm>
        </p:spPr>
        <p:txBody>
          <a:bodyPr/>
          <a:lstStyle>
            <a:lvl1pPr>
              <a:defRPr>
                <a:solidFill>
                  <a:schemeClr val="tx1">
                    <a:alpha val="99000"/>
                  </a:schemeClr>
                </a:solidFill>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424462" y="1312738"/>
            <a:ext cx="9116111" cy="2349874"/>
          </a:xfrm>
          <a:prstGeom prst="rect">
            <a:avLst/>
          </a:prstGeom>
        </p:spPr>
        <p:txBody>
          <a:bodyPr/>
          <a:lstStyle>
            <a:lvl1pPr marL="0" indent="0">
              <a:buFont typeface="Wingdings" pitchFamily="2" charset="2"/>
              <a:buNone/>
              <a:defRPr sz="4500">
                <a:solidFill>
                  <a:schemeClr val="tx1">
                    <a:alpha val="99000"/>
                  </a:schemeClr>
                </a:solidFill>
              </a:defRPr>
            </a:lvl1pPr>
            <a:lvl2pPr marL="321839" marR="0" indent="0" algn="l" defTabSz="1035598" rtl="0" eaLnBrk="1" fontAlgn="auto" latinLnBrk="0" hangingPunct="1">
              <a:lnSpc>
                <a:spcPct val="90000"/>
              </a:lnSpc>
              <a:spcBef>
                <a:spcPct val="20000"/>
              </a:spcBef>
              <a:spcAft>
                <a:spcPts val="0"/>
              </a:spcAft>
              <a:buClrTx/>
              <a:buSzPct val="90000"/>
              <a:buFont typeface="Wingdings" pitchFamily="2" charset="2"/>
              <a:buNone/>
              <a:tabLst/>
              <a:defRPr lang="en-US" sz="2800" kern="1200" spc="0" baseline="0" dirty="0" smtClean="0">
                <a:solidFill>
                  <a:schemeClr val="tx1">
                    <a:alpha val="99000"/>
                  </a:schemeClr>
                </a:solidFill>
                <a:latin typeface="+mn-lt"/>
                <a:ea typeface="+mn-ea"/>
                <a:cs typeface="+mn-cs"/>
              </a:defRPr>
            </a:lvl2pPr>
            <a:lvl3pPr marL="586144" indent="0">
              <a:buFont typeface="Wingdings" pitchFamily="2" charset="2"/>
              <a:buNone/>
              <a:tabLst/>
              <a:defRPr>
                <a:solidFill>
                  <a:schemeClr val="tx1">
                    <a:alpha val="99000"/>
                  </a:schemeClr>
                </a:solidFill>
                <a:latin typeface="+mn-lt"/>
              </a:defRPr>
            </a:lvl3pPr>
            <a:lvl4pPr marL="839660" indent="0">
              <a:buFont typeface="Wingdings" pitchFamily="2" charset="2"/>
              <a:buNone/>
              <a:defRPr>
                <a:solidFill>
                  <a:schemeClr val="tx1">
                    <a:alpha val="99000"/>
                  </a:schemeClr>
                </a:solidFill>
                <a:latin typeface="+mn-lt"/>
              </a:defRPr>
            </a:lvl4pPr>
            <a:lvl5pPr marL="1035641" indent="0">
              <a:buFont typeface="Wingdings" pitchFamily="2" charset="2"/>
              <a:buNone/>
              <a:tabLst/>
              <a:defRPr>
                <a:solidFill>
                  <a:schemeClr val="tx1">
                    <a:alpha val="99000"/>
                  </a:schemeClr>
                </a:solidFill>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14873269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424462" y="1312738"/>
            <a:ext cx="9116111" cy="2349874"/>
          </a:xfrm>
          <a:prstGeom prst="rect">
            <a:avLst/>
          </a:prstGeom>
        </p:spPr>
        <p:txBody>
          <a:bodyPr/>
          <a:lstStyle>
            <a:lvl1pPr marL="0" indent="0">
              <a:spcBef>
                <a:spcPts val="2718"/>
              </a:spcBef>
              <a:buNone/>
              <a:defRPr sz="4500">
                <a:solidFill>
                  <a:schemeClr val="tx2">
                    <a:alpha val="99000"/>
                  </a:schemeClr>
                </a:solidFill>
                <a:latin typeface="+mj-lt"/>
              </a:defRPr>
            </a:lvl1pPr>
            <a:lvl2pPr marL="0" indent="0">
              <a:buNone/>
              <a:defRPr lang="en-US" sz="2800" kern="1200" spc="0" baseline="0" dirty="0" smtClean="0">
                <a:solidFill>
                  <a:schemeClr val="tx1">
                    <a:alpha val="99000"/>
                  </a:schemeClr>
                </a:solidFill>
                <a:latin typeface="+mn-lt"/>
                <a:ea typeface="+mn-ea"/>
                <a:cs typeface="+mn-cs"/>
              </a:defRPr>
            </a:lvl2pPr>
            <a:lvl3pPr marL="262506" indent="0">
              <a:buNone/>
              <a:defRPr lang="en-US" sz="2800" kern="1200" spc="0" baseline="0" dirty="0" smtClean="0">
                <a:solidFill>
                  <a:schemeClr val="tx1">
                    <a:alpha val="99000"/>
                  </a:schemeClr>
                </a:solidFill>
                <a:latin typeface="+mn-lt"/>
                <a:ea typeface="+mn-ea"/>
                <a:cs typeface="+mn-cs"/>
              </a:defRPr>
            </a:lvl3pPr>
            <a:lvl4pPr marL="517820" indent="0">
              <a:buNone/>
              <a:defRPr lang="en-US" sz="2300" kern="1200" spc="0" baseline="0" dirty="0" smtClean="0">
                <a:solidFill>
                  <a:schemeClr val="tx1">
                    <a:alpha val="99000"/>
                  </a:schemeClr>
                </a:solidFill>
                <a:latin typeface="+mn-lt"/>
                <a:ea typeface="+mn-ea"/>
                <a:cs typeface="+mn-cs"/>
              </a:defRPr>
            </a:lvl4pPr>
            <a:lvl5pPr marL="785721" indent="0">
              <a:buNone/>
              <a:defRPr lang="en-US" sz="2300" kern="1200" spc="0" baseline="0" dirty="0">
                <a:solidFill>
                  <a:schemeClr val="tx1">
                    <a:alpha val="99000"/>
                  </a:schemeClr>
                </a:solidFill>
                <a:latin typeface="+mn-lt"/>
                <a:ea typeface="+mn-ea"/>
                <a:cs typeface="+mn-cs"/>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itle 2"/>
          <p:cNvSpPr>
            <a:spLocks noGrp="1"/>
          </p:cNvSpPr>
          <p:nvPr>
            <p:ph type="title"/>
          </p:nvPr>
        </p:nvSpPr>
        <p:spPr/>
        <p:txBody>
          <a:bodyPr/>
          <a:lstStyle>
            <a:lvl1pPr algn="l" defTabSz="1035598" rtl="0" eaLnBrk="1" latinLnBrk="0" hangingPunct="1">
              <a:lnSpc>
                <a:spcPct val="90000"/>
              </a:lnSpc>
              <a:spcBef>
                <a:spcPct val="0"/>
              </a:spcBef>
              <a:buNone/>
              <a:defRPr lang="en-US" sz="6100" b="0" kern="1200" cap="none" spc="-113" baseline="0" dirty="0">
                <a:ln w="3175">
                  <a:noFill/>
                </a:ln>
                <a:solidFill>
                  <a:schemeClr val="tx1">
                    <a:alpha val="99000"/>
                  </a:schemeClr>
                </a:solidFill>
                <a:effectLst/>
                <a:latin typeface="+mj-lt"/>
                <a:ea typeface="+mn-ea"/>
                <a:cs typeface="Arial" charset="0"/>
              </a:defRPr>
            </a:lvl1pPr>
          </a:lstStyle>
          <a:p>
            <a:r>
              <a:rPr lang="en-US" smtClean="0"/>
              <a:t>Click to edit Master title style</a:t>
            </a:r>
            <a:endParaRPr lang="en-US" dirty="0"/>
          </a:p>
        </p:txBody>
      </p:sp>
    </p:spTree>
    <p:extLst>
      <p:ext uri="{BB962C8B-B14F-4D97-AF65-F5344CB8AC3E}">
        <p14:creationId xmlns="" xmlns:p14="http://schemas.microsoft.com/office/powerpoint/2010/main" val="101428062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424462" y="1312738"/>
            <a:ext cx="9116111" cy="2349874"/>
          </a:xfrm>
          <a:prstGeom prst="rect">
            <a:avLst/>
          </a:prstGeom>
        </p:spPr>
        <p:txBody>
          <a:bodyPr/>
          <a:lstStyle>
            <a:lvl1pPr marL="0" indent="0">
              <a:spcBef>
                <a:spcPts val="2718"/>
              </a:spcBef>
              <a:buNone/>
              <a:defRPr sz="4500">
                <a:solidFill>
                  <a:schemeClr val="tx1">
                    <a:alpha val="99000"/>
                  </a:schemeClr>
                </a:solidFill>
                <a:latin typeface="+mj-lt"/>
              </a:defRPr>
            </a:lvl1pPr>
            <a:lvl2pPr marL="0" indent="0">
              <a:buNone/>
              <a:defRPr lang="en-US" sz="2800" kern="1200" spc="0" baseline="0" dirty="0" smtClean="0">
                <a:solidFill>
                  <a:schemeClr val="tx1">
                    <a:alpha val="99000"/>
                  </a:schemeClr>
                </a:solidFill>
                <a:latin typeface="+mn-lt"/>
                <a:ea typeface="+mn-ea"/>
                <a:cs typeface="+mn-cs"/>
              </a:defRPr>
            </a:lvl2pPr>
            <a:lvl3pPr marL="262506" indent="0">
              <a:buNone/>
              <a:defRPr lang="en-US" sz="2800" kern="1200" spc="0" baseline="0" dirty="0" smtClean="0">
                <a:solidFill>
                  <a:schemeClr val="tx1">
                    <a:alpha val="99000"/>
                  </a:schemeClr>
                </a:solidFill>
                <a:latin typeface="+mn-lt"/>
                <a:ea typeface="+mn-ea"/>
                <a:cs typeface="+mn-cs"/>
              </a:defRPr>
            </a:lvl3pPr>
            <a:lvl4pPr marL="517820" indent="0">
              <a:buNone/>
              <a:defRPr lang="en-US" sz="2300" kern="1200" spc="0" baseline="0" dirty="0" smtClean="0">
                <a:solidFill>
                  <a:schemeClr val="tx1">
                    <a:alpha val="99000"/>
                  </a:schemeClr>
                </a:solidFill>
                <a:latin typeface="+mn-lt"/>
                <a:ea typeface="+mn-ea"/>
                <a:cs typeface="+mn-cs"/>
              </a:defRPr>
            </a:lvl4pPr>
            <a:lvl5pPr marL="785721" indent="0">
              <a:buNone/>
              <a:defRPr lang="en-US" sz="2300" kern="1200" spc="0" baseline="0" dirty="0">
                <a:solidFill>
                  <a:schemeClr val="tx1">
                    <a:alpha val="99000"/>
                  </a:schemeClr>
                </a:solidFill>
                <a:latin typeface="+mn-lt"/>
                <a:ea typeface="+mn-ea"/>
                <a:cs typeface="+mn-cs"/>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Title 2"/>
          <p:cNvSpPr>
            <a:spLocks noGrp="1"/>
          </p:cNvSpPr>
          <p:nvPr>
            <p:ph type="title"/>
          </p:nvPr>
        </p:nvSpPr>
        <p:spPr/>
        <p:txBody>
          <a:bodyPr/>
          <a:lstStyle>
            <a:lvl1pPr algn="l" defTabSz="1035598" rtl="0" eaLnBrk="1" latinLnBrk="0" hangingPunct="1">
              <a:lnSpc>
                <a:spcPct val="90000"/>
              </a:lnSpc>
              <a:spcBef>
                <a:spcPct val="0"/>
              </a:spcBef>
              <a:buNone/>
              <a:defRPr lang="en-US" sz="6100" b="0" kern="1200" cap="none" spc="-113" baseline="0" dirty="0">
                <a:ln w="3175">
                  <a:noFill/>
                </a:ln>
                <a:solidFill>
                  <a:schemeClr val="tx1">
                    <a:alpha val="99000"/>
                  </a:schemeClr>
                </a:solidFill>
                <a:effectLst/>
                <a:latin typeface="+mj-lt"/>
                <a:ea typeface="+mn-ea"/>
                <a:cs typeface="Arial" charset="0"/>
              </a:defRPr>
            </a:lvl1pPr>
          </a:lstStyle>
          <a:p>
            <a:r>
              <a:rPr lang="en-US" smtClean="0"/>
              <a:t>Click to edit Master title style</a:t>
            </a:r>
            <a:endParaRPr lang="en-US" dirty="0"/>
          </a:p>
        </p:txBody>
      </p:sp>
    </p:spTree>
    <p:extLst>
      <p:ext uri="{BB962C8B-B14F-4D97-AF65-F5344CB8AC3E}">
        <p14:creationId xmlns="" xmlns:p14="http://schemas.microsoft.com/office/powerpoint/2010/main" val="34657736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defTabSz="1035598" rtl="0" eaLnBrk="1" latinLnBrk="0" hangingPunct="1">
              <a:lnSpc>
                <a:spcPct val="90000"/>
              </a:lnSpc>
              <a:spcBef>
                <a:spcPct val="0"/>
              </a:spcBef>
              <a:buNone/>
              <a:defRPr lang="en-US" sz="6100" b="0" kern="1200" cap="none" spc="-113" baseline="0" dirty="0">
                <a:ln w="3175">
                  <a:noFill/>
                </a:ln>
                <a:solidFill>
                  <a:schemeClr val="tx1">
                    <a:alpha val="99000"/>
                  </a:schemeClr>
                </a:solidFill>
                <a:effectLst/>
                <a:latin typeface="+mj-lt"/>
                <a:ea typeface="+mn-ea"/>
                <a:cs typeface="Arial" charset="0"/>
              </a:defRPr>
            </a:lvl1pPr>
          </a:lstStyle>
          <a:p>
            <a:r>
              <a:rPr lang="en-US" smtClean="0"/>
              <a:t>Click to edit Master title style</a:t>
            </a:r>
            <a:endParaRPr lang="en-US" dirty="0"/>
          </a:p>
        </p:txBody>
      </p:sp>
      <p:sp>
        <p:nvSpPr>
          <p:cNvPr id="4" name="Text Placeholder 3"/>
          <p:cNvSpPr>
            <a:spLocks noGrp="1"/>
          </p:cNvSpPr>
          <p:nvPr>
            <p:ph type="body" sz="quarter" idx="10"/>
          </p:nvPr>
        </p:nvSpPr>
        <p:spPr>
          <a:xfrm>
            <a:off x="425758" y="1312742"/>
            <a:ext cx="4411247" cy="2693045"/>
          </a:xfrm>
        </p:spPr>
        <p:txBody>
          <a:bodyPr>
            <a:spAutoFit/>
          </a:bodyPr>
          <a:lstStyle>
            <a:lvl1pPr marL="330829" indent="-330829">
              <a:spcBef>
                <a:spcPts val="1360"/>
              </a:spcBef>
              <a:buClr>
                <a:schemeClr val="tx1"/>
              </a:buClr>
              <a:buFont typeface="Wingdings" pitchFamily="2" charset="2"/>
              <a:buChar char=""/>
              <a:defRPr/>
            </a:lvl1pPr>
            <a:lvl2pPr marL="589739" indent="-258911">
              <a:defRPr sz="2300"/>
            </a:lvl2pPr>
            <a:lvl3pPr marL="776730" indent="-186991">
              <a:tabLst/>
              <a:defRPr sz="2300"/>
            </a:lvl3pPr>
            <a:lvl4pPr marL="978104" indent="-201374">
              <a:defRPr/>
            </a:lvl4pPr>
            <a:lvl5pPr marL="1165095" indent="-186991">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ext Placeholder 6"/>
          <p:cNvSpPr>
            <a:spLocks noGrp="1"/>
          </p:cNvSpPr>
          <p:nvPr>
            <p:ph type="body" sz="quarter" idx="11"/>
          </p:nvPr>
        </p:nvSpPr>
        <p:spPr>
          <a:xfrm>
            <a:off x="5133217" y="1312742"/>
            <a:ext cx="4411247" cy="2693045"/>
          </a:xfrm>
        </p:spPr>
        <p:txBody>
          <a:bodyPr>
            <a:spAutoFit/>
          </a:bodyPr>
          <a:lstStyle>
            <a:lvl1pPr marL="384769" indent="-384769">
              <a:spcBef>
                <a:spcPts val="1360"/>
              </a:spcBef>
              <a:buFont typeface="Wingdings" pitchFamily="2" charset="2"/>
              <a:buChar char=""/>
              <a:defRPr lang="en-US" sz="4100" kern="1200" spc="-79" baseline="0" dirty="0" smtClean="0">
                <a:solidFill>
                  <a:schemeClr val="tx1">
                    <a:alpha val="99000"/>
                  </a:schemeClr>
                </a:solidFill>
                <a:latin typeface="+mj-lt"/>
                <a:ea typeface="+mn-ea"/>
                <a:cs typeface="+mn-cs"/>
              </a:defRPr>
            </a:lvl1pPr>
            <a:lvl2pPr marL="719194" indent="-388365">
              <a:defRPr lang="en-US" sz="2300" kern="1200" spc="0" baseline="0" dirty="0" smtClean="0">
                <a:solidFill>
                  <a:schemeClr val="tx1">
                    <a:alpha val="99000"/>
                  </a:schemeClr>
                </a:solidFill>
                <a:latin typeface="+mn-lt"/>
                <a:ea typeface="+mn-ea"/>
                <a:cs typeface="+mn-cs"/>
              </a:defRPr>
            </a:lvl2pPr>
            <a:lvl3pPr marL="978104" indent="-388365">
              <a:defRPr lang="en-US" sz="2300" kern="1200" spc="0" baseline="0" dirty="0" smtClean="0">
                <a:solidFill>
                  <a:schemeClr val="tx1">
                    <a:alpha val="99000"/>
                  </a:schemeClr>
                </a:solidFill>
                <a:latin typeface="+mn-lt"/>
                <a:ea typeface="+mn-ea"/>
                <a:cs typeface="+mn-cs"/>
              </a:defRPr>
            </a:lvl3pPr>
            <a:lvl4pPr marL="1165095" indent="-388365">
              <a:defRPr lang="en-US" sz="2300" kern="1200" spc="0" baseline="0" dirty="0" smtClean="0">
                <a:solidFill>
                  <a:schemeClr val="tx1">
                    <a:alpha val="99000"/>
                  </a:schemeClr>
                </a:solidFill>
                <a:latin typeface="+mn-lt"/>
                <a:ea typeface="+mn-ea"/>
                <a:cs typeface="+mn-cs"/>
              </a:defRPr>
            </a:lvl4pPr>
            <a:lvl5pPr marL="1366469" indent="-388365">
              <a:defRPr lang="en-US" sz="2300" kern="1200" spc="0" baseline="0" dirty="0">
                <a:solidFill>
                  <a:schemeClr val="tx1">
                    <a:alpha val="99000"/>
                  </a:schemeClr>
                </a:solidFill>
                <a:latin typeface="+mn-lt"/>
                <a:ea typeface="+mn-ea"/>
                <a:cs typeface="+mn-cs"/>
              </a:defRPr>
            </a:lvl5pPr>
          </a:lstStyle>
          <a:p>
            <a:pPr marL="330829" marR="0" lvl="0" indent="-330829" algn="l" defTabSz="1035598" rtl="0" eaLnBrk="1" fontAlgn="auto" latinLnBrk="0" hangingPunct="1">
              <a:lnSpc>
                <a:spcPct val="90000"/>
              </a:lnSpc>
              <a:spcBef>
                <a:spcPct val="20000"/>
              </a:spcBef>
              <a:spcAft>
                <a:spcPts val="0"/>
              </a:spcAft>
              <a:buClr>
                <a:schemeClr val="tx1"/>
              </a:buClr>
              <a:buSzPct val="90000"/>
              <a:buFont typeface="Wingdings" pitchFamily="2" charset="2"/>
              <a:buChar char=""/>
              <a:tabLst/>
            </a:pPr>
            <a:r>
              <a:rPr lang="en-US" smtClean="0"/>
              <a:t>Click to edit Master text styles</a:t>
            </a:r>
          </a:p>
          <a:p>
            <a:pPr marL="330829" marR="0" lvl="1" indent="-330829" algn="l" defTabSz="1035598" rtl="0" eaLnBrk="1" fontAlgn="auto" latinLnBrk="0" hangingPunct="1">
              <a:lnSpc>
                <a:spcPct val="90000"/>
              </a:lnSpc>
              <a:spcBef>
                <a:spcPct val="20000"/>
              </a:spcBef>
              <a:spcAft>
                <a:spcPts val="0"/>
              </a:spcAft>
              <a:buClr>
                <a:schemeClr val="tx1"/>
              </a:buClr>
              <a:buSzPct val="90000"/>
              <a:buFont typeface="Wingdings" pitchFamily="2" charset="2"/>
              <a:buChar char=""/>
              <a:tabLst/>
            </a:pPr>
            <a:r>
              <a:rPr lang="en-US" smtClean="0"/>
              <a:t>Second level</a:t>
            </a:r>
          </a:p>
          <a:p>
            <a:pPr marL="330829" marR="0" lvl="2" indent="-330829" algn="l" defTabSz="1035598" rtl="0" eaLnBrk="1" fontAlgn="auto" latinLnBrk="0" hangingPunct="1">
              <a:lnSpc>
                <a:spcPct val="90000"/>
              </a:lnSpc>
              <a:spcBef>
                <a:spcPct val="20000"/>
              </a:spcBef>
              <a:spcAft>
                <a:spcPts val="0"/>
              </a:spcAft>
              <a:buClr>
                <a:schemeClr val="tx1"/>
              </a:buClr>
              <a:buSzPct val="90000"/>
              <a:buFont typeface="Wingdings" pitchFamily="2" charset="2"/>
              <a:buChar char=""/>
              <a:tabLst/>
            </a:pPr>
            <a:r>
              <a:rPr lang="en-US" smtClean="0"/>
              <a:t>Third level</a:t>
            </a:r>
          </a:p>
          <a:p>
            <a:pPr marL="330829" marR="0" lvl="3" indent="-330829" algn="l" defTabSz="1035598" rtl="0" eaLnBrk="1" fontAlgn="auto" latinLnBrk="0" hangingPunct="1">
              <a:lnSpc>
                <a:spcPct val="90000"/>
              </a:lnSpc>
              <a:spcBef>
                <a:spcPct val="20000"/>
              </a:spcBef>
              <a:spcAft>
                <a:spcPts val="0"/>
              </a:spcAft>
              <a:buClr>
                <a:schemeClr val="tx1"/>
              </a:buClr>
              <a:buSzPct val="90000"/>
              <a:buFont typeface="Wingdings" pitchFamily="2" charset="2"/>
              <a:buChar char=""/>
              <a:tabLst/>
            </a:pPr>
            <a:r>
              <a:rPr lang="en-US" smtClean="0"/>
              <a:t>Fourth level</a:t>
            </a:r>
          </a:p>
          <a:p>
            <a:pPr marL="330829" marR="0" lvl="4" indent="-330829" algn="l" defTabSz="1035598" rtl="0" eaLnBrk="1" fontAlgn="auto" latinLnBrk="0" hangingPunct="1">
              <a:lnSpc>
                <a:spcPct val="90000"/>
              </a:lnSpc>
              <a:spcBef>
                <a:spcPct val="20000"/>
              </a:spcBef>
              <a:spcAft>
                <a:spcPts val="0"/>
              </a:spcAft>
              <a:buClr>
                <a:schemeClr val="tx1"/>
              </a:buClr>
              <a:buSzPct val="90000"/>
              <a:buFont typeface="Wingdings" pitchFamily="2" charset="2"/>
              <a:buChar char=""/>
              <a:tabLst/>
            </a:pPr>
            <a:r>
              <a:rPr lang="en-US" smtClean="0"/>
              <a:t>Fifth level</a:t>
            </a:r>
            <a:endParaRPr lang="en-US" dirty="0"/>
          </a:p>
        </p:txBody>
      </p:sp>
    </p:spTree>
    <p:extLst>
      <p:ext uri="{BB962C8B-B14F-4D97-AF65-F5344CB8AC3E}">
        <p14:creationId xmlns="" xmlns:p14="http://schemas.microsoft.com/office/powerpoint/2010/main" val="162492285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24462" y="207277"/>
            <a:ext cx="9116111" cy="844847"/>
          </a:xfrm>
        </p:spPr>
        <p:txBody>
          <a:bodyPr/>
          <a:lstStyle>
            <a:lvl1pPr>
              <a:defRPr sz="6100"/>
            </a:lvl1pPr>
          </a:lstStyle>
          <a:p>
            <a:r>
              <a:rPr lang="en-US" smtClean="0"/>
              <a:t>Click to edit Master title style</a:t>
            </a:r>
            <a:endParaRPr lang="en-US" dirty="0"/>
          </a:p>
        </p:txBody>
      </p:sp>
      <p:sp>
        <p:nvSpPr>
          <p:cNvPr id="3" name="Content Placeholder 2"/>
          <p:cNvSpPr>
            <a:spLocks noGrp="1"/>
          </p:cNvSpPr>
          <p:nvPr>
            <p:ph sz="half" idx="1"/>
          </p:nvPr>
        </p:nvSpPr>
        <p:spPr>
          <a:xfrm>
            <a:off x="424459" y="1312739"/>
            <a:ext cx="4486014" cy="2774606"/>
          </a:xfrm>
        </p:spPr>
        <p:txBody>
          <a:bodyPr/>
          <a:lstStyle>
            <a:lvl1pPr marL="386567" indent="-386567">
              <a:lnSpc>
                <a:spcPct val="90000"/>
              </a:lnSpc>
              <a:buSzPct val="80000"/>
              <a:buFont typeface="Arial" pitchFamily="34" charset="0"/>
              <a:buChar char="•"/>
              <a:defRPr sz="3600"/>
            </a:lvl1pPr>
            <a:lvl2pPr marL="710206" indent="-323636">
              <a:lnSpc>
                <a:spcPct val="90000"/>
              </a:lnSpc>
              <a:buSzPct val="80000"/>
              <a:buFont typeface="Arial" pitchFamily="34" charset="0"/>
              <a:buChar char="•"/>
              <a:defRPr sz="3100"/>
            </a:lvl2pPr>
            <a:lvl3pPr marL="1035641" indent="-325436">
              <a:lnSpc>
                <a:spcPct val="90000"/>
              </a:lnSpc>
              <a:buSzPct val="80000"/>
              <a:buFont typeface="Arial" pitchFamily="34" charset="0"/>
              <a:buChar char="•"/>
              <a:defRPr sz="2800"/>
            </a:lvl3pPr>
            <a:lvl4pPr marL="1940027" indent="-255314">
              <a:lnSpc>
                <a:spcPct val="90000"/>
              </a:lnSpc>
              <a:buSzPct val="80000"/>
              <a:buFont typeface="Arial" pitchFamily="34" charset="0"/>
              <a:buChar char="•"/>
              <a:defRPr sz="2300"/>
            </a:lvl4pPr>
            <a:lvl5pPr marL="2202535" indent="-262506">
              <a:lnSpc>
                <a:spcPct val="90000"/>
              </a:lnSpc>
              <a:buSzPct val="80000"/>
              <a:buFont typeface="Arial" pitchFamily="34" charset="0"/>
              <a:buChar char="•"/>
              <a:defRPr sz="23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54556" y="1312739"/>
            <a:ext cx="4486014" cy="2774606"/>
          </a:xfrm>
        </p:spPr>
        <p:txBody>
          <a:bodyPr/>
          <a:lstStyle>
            <a:lvl1pPr marL="517820" indent="-517820">
              <a:lnSpc>
                <a:spcPct val="90000"/>
              </a:lnSpc>
              <a:buSzPct val="80000"/>
              <a:buFont typeface="Arial" pitchFamily="34" charset="0"/>
              <a:buChar char="•"/>
              <a:defRPr lang="en-US" sz="3600" kern="1200" spc="-79" baseline="0" dirty="0" smtClean="0">
                <a:solidFill>
                  <a:schemeClr val="tx1">
                    <a:alpha val="99000"/>
                  </a:schemeClr>
                </a:solidFill>
                <a:latin typeface="+mj-lt"/>
                <a:ea typeface="+mn-ea"/>
                <a:cs typeface="+mn-cs"/>
              </a:defRPr>
            </a:lvl1pPr>
            <a:lvl2pPr marL="904388" indent="-517820">
              <a:lnSpc>
                <a:spcPct val="90000"/>
              </a:lnSpc>
              <a:buSzPct val="80000"/>
              <a:buFont typeface="Arial" pitchFamily="34" charset="0"/>
              <a:buChar char="•"/>
              <a:defRPr lang="en-US" sz="3100" kern="1200" spc="0" baseline="0" dirty="0" smtClean="0">
                <a:solidFill>
                  <a:schemeClr val="tx1">
                    <a:alpha val="99000"/>
                  </a:schemeClr>
                </a:solidFill>
                <a:latin typeface="+mn-lt"/>
                <a:ea typeface="+mn-ea"/>
                <a:cs typeface="+mn-cs"/>
              </a:defRPr>
            </a:lvl2pPr>
            <a:lvl3pPr marL="1098569" indent="-388365">
              <a:lnSpc>
                <a:spcPct val="90000"/>
              </a:lnSpc>
              <a:buSzPct val="80000"/>
              <a:buFont typeface="Arial" pitchFamily="34" charset="0"/>
              <a:buChar char="•"/>
              <a:defRPr lang="en-US" sz="2800" kern="1200" spc="0" baseline="0" dirty="0" smtClean="0">
                <a:solidFill>
                  <a:schemeClr val="tx1">
                    <a:alpha val="99000"/>
                  </a:schemeClr>
                </a:solidFill>
                <a:latin typeface="+mn-lt"/>
                <a:ea typeface="+mn-ea"/>
                <a:cs typeface="+mn-cs"/>
              </a:defRPr>
            </a:lvl3pPr>
            <a:lvl4pPr marL="2073079" indent="-388365">
              <a:lnSpc>
                <a:spcPct val="90000"/>
              </a:lnSpc>
              <a:buSzPct val="80000"/>
              <a:buFont typeface="Arial" pitchFamily="34" charset="0"/>
              <a:buChar char="•"/>
              <a:defRPr lang="en-US" sz="2300" kern="1200" spc="0" baseline="0" dirty="0" smtClean="0">
                <a:solidFill>
                  <a:schemeClr val="tx1">
                    <a:alpha val="99000"/>
                  </a:schemeClr>
                </a:solidFill>
                <a:latin typeface="+mn-lt"/>
                <a:ea typeface="+mn-ea"/>
                <a:cs typeface="+mn-cs"/>
              </a:defRPr>
            </a:lvl4pPr>
            <a:lvl5pPr marL="2328392" indent="-388365">
              <a:lnSpc>
                <a:spcPct val="90000"/>
              </a:lnSpc>
              <a:buSzPct val="80000"/>
              <a:buFont typeface="Arial" pitchFamily="34" charset="0"/>
              <a:buChar char="•"/>
              <a:defRPr lang="en-US" sz="2300" kern="1200" spc="0" baseline="0" dirty="0">
                <a:solidFill>
                  <a:schemeClr val="tx1">
                    <a:alpha val="99000"/>
                  </a:schemeClr>
                </a:solidFill>
                <a:latin typeface="+mn-lt"/>
                <a:ea typeface="+mn-ea"/>
                <a:cs typeface="+mn-cs"/>
              </a:defRPr>
            </a:lvl5pPr>
            <a:lvl6pPr>
              <a:defRPr sz="2000"/>
            </a:lvl6pPr>
            <a:lvl7pPr>
              <a:defRPr sz="2000"/>
            </a:lvl7pPr>
            <a:lvl8pPr>
              <a:defRPr sz="2000"/>
            </a:lvl8pPr>
            <a:lvl9pPr>
              <a:defRPr sz="2000"/>
            </a:lvl9pPr>
          </a:lstStyle>
          <a:p>
            <a:pPr marL="386567" marR="0" lvl="0" indent="-386567" algn="l" defTabSz="1035598" rtl="0" eaLnBrk="1" fontAlgn="auto" latinLnBrk="0" hangingPunct="1">
              <a:lnSpc>
                <a:spcPct val="90000"/>
              </a:lnSpc>
              <a:spcBef>
                <a:spcPct val="20000"/>
              </a:spcBef>
              <a:spcAft>
                <a:spcPts val="0"/>
              </a:spcAft>
              <a:buClrTx/>
              <a:buSzPct val="80000"/>
              <a:buFont typeface="Arial" pitchFamily="34" charset="0"/>
              <a:buChar char="•"/>
              <a:tabLst/>
            </a:pPr>
            <a:r>
              <a:rPr lang="en-US" smtClean="0"/>
              <a:t>Click to edit Master text styles</a:t>
            </a:r>
          </a:p>
          <a:p>
            <a:pPr marL="386567" marR="0" lvl="1" indent="-386567" algn="l" defTabSz="1035598" rtl="0" eaLnBrk="1" fontAlgn="auto" latinLnBrk="0" hangingPunct="1">
              <a:lnSpc>
                <a:spcPct val="90000"/>
              </a:lnSpc>
              <a:spcBef>
                <a:spcPct val="20000"/>
              </a:spcBef>
              <a:spcAft>
                <a:spcPts val="0"/>
              </a:spcAft>
              <a:buClrTx/>
              <a:buSzPct val="80000"/>
              <a:buFont typeface="Arial" pitchFamily="34" charset="0"/>
              <a:buChar char="•"/>
              <a:tabLst/>
            </a:pPr>
            <a:r>
              <a:rPr lang="en-US" smtClean="0"/>
              <a:t>Second level</a:t>
            </a:r>
          </a:p>
          <a:p>
            <a:pPr marL="386567" marR="0" lvl="2" indent="-386567" algn="l" defTabSz="1035598" rtl="0" eaLnBrk="1" fontAlgn="auto" latinLnBrk="0" hangingPunct="1">
              <a:lnSpc>
                <a:spcPct val="90000"/>
              </a:lnSpc>
              <a:spcBef>
                <a:spcPct val="20000"/>
              </a:spcBef>
              <a:spcAft>
                <a:spcPts val="0"/>
              </a:spcAft>
              <a:buClrTx/>
              <a:buSzPct val="80000"/>
              <a:buFont typeface="Arial" pitchFamily="34" charset="0"/>
              <a:buChar char="•"/>
              <a:tabLst/>
            </a:pPr>
            <a:r>
              <a:rPr lang="en-US" smtClean="0"/>
              <a:t>Third level</a:t>
            </a:r>
          </a:p>
          <a:p>
            <a:pPr marL="386567" marR="0" lvl="3" indent="-386567" algn="l" defTabSz="1035598" rtl="0" eaLnBrk="1" fontAlgn="auto" latinLnBrk="0" hangingPunct="1">
              <a:lnSpc>
                <a:spcPct val="90000"/>
              </a:lnSpc>
              <a:spcBef>
                <a:spcPct val="20000"/>
              </a:spcBef>
              <a:spcAft>
                <a:spcPts val="0"/>
              </a:spcAft>
              <a:buClrTx/>
              <a:buSzPct val="80000"/>
              <a:buFont typeface="Arial" pitchFamily="34" charset="0"/>
              <a:buChar char="•"/>
              <a:tabLst/>
            </a:pPr>
            <a:r>
              <a:rPr lang="en-US" smtClean="0"/>
              <a:t>Fourth level</a:t>
            </a:r>
          </a:p>
          <a:p>
            <a:pPr marL="386567" marR="0" lvl="4" indent="-386567" algn="l" defTabSz="1035598" rtl="0" eaLnBrk="1" fontAlgn="auto" latinLnBrk="0" hangingPunct="1">
              <a:lnSpc>
                <a:spcPct val="90000"/>
              </a:lnSpc>
              <a:spcBef>
                <a:spcPct val="20000"/>
              </a:spcBef>
              <a:spcAft>
                <a:spcPts val="0"/>
              </a:spcAft>
              <a:buClrTx/>
              <a:buSzPct val="80000"/>
              <a:buFont typeface="Arial" pitchFamily="34" charset="0"/>
              <a:buChar char="•"/>
              <a:tabLst/>
            </a:pPr>
            <a:r>
              <a:rPr lang="en-US" smtClean="0"/>
              <a:t>Fifth level</a:t>
            </a:r>
            <a:endParaRPr lang="en-US" dirty="0"/>
          </a:p>
        </p:txBody>
      </p:sp>
    </p:spTree>
    <p:extLst>
      <p:ext uri="{BB962C8B-B14F-4D97-AF65-F5344CB8AC3E}">
        <p14:creationId xmlns="" xmlns:p14="http://schemas.microsoft.com/office/powerpoint/2010/main" val="68554968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24462" y="207277"/>
            <a:ext cx="9116111" cy="844847"/>
          </a:xfrm>
        </p:spPr>
        <p:txBody>
          <a:bodyPr/>
          <a:lstStyle>
            <a:lvl1pPr>
              <a:defRPr sz="6100"/>
            </a:lvl1pPr>
          </a:lstStyle>
          <a:p>
            <a:r>
              <a:rPr lang="en-US" smtClean="0"/>
              <a:t>Click to edit Master title style</a:t>
            </a:r>
            <a:endParaRPr lang="en-US" dirty="0"/>
          </a:p>
        </p:txBody>
      </p:sp>
      <p:sp>
        <p:nvSpPr>
          <p:cNvPr id="3" name="Text Placeholder 2"/>
          <p:cNvSpPr>
            <a:spLocks noGrp="1"/>
          </p:cNvSpPr>
          <p:nvPr>
            <p:ph type="body" idx="1"/>
          </p:nvPr>
        </p:nvSpPr>
        <p:spPr>
          <a:xfrm>
            <a:off x="424459" y="718931"/>
            <a:ext cx="4486014" cy="995664"/>
          </a:xfrm>
        </p:spPr>
        <p:txBody>
          <a:bodyPr anchor="b"/>
          <a:lstStyle>
            <a:lvl1pPr marL="0" indent="0">
              <a:lnSpc>
                <a:spcPct val="90000"/>
              </a:lnSpc>
              <a:spcBef>
                <a:spcPts val="0"/>
              </a:spcBef>
              <a:buNone/>
              <a:defRPr sz="3600" b="0">
                <a:latin typeface="Segoe UI Light" pitchFamily="34" charset="0"/>
              </a:defRPr>
            </a:lvl1pPr>
            <a:lvl2pPr marL="517800" indent="0">
              <a:buNone/>
              <a:defRPr sz="2300" b="1"/>
            </a:lvl2pPr>
            <a:lvl3pPr marL="1035598" indent="0">
              <a:buNone/>
              <a:defRPr sz="2000" b="1"/>
            </a:lvl3pPr>
            <a:lvl4pPr marL="1553399" indent="0">
              <a:buNone/>
              <a:defRPr sz="1800" b="1"/>
            </a:lvl4pPr>
            <a:lvl5pPr marL="2071199" indent="0">
              <a:buNone/>
              <a:defRPr sz="1800" b="1"/>
            </a:lvl5pPr>
            <a:lvl6pPr marL="2588997" indent="0">
              <a:buNone/>
              <a:defRPr sz="1800" b="1"/>
            </a:lvl6pPr>
            <a:lvl7pPr marL="3106796" indent="0">
              <a:buNone/>
              <a:defRPr sz="1800" b="1"/>
            </a:lvl7pPr>
            <a:lvl8pPr marL="3624597" indent="0">
              <a:buNone/>
              <a:defRPr sz="1800" b="1"/>
            </a:lvl8pPr>
            <a:lvl9pPr marL="4142395" indent="0">
              <a:buNone/>
              <a:defRPr sz="1800" b="1"/>
            </a:lvl9pPr>
          </a:lstStyle>
          <a:p>
            <a:pPr lvl="0"/>
            <a:r>
              <a:rPr lang="en-US" smtClean="0"/>
              <a:t>Click to edit Master text styles</a:t>
            </a:r>
          </a:p>
        </p:txBody>
      </p:sp>
      <p:sp>
        <p:nvSpPr>
          <p:cNvPr id="4" name="Content Placeholder 3"/>
          <p:cNvSpPr>
            <a:spLocks noGrp="1"/>
          </p:cNvSpPr>
          <p:nvPr>
            <p:ph sz="half" idx="2"/>
          </p:nvPr>
        </p:nvSpPr>
        <p:spPr>
          <a:xfrm>
            <a:off x="415265" y="2055335"/>
            <a:ext cx="4484846" cy="2636106"/>
          </a:xfrm>
        </p:spPr>
        <p:txBody>
          <a:bodyPr/>
          <a:lstStyle>
            <a:lvl1pPr marL="456688" indent="-456688">
              <a:buSzPct val="80000"/>
              <a:buFont typeface="Arial" pitchFamily="34" charset="0"/>
              <a:buChar char="•"/>
              <a:defRPr sz="3100"/>
            </a:lvl1pPr>
            <a:lvl2pPr marL="843256" indent="-364992">
              <a:buSzPct val="80000"/>
              <a:buFont typeface="Arial" pitchFamily="34" charset="0"/>
              <a:buChar char="•"/>
              <a:defRPr sz="3100"/>
            </a:lvl2pPr>
            <a:lvl3pPr marL="1163297" indent="-320042" defTabSz="1166894">
              <a:buSzPct val="80000"/>
              <a:buFont typeface="Arial" pitchFamily="34" charset="0"/>
              <a:buChar char="•"/>
              <a:defRPr sz="2800"/>
            </a:lvl3pPr>
            <a:lvl4pPr marL="1492329" indent="-325436">
              <a:buSzPct val="80000"/>
              <a:buFont typeface="Arial" pitchFamily="34" charset="0"/>
              <a:buChar char="•"/>
              <a:defRPr sz="2300"/>
            </a:lvl4pPr>
            <a:lvl5pPr marL="1745845" indent="-253516">
              <a:buSzPct val="80000"/>
              <a:buFont typeface="Arial" pitchFamily="34" charset="0"/>
              <a:buChar char="•"/>
              <a:defRPr sz="23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54556" y="718931"/>
            <a:ext cx="4486014" cy="995664"/>
          </a:xfrm>
        </p:spPr>
        <p:txBody>
          <a:bodyPr anchor="b"/>
          <a:lstStyle>
            <a:lvl1pPr marL="0" indent="0">
              <a:lnSpc>
                <a:spcPct val="90000"/>
              </a:lnSpc>
              <a:spcBef>
                <a:spcPts val="0"/>
              </a:spcBef>
              <a:buNone/>
              <a:defRPr sz="3600" b="0">
                <a:latin typeface="Segoe UI Light" pitchFamily="34" charset="0"/>
              </a:defRPr>
            </a:lvl1pPr>
            <a:lvl2pPr marL="517800" indent="0">
              <a:buNone/>
              <a:defRPr sz="2300" b="1"/>
            </a:lvl2pPr>
            <a:lvl3pPr marL="1035598" indent="0">
              <a:buNone/>
              <a:defRPr sz="2000" b="1"/>
            </a:lvl3pPr>
            <a:lvl4pPr marL="1553399" indent="0">
              <a:buNone/>
              <a:defRPr sz="1800" b="1"/>
            </a:lvl4pPr>
            <a:lvl5pPr marL="2071199" indent="0">
              <a:buNone/>
              <a:defRPr sz="1800" b="1"/>
            </a:lvl5pPr>
            <a:lvl6pPr marL="2588997" indent="0">
              <a:buNone/>
              <a:defRPr sz="1800" b="1"/>
            </a:lvl6pPr>
            <a:lvl7pPr marL="3106796" indent="0">
              <a:buNone/>
              <a:defRPr sz="1800" b="1"/>
            </a:lvl7pPr>
            <a:lvl8pPr marL="3624597" indent="0">
              <a:buNone/>
              <a:defRPr sz="1800" b="1"/>
            </a:lvl8pPr>
            <a:lvl9pPr marL="4142395" indent="0">
              <a:buNone/>
              <a:defRPr sz="1800" b="1"/>
            </a:lvl9pPr>
          </a:lstStyle>
          <a:p>
            <a:pPr lvl="0"/>
            <a:r>
              <a:rPr lang="en-US" smtClean="0"/>
              <a:t>Click to edit Master text styles</a:t>
            </a:r>
          </a:p>
        </p:txBody>
      </p:sp>
      <p:sp>
        <p:nvSpPr>
          <p:cNvPr id="6" name="Content Placeholder 5"/>
          <p:cNvSpPr>
            <a:spLocks noGrp="1"/>
          </p:cNvSpPr>
          <p:nvPr>
            <p:ph sz="quarter" idx="4"/>
          </p:nvPr>
        </p:nvSpPr>
        <p:spPr>
          <a:xfrm>
            <a:off x="5054556" y="2055334"/>
            <a:ext cx="4486014" cy="2636106"/>
          </a:xfrm>
        </p:spPr>
        <p:txBody>
          <a:bodyPr/>
          <a:lstStyle>
            <a:lvl1pPr marL="335611" indent="-335611">
              <a:buSzPct val="80000"/>
              <a:buFont typeface="Arial" pitchFamily="34" charset="0"/>
              <a:buChar char="•"/>
              <a:defRPr lang="en-US" sz="3100" kern="1200" dirty="0" smtClean="0">
                <a:gradFill>
                  <a:gsLst>
                    <a:gs pos="0">
                      <a:srgbClr val="595959"/>
                    </a:gs>
                    <a:gs pos="86000">
                      <a:srgbClr val="595959"/>
                    </a:gs>
                  </a:gsLst>
                  <a:lin ang="5400000" scaled="0"/>
                </a:gradFill>
                <a:latin typeface="+mn-lt"/>
                <a:ea typeface="+mn-ea"/>
                <a:cs typeface="+mn-cs"/>
              </a:defRPr>
            </a:lvl1pPr>
            <a:lvl2pPr marL="517820" indent="-517820">
              <a:buSzPct val="80000"/>
              <a:buFont typeface="Arial" pitchFamily="34" charset="0"/>
              <a:buChar char="•"/>
              <a:defRPr lang="en-US" sz="3100" kern="1200" dirty="0" smtClean="0">
                <a:gradFill>
                  <a:gsLst>
                    <a:gs pos="0">
                      <a:srgbClr val="595959"/>
                    </a:gs>
                    <a:gs pos="86000">
                      <a:srgbClr val="595959"/>
                    </a:gs>
                  </a:gsLst>
                  <a:lin ang="5400000" scaled="0"/>
                </a:gradFill>
                <a:latin typeface="+mn-lt"/>
                <a:ea typeface="+mn-ea"/>
                <a:cs typeface="+mn-cs"/>
              </a:defRPr>
            </a:lvl2pPr>
            <a:lvl3pPr marL="866629" indent="-388365">
              <a:buSzPct val="80000"/>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3pPr>
            <a:lvl4pPr marL="1555258" indent="-388365">
              <a:buSzPct val="80000"/>
              <a:buFont typeface="Arial" pitchFamily="34" charset="0"/>
              <a:buChar char="•"/>
              <a:defRPr lang="en-US" sz="2300" kern="1200" dirty="0" smtClean="0">
                <a:gradFill>
                  <a:gsLst>
                    <a:gs pos="0">
                      <a:srgbClr val="595959"/>
                    </a:gs>
                    <a:gs pos="86000">
                      <a:srgbClr val="595959"/>
                    </a:gs>
                  </a:gsLst>
                  <a:lin ang="5400000" scaled="0"/>
                </a:gradFill>
                <a:latin typeface="+mn-lt"/>
                <a:ea typeface="+mn-ea"/>
                <a:cs typeface="+mn-cs"/>
              </a:defRPr>
            </a:lvl4pPr>
            <a:lvl5pPr marL="1231622" indent="-388365">
              <a:buSzPct val="80000"/>
              <a:buFont typeface="Arial" pitchFamily="34" charset="0"/>
              <a:buChar char="•"/>
              <a:defRPr lang="en-US" sz="2300" kern="1200" dirty="0">
                <a:gradFill>
                  <a:gsLst>
                    <a:gs pos="0">
                      <a:srgbClr val="595959"/>
                    </a:gs>
                    <a:gs pos="86000">
                      <a:srgbClr val="595959"/>
                    </a:gs>
                  </a:gsLst>
                  <a:lin ang="5400000" scaled="0"/>
                </a:gradFill>
                <a:latin typeface="+mn-lt"/>
                <a:ea typeface="+mn-ea"/>
                <a:cs typeface="+mn-cs"/>
              </a:defRPr>
            </a:lvl5pPr>
            <a:lvl6pPr marL="1555258" indent="-388365">
              <a:defRPr sz="1800"/>
            </a:lvl6pPr>
            <a:lvl7pPr marL="1815966" indent="-323636">
              <a:defRPr sz="1800"/>
            </a:lvl7pPr>
            <a:lvl8pPr>
              <a:defRPr sz="1800"/>
            </a:lvl8pPr>
            <a:lvl9pPr>
              <a:defRPr sz="1800"/>
            </a:lvl9pPr>
          </a:lstStyle>
          <a:p>
            <a:pPr marL="456688" lvl="0" indent="-456688" algn="l" defTabSz="1035598" rtl="0" eaLnBrk="1" latinLnBrk="0" hangingPunct="1">
              <a:lnSpc>
                <a:spcPct val="90000"/>
              </a:lnSpc>
              <a:spcBef>
                <a:spcPct val="20000"/>
              </a:spcBef>
              <a:buSzPct val="80000"/>
            </a:pPr>
            <a:r>
              <a:rPr lang="en-US" smtClean="0"/>
              <a:t>Click to edit Master text styles</a:t>
            </a:r>
          </a:p>
          <a:p>
            <a:pPr marL="456688" lvl="1" indent="-456688" algn="l" defTabSz="1035598" rtl="0" eaLnBrk="1" latinLnBrk="0" hangingPunct="1">
              <a:lnSpc>
                <a:spcPct val="90000"/>
              </a:lnSpc>
              <a:spcBef>
                <a:spcPct val="20000"/>
              </a:spcBef>
              <a:buSzPct val="80000"/>
            </a:pPr>
            <a:r>
              <a:rPr lang="en-US" smtClean="0"/>
              <a:t>Second level</a:t>
            </a:r>
          </a:p>
          <a:p>
            <a:pPr marL="456688" lvl="2" indent="-456688" algn="l" defTabSz="1035598" rtl="0" eaLnBrk="1" latinLnBrk="0" hangingPunct="1">
              <a:lnSpc>
                <a:spcPct val="90000"/>
              </a:lnSpc>
              <a:spcBef>
                <a:spcPct val="20000"/>
              </a:spcBef>
              <a:buSzPct val="80000"/>
            </a:pPr>
            <a:r>
              <a:rPr lang="en-US" smtClean="0"/>
              <a:t>Third level</a:t>
            </a:r>
          </a:p>
          <a:p>
            <a:pPr marL="456688" lvl="3" indent="-456688" algn="l" defTabSz="1035598" rtl="0" eaLnBrk="1" latinLnBrk="0" hangingPunct="1">
              <a:lnSpc>
                <a:spcPct val="90000"/>
              </a:lnSpc>
              <a:spcBef>
                <a:spcPct val="20000"/>
              </a:spcBef>
              <a:buSzPct val="80000"/>
            </a:pPr>
            <a:r>
              <a:rPr lang="en-US" smtClean="0"/>
              <a:t>Fourth level</a:t>
            </a:r>
          </a:p>
          <a:p>
            <a:pPr marL="456688" lvl="4" indent="-456688" algn="l" defTabSz="1035598" rtl="0" eaLnBrk="1" latinLnBrk="0" hangingPunct="1">
              <a:lnSpc>
                <a:spcPct val="90000"/>
              </a:lnSpc>
              <a:spcBef>
                <a:spcPct val="20000"/>
              </a:spcBef>
              <a:buSzPct val="80000"/>
            </a:pPr>
            <a:r>
              <a:rPr lang="en-US" smtClean="0"/>
              <a:t>Fifth level</a:t>
            </a:r>
            <a:endParaRPr lang="en-US" dirty="0"/>
          </a:p>
        </p:txBody>
      </p:sp>
    </p:spTree>
    <p:extLst>
      <p:ext uri="{BB962C8B-B14F-4D97-AF65-F5344CB8AC3E}">
        <p14:creationId xmlns="" xmlns:p14="http://schemas.microsoft.com/office/powerpoint/2010/main" val="129680769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lumn 2-color Non-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defTabSz="1035598" rtl="0" eaLnBrk="1" latinLnBrk="0" hangingPunct="1">
              <a:lnSpc>
                <a:spcPct val="90000"/>
              </a:lnSpc>
              <a:spcBef>
                <a:spcPct val="0"/>
              </a:spcBef>
              <a:buNone/>
              <a:defRPr lang="en-US" sz="6100" b="0" kern="1200" cap="none" spc="-113" baseline="0" dirty="0">
                <a:ln w="3175">
                  <a:noFill/>
                </a:ln>
                <a:solidFill>
                  <a:schemeClr val="tx1">
                    <a:alpha val="99000"/>
                  </a:schemeClr>
                </a:solidFill>
                <a:effectLst/>
                <a:latin typeface="+mj-lt"/>
                <a:ea typeface="+mn-ea"/>
                <a:cs typeface="Arial" charset="0"/>
              </a:defRPr>
            </a:lvl1pPr>
          </a:lstStyle>
          <a:p>
            <a:r>
              <a:rPr lang="en-US" smtClean="0"/>
              <a:t>Click to edit Master title style</a:t>
            </a:r>
            <a:endParaRPr lang="en-US" dirty="0"/>
          </a:p>
        </p:txBody>
      </p:sp>
      <p:sp>
        <p:nvSpPr>
          <p:cNvPr id="6" name="Text Placeholder 5"/>
          <p:cNvSpPr>
            <a:spLocks noGrp="1"/>
          </p:cNvSpPr>
          <p:nvPr>
            <p:ph type="body" sz="quarter" idx="11"/>
          </p:nvPr>
        </p:nvSpPr>
        <p:spPr>
          <a:xfrm>
            <a:off x="425758" y="1312743"/>
            <a:ext cx="4411247" cy="2803844"/>
          </a:xfrm>
        </p:spPr>
        <p:txBody>
          <a:bodyPr/>
          <a:lstStyle>
            <a:lvl1pPr marL="0" indent="0">
              <a:spcBef>
                <a:spcPts val="1360"/>
              </a:spcBef>
              <a:buNone/>
              <a:defRPr sz="4500">
                <a:solidFill>
                  <a:schemeClr val="tx2">
                    <a:alpha val="99000"/>
                  </a:schemeClr>
                </a:solidFill>
                <a:latin typeface="+mj-lt"/>
              </a:defRPr>
            </a:lvl1pPr>
            <a:lvl2pPr marL="0" indent="0">
              <a:buNone/>
              <a:defRPr sz="2300"/>
            </a:lvl2pPr>
            <a:lvl3pPr marL="264304" indent="0">
              <a:buNone/>
              <a:defRPr sz="2300"/>
            </a:lvl3pPr>
            <a:lvl4pPr marL="517820" indent="0">
              <a:buNone/>
              <a:defRPr sz="2300"/>
            </a:lvl4pPr>
            <a:lvl5pPr marL="785721" indent="0">
              <a:buNone/>
              <a:defRPr sz="23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Text Placeholder 8"/>
          <p:cNvSpPr>
            <a:spLocks noGrp="1"/>
          </p:cNvSpPr>
          <p:nvPr>
            <p:ph type="body" sz="quarter" idx="12"/>
          </p:nvPr>
        </p:nvSpPr>
        <p:spPr>
          <a:xfrm>
            <a:off x="5133217" y="1312743"/>
            <a:ext cx="4411247" cy="2803844"/>
          </a:xfrm>
        </p:spPr>
        <p:txBody>
          <a:bodyPr/>
          <a:lstStyle>
            <a:lvl1pPr marL="0" indent="0">
              <a:spcBef>
                <a:spcPts val="1360"/>
              </a:spcBef>
              <a:buNone/>
              <a:defRPr lang="en-US" sz="4500" kern="1200" spc="-79" baseline="0" dirty="0" smtClean="0">
                <a:solidFill>
                  <a:schemeClr val="tx2">
                    <a:alpha val="99000"/>
                  </a:schemeClr>
                </a:solidFill>
                <a:latin typeface="+mj-lt"/>
                <a:ea typeface="+mn-ea"/>
                <a:cs typeface="+mn-cs"/>
              </a:defRPr>
            </a:lvl1pPr>
            <a:lvl2pPr marL="3597" marR="0" indent="0" algn="l" defTabSz="1035598" rtl="0" eaLnBrk="1" fontAlgn="auto" latinLnBrk="0" hangingPunct="1">
              <a:lnSpc>
                <a:spcPct val="90000"/>
              </a:lnSpc>
              <a:spcBef>
                <a:spcPct val="20000"/>
              </a:spcBef>
              <a:spcAft>
                <a:spcPts val="0"/>
              </a:spcAft>
              <a:buClrTx/>
              <a:buSzPct val="90000"/>
              <a:buFont typeface="Arial" pitchFamily="34" charset="0"/>
              <a:buNone/>
              <a:tabLst/>
              <a:defRPr lang="en-US" sz="2300" kern="1200" spc="0" baseline="0" dirty="0" smtClean="0">
                <a:solidFill>
                  <a:schemeClr val="tx1">
                    <a:alpha val="99000"/>
                  </a:schemeClr>
                </a:solidFill>
                <a:latin typeface="+mn-lt"/>
                <a:ea typeface="+mn-ea"/>
                <a:cs typeface="+mn-cs"/>
              </a:defRPr>
            </a:lvl2pPr>
            <a:lvl3pPr marL="264304" marR="0" indent="0" algn="l" defTabSz="1035598" rtl="0" eaLnBrk="1" fontAlgn="auto" latinLnBrk="0" hangingPunct="1">
              <a:lnSpc>
                <a:spcPct val="90000"/>
              </a:lnSpc>
              <a:spcBef>
                <a:spcPct val="20000"/>
              </a:spcBef>
              <a:spcAft>
                <a:spcPts val="0"/>
              </a:spcAft>
              <a:buClrTx/>
              <a:buSzPct val="90000"/>
              <a:buFont typeface="Arial" pitchFamily="34" charset="0"/>
              <a:buNone/>
              <a:tabLst/>
              <a:defRPr lang="en-US" sz="2300" kern="1200" spc="0" baseline="0" dirty="0" smtClean="0">
                <a:solidFill>
                  <a:schemeClr val="tx1">
                    <a:alpha val="99000"/>
                  </a:schemeClr>
                </a:solidFill>
                <a:latin typeface="+mn-lt"/>
                <a:ea typeface="+mn-ea"/>
                <a:cs typeface="+mn-cs"/>
              </a:defRPr>
            </a:lvl3pPr>
            <a:lvl4pPr marL="521416" marR="0" indent="0" algn="l" defTabSz="1035598" rtl="0" eaLnBrk="1" fontAlgn="auto" latinLnBrk="0" hangingPunct="1">
              <a:lnSpc>
                <a:spcPct val="90000"/>
              </a:lnSpc>
              <a:spcBef>
                <a:spcPct val="20000"/>
              </a:spcBef>
              <a:spcAft>
                <a:spcPts val="0"/>
              </a:spcAft>
              <a:buClrTx/>
              <a:buSzPct val="90000"/>
              <a:buFont typeface="Arial" pitchFamily="34" charset="0"/>
              <a:buNone/>
              <a:tabLst/>
              <a:defRPr lang="en-US" sz="2300" kern="1200" spc="0" baseline="0" dirty="0" smtClean="0">
                <a:solidFill>
                  <a:schemeClr val="tx1">
                    <a:alpha val="99000"/>
                  </a:schemeClr>
                </a:solidFill>
                <a:latin typeface="+mn-lt"/>
                <a:ea typeface="+mn-ea"/>
                <a:cs typeface="+mn-cs"/>
              </a:defRPr>
            </a:lvl4pPr>
            <a:lvl5pPr marL="778529" marR="0" indent="0" algn="l" defTabSz="1035598" rtl="0" eaLnBrk="1" fontAlgn="auto" latinLnBrk="0" hangingPunct="1">
              <a:lnSpc>
                <a:spcPct val="90000"/>
              </a:lnSpc>
              <a:spcBef>
                <a:spcPct val="20000"/>
              </a:spcBef>
              <a:spcAft>
                <a:spcPts val="0"/>
              </a:spcAft>
              <a:buClrTx/>
              <a:buSzPct val="90000"/>
              <a:buFont typeface="Arial" pitchFamily="34" charset="0"/>
              <a:buNone/>
              <a:tabLst/>
              <a:defRPr lang="en-US" sz="2300" kern="1200" spc="0" baseline="0" dirty="0">
                <a:solidFill>
                  <a:schemeClr val="tx1">
                    <a:alpha val="99000"/>
                  </a:schemeClr>
                </a:solidFill>
                <a:latin typeface="+mn-lt"/>
                <a:ea typeface="+mn-ea"/>
                <a:cs typeface="+mn-cs"/>
              </a:defRPr>
            </a:lvl5pPr>
          </a:lstStyle>
          <a:p>
            <a:pPr marL="0" marR="0" lvl="0" indent="0" algn="l" defTabSz="1035598" rtl="0" eaLnBrk="1" fontAlgn="auto" latinLnBrk="0" hangingPunct="1">
              <a:lnSpc>
                <a:spcPct val="90000"/>
              </a:lnSpc>
              <a:spcBef>
                <a:spcPct val="20000"/>
              </a:spcBef>
              <a:spcAft>
                <a:spcPts val="0"/>
              </a:spcAft>
              <a:buClrTx/>
              <a:buSzPct val="90000"/>
              <a:buFont typeface="Arial" pitchFamily="34" charset="0"/>
              <a:buNone/>
              <a:tabLst/>
            </a:pPr>
            <a:r>
              <a:rPr lang="en-US" dirty="0" smtClean="0"/>
              <a:t>Click to edit Master text styles</a:t>
            </a:r>
          </a:p>
          <a:p>
            <a:pPr marL="0" marR="0" lvl="1" indent="0" algn="l" defTabSz="1035598" rtl="0" eaLnBrk="1" fontAlgn="auto" latinLnBrk="0" hangingPunct="1">
              <a:lnSpc>
                <a:spcPct val="90000"/>
              </a:lnSpc>
              <a:spcBef>
                <a:spcPct val="20000"/>
              </a:spcBef>
              <a:spcAft>
                <a:spcPts val="0"/>
              </a:spcAft>
              <a:buClrTx/>
              <a:buSzPct val="90000"/>
              <a:buFont typeface="Arial" pitchFamily="34" charset="0"/>
              <a:buNone/>
              <a:tabLst/>
            </a:pPr>
            <a:r>
              <a:rPr lang="en-US" dirty="0" smtClean="0"/>
              <a:t>Second level</a:t>
            </a:r>
          </a:p>
          <a:p>
            <a:pPr marL="0" marR="0" lvl="2" indent="0" algn="l" defTabSz="1035598" rtl="0" eaLnBrk="1" fontAlgn="auto" latinLnBrk="0" hangingPunct="1">
              <a:lnSpc>
                <a:spcPct val="90000"/>
              </a:lnSpc>
              <a:spcBef>
                <a:spcPct val="20000"/>
              </a:spcBef>
              <a:spcAft>
                <a:spcPts val="0"/>
              </a:spcAft>
              <a:buClrTx/>
              <a:buSzPct val="90000"/>
              <a:buFont typeface="Arial" pitchFamily="34" charset="0"/>
              <a:buNone/>
              <a:tabLst/>
            </a:pPr>
            <a:r>
              <a:rPr lang="en-US" dirty="0" smtClean="0"/>
              <a:t>Third level</a:t>
            </a:r>
          </a:p>
          <a:p>
            <a:pPr marL="0" marR="0" lvl="3" indent="0" algn="l" defTabSz="1035598" rtl="0" eaLnBrk="1" fontAlgn="auto" latinLnBrk="0" hangingPunct="1">
              <a:lnSpc>
                <a:spcPct val="90000"/>
              </a:lnSpc>
              <a:spcBef>
                <a:spcPct val="20000"/>
              </a:spcBef>
              <a:spcAft>
                <a:spcPts val="0"/>
              </a:spcAft>
              <a:buClrTx/>
              <a:buSzPct val="90000"/>
              <a:buFont typeface="Arial" pitchFamily="34" charset="0"/>
              <a:buNone/>
              <a:tabLst/>
            </a:pPr>
            <a:r>
              <a:rPr lang="en-US" dirty="0" smtClean="0"/>
              <a:t>Fourth level</a:t>
            </a:r>
          </a:p>
          <a:p>
            <a:pPr marL="0" marR="0" lvl="4" indent="0" algn="l" defTabSz="1035598" rtl="0" eaLnBrk="1" fontAlgn="auto" latinLnBrk="0" hangingPunct="1">
              <a:lnSpc>
                <a:spcPct val="90000"/>
              </a:lnSpc>
              <a:spcBef>
                <a:spcPct val="20000"/>
              </a:spcBef>
              <a:spcAft>
                <a:spcPts val="0"/>
              </a:spcAft>
              <a:buClrTx/>
              <a:buSzPct val="90000"/>
              <a:buFont typeface="Arial" pitchFamily="34" charset="0"/>
              <a:buNone/>
              <a:tabLst/>
            </a:pPr>
            <a:r>
              <a:rPr lang="en-US" dirty="0" smtClean="0"/>
              <a:t>Fifth level</a:t>
            </a:r>
            <a:endParaRPr lang="en-US" dirty="0"/>
          </a:p>
        </p:txBody>
      </p:sp>
    </p:spTree>
    <p:extLst>
      <p:ext uri="{BB962C8B-B14F-4D97-AF65-F5344CB8AC3E}">
        <p14:creationId xmlns="" xmlns:p14="http://schemas.microsoft.com/office/powerpoint/2010/main" val="425059098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defTabSz="1035598" rtl="0" eaLnBrk="1" latinLnBrk="0" hangingPunct="1">
              <a:lnSpc>
                <a:spcPct val="90000"/>
              </a:lnSpc>
              <a:spcBef>
                <a:spcPct val="0"/>
              </a:spcBef>
              <a:buNone/>
              <a:defRPr lang="en-US" sz="6100" b="0" kern="1200" cap="none" spc="-113" baseline="0" dirty="0">
                <a:ln w="3175">
                  <a:noFill/>
                </a:ln>
                <a:solidFill>
                  <a:schemeClr val="tx1">
                    <a:alpha val="99000"/>
                  </a:schemeClr>
                </a:solidFill>
                <a:effectLst/>
                <a:latin typeface="+mj-lt"/>
                <a:ea typeface="+mn-ea"/>
                <a:cs typeface="Arial" charset="0"/>
              </a:defRPr>
            </a:lvl1pPr>
          </a:lstStyle>
          <a:p>
            <a:r>
              <a:rPr lang="en-US" smtClean="0"/>
              <a:t>Click to edit Master title style</a:t>
            </a:r>
            <a:endParaRPr lang="en-US" dirty="0"/>
          </a:p>
        </p:txBody>
      </p:sp>
      <p:sp>
        <p:nvSpPr>
          <p:cNvPr id="6" name="Text Placeholder 5"/>
          <p:cNvSpPr>
            <a:spLocks noGrp="1"/>
          </p:cNvSpPr>
          <p:nvPr>
            <p:ph type="body" sz="quarter" idx="11"/>
          </p:nvPr>
        </p:nvSpPr>
        <p:spPr>
          <a:xfrm>
            <a:off x="425758" y="1312743"/>
            <a:ext cx="4411247" cy="2803844"/>
          </a:xfrm>
        </p:spPr>
        <p:txBody>
          <a:bodyPr/>
          <a:lstStyle>
            <a:lvl1pPr marL="0" indent="0">
              <a:spcBef>
                <a:spcPts val="1360"/>
              </a:spcBef>
              <a:buNone/>
              <a:defRPr sz="4500">
                <a:solidFill>
                  <a:schemeClr val="tx1">
                    <a:alpha val="99000"/>
                  </a:schemeClr>
                </a:solidFill>
                <a:latin typeface="+mj-lt"/>
              </a:defRPr>
            </a:lvl1pPr>
            <a:lvl2pPr marL="0" indent="0">
              <a:buNone/>
              <a:defRPr sz="2300">
                <a:solidFill>
                  <a:schemeClr val="tx1">
                    <a:alpha val="99000"/>
                  </a:schemeClr>
                </a:solidFill>
              </a:defRPr>
            </a:lvl2pPr>
            <a:lvl3pPr marL="264304" indent="0">
              <a:buNone/>
              <a:defRPr sz="2300">
                <a:solidFill>
                  <a:schemeClr val="tx1">
                    <a:alpha val="99000"/>
                  </a:schemeClr>
                </a:solidFill>
              </a:defRPr>
            </a:lvl3pPr>
            <a:lvl4pPr marL="517820" indent="0">
              <a:buNone/>
              <a:defRPr sz="2300">
                <a:solidFill>
                  <a:schemeClr val="tx1">
                    <a:alpha val="99000"/>
                  </a:schemeClr>
                </a:solidFill>
              </a:defRPr>
            </a:lvl4pPr>
            <a:lvl5pPr marL="785721" indent="0">
              <a:buNone/>
              <a:defRPr sz="2300">
                <a:solidFill>
                  <a:schemeClr val="tx1">
                    <a:alpha val="99000"/>
                  </a:schemeClr>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Text Placeholder 8"/>
          <p:cNvSpPr>
            <a:spLocks noGrp="1"/>
          </p:cNvSpPr>
          <p:nvPr>
            <p:ph type="body" sz="quarter" idx="12"/>
          </p:nvPr>
        </p:nvSpPr>
        <p:spPr>
          <a:xfrm>
            <a:off x="5133217" y="1312743"/>
            <a:ext cx="4411247" cy="2803844"/>
          </a:xfrm>
        </p:spPr>
        <p:txBody>
          <a:bodyPr/>
          <a:lstStyle>
            <a:lvl1pPr marL="0" indent="0">
              <a:spcBef>
                <a:spcPts val="1360"/>
              </a:spcBef>
              <a:buNone/>
              <a:defRPr lang="en-US" sz="4500" kern="1200" spc="-79" baseline="0" dirty="0" smtClean="0">
                <a:solidFill>
                  <a:schemeClr val="tx1">
                    <a:alpha val="99000"/>
                  </a:schemeClr>
                </a:solidFill>
                <a:latin typeface="+mj-lt"/>
                <a:ea typeface="+mn-ea"/>
                <a:cs typeface="+mn-cs"/>
              </a:defRPr>
            </a:lvl1pPr>
            <a:lvl2pPr marL="3597" marR="0" indent="0" algn="l" defTabSz="1035598" rtl="0" eaLnBrk="1" fontAlgn="auto" latinLnBrk="0" hangingPunct="1">
              <a:lnSpc>
                <a:spcPct val="90000"/>
              </a:lnSpc>
              <a:spcBef>
                <a:spcPct val="20000"/>
              </a:spcBef>
              <a:spcAft>
                <a:spcPts val="0"/>
              </a:spcAft>
              <a:buClrTx/>
              <a:buSzPct val="90000"/>
              <a:buFont typeface="Arial" pitchFamily="34" charset="0"/>
              <a:buNone/>
              <a:tabLst/>
              <a:defRPr lang="en-US" sz="2300" kern="1200" spc="0" baseline="0" dirty="0" smtClean="0">
                <a:solidFill>
                  <a:schemeClr val="tx1">
                    <a:alpha val="99000"/>
                  </a:schemeClr>
                </a:solidFill>
                <a:latin typeface="+mn-lt"/>
                <a:ea typeface="+mn-ea"/>
                <a:cs typeface="+mn-cs"/>
              </a:defRPr>
            </a:lvl2pPr>
            <a:lvl3pPr marL="264304" marR="0" indent="0" algn="l" defTabSz="1035598" rtl="0" eaLnBrk="1" fontAlgn="auto" latinLnBrk="0" hangingPunct="1">
              <a:lnSpc>
                <a:spcPct val="90000"/>
              </a:lnSpc>
              <a:spcBef>
                <a:spcPct val="20000"/>
              </a:spcBef>
              <a:spcAft>
                <a:spcPts val="0"/>
              </a:spcAft>
              <a:buClrTx/>
              <a:buSzPct val="90000"/>
              <a:buFont typeface="Arial" pitchFamily="34" charset="0"/>
              <a:buNone/>
              <a:tabLst/>
              <a:defRPr lang="en-US" sz="2300" kern="1200" spc="0" baseline="0" dirty="0" smtClean="0">
                <a:solidFill>
                  <a:schemeClr val="tx1">
                    <a:alpha val="99000"/>
                  </a:schemeClr>
                </a:solidFill>
                <a:latin typeface="+mn-lt"/>
                <a:ea typeface="+mn-ea"/>
                <a:cs typeface="+mn-cs"/>
              </a:defRPr>
            </a:lvl3pPr>
            <a:lvl4pPr marL="521416" marR="0" indent="0" algn="l" defTabSz="1035598" rtl="0" eaLnBrk="1" fontAlgn="auto" latinLnBrk="0" hangingPunct="1">
              <a:lnSpc>
                <a:spcPct val="90000"/>
              </a:lnSpc>
              <a:spcBef>
                <a:spcPct val="20000"/>
              </a:spcBef>
              <a:spcAft>
                <a:spcPts val="0"/>
              </a:spcAft>
              <a:buClrTx/>
              <a:buSzPct val="90000"/>
              <a:buFont typeface="Arial" pitchFamily="34" charset="0"/>
              <a:buNone/>
              <a:tabLst/>
              <a:defRPr lang="en-US" sz="2300" kern="1200" spc="0" baseline="0" dirty="0" smtClean="0">
                <a:solidFill>
                  <a:schemeClr val="tx1">
                    <a:alpha val="99000"/>
                  </a:schemeClr>
                </a:solidFill>
                <a:latin typeface="+mn-lt"/>
                <a:ea typeface="+mn-ea"/>
                <a:cs typeface="+mn-cs"/>
              </a:defRPr>
            </a:lvl4pPr>
            <a:lvl5pPr marL="778529" marR="0" indent="0" algn="l" defTabSz="1035598" rtl="0" eaLnBrk="1" fontAlgn="auto" latinLnBrk="0" hangingPunct="1">
              <a:lnSpc>
                <a:spcPct val="90000"/>
              </a:lnSpc>
              <a:spcBef>
                <a:spcPct val="20000"/>
              </a:spcBef>
              <a:spcAft>
                <a:spcPts val="0"/>
              </a:spcAft>
              <a:buClrTx/>
              <a:buSzPct val="90000"/>
              <a:buFont typeface="Arial" pitchFamily="34" charset="0"/>
              <a:buNone/>
              <a:tabLst/>
              <a:defRPr lang="en-US" sz="2300" kern="1200" spc="0" baseline="0" dirty="0">
                <a:solidFill>
                  <a:schemeClr val="tx1">
                    <a:alpha val="99000"/>
                  </a:schemeClr>
                </a:solidFill>
                <a:latin typeface="+mn-lt"/>
                <a:ea typeface="+mn-ea"/>
                <a:cs typeface="+mn-cs"/>
              </a:defRPr>
            </a:lvl5pPr>
          </a:lstStyle>
          <a:p>
            <a:pPr marL="0" marR="0" lvl="0" indent="0" algn="l" defTabSz="1035598" rtl="0" eaLnBrk="1" fontAlgn="auto" latinLnBrk="0" hangingPunct="1">
              <a:lnSpc>
                <a:spcPct val="90000"/>
              </a:lnSpc>
              <a:spcBef>
                <a:spcPct val="20000"/>
              </a:spcBef>
              <a:spcAft>
                <a:spcPts val="0"/>
              </a:spcAft>
              <a:buClrTx/>
              <a:buSzPct val="90000"/>
              <a:buFont typeface="Arial" pitchFamily="34" charset="0"/>
              <a:buNone/>
              <a:tabLst/>
            </a:pPr>
            <a:r>
              <a:rPr lang="en-US" dirty="0" smtClean="0"/>
              <a:t>Click to edit Master text styles</a:t>
            </a:r>
          </a:p>
          <a:p>
            <a:pPr marL="0" marR="0" lvl="1" indent="0" algn="l" defTabSz="1035598" rtl="0" eaLnBrk="1" fontAlgn="auto" latinLnBrk="0" hangingPunct="1">
              <a:lnSpc>
                <a:spcPct val="90000"/>
              </a:lnSpc>
              <a:spcBef>
                <a:spcPct val="20000"/>
              </a:spcBef>
              <a:spcAft>
                <a:spcPts val="0"/>
              </a:spcAft>
              <a:buClrTx/>
              <a:buSzPct val="90000"/>
              <a:buFont typeface="Arial" pitchFamily="34" charset="0"/>
              <a:buNone/>
              <a:tabLst/>
            </a:pPr>
            <a:r>
              <a:rPr lang="en-US" dirty="0" smtClean="0"/>
              <a:t>Second level</a:t>
            </a:r>
          </a:p>
          <a:p>
            <a:pPr marL="0" marR="0" lvl="2" indent="0" algn="l" defTabSz="1035598" rtl="0" eaLnBrk="1" fontAlgn="auto" latinLnBrk="0" hangingPunct="1">
              <a:lnSpc>
                <a:spcPct val="90000"/>
              </a:lnSpc>
              <a:spcBef>
                <a:spcPct val="20000"/>
              </a:spcBef>
              <a:spcAft>
                <a:spcPts val="0"/>
              </a:spcAft>
              <a:buClrTx/>
              <a:buSzPct val="90000"/>
              <a:buFont typeface="Arial" pitchFamily="34" charset="0"/>
              <a:buNone/>
              <a:tabLst/>
            </a:pPr>
            <a:r>
              <a:rPr lang="en-US" dirty="0" smtClean="0"/>
              <a:t>Third level</a:t>
            </a:r>
          </a:p>
          <a:p>
            <a:pPr marL="0" marR="0" lvl="3" indent="0" algn="l" defTabSz="1035598" rtl="0" eaLnBrk="1" fontAlgn="auto" latinLnBrk="0" hangingPunct="1">
              <a:lnSpc>
                <a:spcPct val="90000"/>
              </a:lnSpc>
              <a:spcBef>
                <a:spcPct val="20000"/>
              </a:spcBef>
              <a:spcAft>
                <a:spcPts val="0"/>
              </a:spcAft>
              <a:buClrTx/>
              <a:buSzPct val="90000"/>
              <a:buFont typeface="Arial" pitchFamily="34" charset="0"/>
              <a:buNone/>
              <a:tabLst/>
            </a:pPr>
            <a:r>
              <a:rPr lang="en-US" dirty="0" smtClean="0"/>
              <a:t>Fourth level</a:t>
            </a:r>
          </a:p>
          <a:p>
            <a:pPr marL="0" marR="0" lvl="4" indent="0" algn="l" defTabSz="1035598" rtl="0" eaLnBrk="1" fontAlgn="auto" latinLnBrk="0" hangingPunct="1">
              <a:lnSpc>
                <a:spcPct val="90000"/>
              </a:lnSpc>
              <a:spcBef>
                <a:spcPct val="20000"/>
              </a:spcBef>
              <a:spcAft>
                <a:spcPts val="0"/>
              </a:spcAft>
              <a:buClrTx/>
              <a:buSzPct val="90000"/>
              <a:buFont typeface="Arial" pitchFamily="34" charset="0"/>
              <a:buNone/>
              <a:tabLst/>
            </a:pPr>
            <a:r>
              <a:rPr lang="en-US" dirty="0" smtClean="0"/>
              <a:t>Fifth level</a:t>
            </a:r>
            <a:endParaRPr lang="en-US" dirty="0"/>
          </a:p>
        </p:txBody>
      </p:sp>
    </p:spTree>
    <p:extLst>
      <p:ext uri="{BB962C8B-B14F-4D97-AF65-F5344CB8AC3E}">
        <p14:creationId xmlns="" xmlns:p14="http://schemas.microsoft.com/office/powerpoint/2010/main" val="277744980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defTabSz="1035598" rtl="0" eaLnBrk="1" latinLnBrk="0" hangingPunct="1">
              <a:lnSpc>
                <a:spcPct val="90000"/>
              </a:lnSpc>
              <a:spcBef>
                <a:spcPct val="0"/>
              </a:spcBef>
              <a:buNone/>
              <a:defRPr lang="en-US" sz="6100" b="0" kern="1200" cap="none" spc="-113" baseline="0" dirty="0">
                <a:ln w="3175">
                  <a:noFill/>
                </a:ln>
                <a:solidFill>
                  <a:schemeClr val="tx1">
                    <a:alpha val="99000"/>
                  </a:schemeClr>
                </a:solidFill>
                <a:effectLst/>
                <a:latin typeface="+mj-lt"/>
                <a:ea typeface="+mn-ea"/>
                <a:cs typeface="Arial" charset="0"/>
              </a:defRPr>
            </a:lvl1pPr>
          </a:lstStyle>
          <a:p>
            <a:r>
              <a:rPr lang="en-US" smtClean="0"/>
              <a:t>Click to edit Master title style</a:t>
            </a:r>
            <a:endParaRPr lang="en-US" dirty="0"/>
          </a:p>
        </p:txBody>
      </p:sp>
    </p:spTree>
    <p:extLst>
      <p:ext uri="{BB962C8B-B14F-4D97-AF65-F5344CB8AC3E}">
        <p14:creationId xmlns="" xmlns:p14="http://schemas.microsoft.com/office/powerpoint/2010/main" val="323309815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77988277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7" name="Rectangle 3"/>
          <p:cNvSpPr/>
          <p:nvPr userDrawn="1"/>
        </p:nvSpPr>
        <p:spPr bwMode="auto">
          <a:xfrm>
            <a:off x="0" y="0"/>
            <a:ext cx="9966325" cy="6218238"/>
          </a:xfrm>
          <a:custGeom>
            <a:avLst/>
            <a:gdLst/>
            <a:ahLst/>
            <a:cxnLst/>
            <a:rect l="l" t="t" r="r" b="b"/>
            <a:pathLst>
              <a:path w="12188825" h="6858000">
                <a:moveTo>
                  <a:pt x="0" y="0"/>
                </a:moveTo>
                <a:lnTo>
                  <a:pt x="1" y="0"/>
                </a:lnTo>
                <a:lnTo>
                  <a:pt x="308345" y="0"/>
                </a:lnTo>
                <a:lnTo>
                  <a:pt x="12188825" y="0"/>
                </a:lnTo>
                <a:lnTo>
                  <a:pt x="12188825" y="1447800"/>
                </a:lnTo>
                <a:lnTo>
                  <a:pt x="308345" y="1447800"/>
                </a:lnTo>
                <a:lnTo>
                  <a:pt x="308345" y="6858000"/>
                </a:lnTo>
                <a:lnTo>
                  <a:pt x="1" y="6858000"/>
                </a:lnTo>
                <a:lnTo>
                  <a:pt x="1" y="1447800"/>
                </a:lnTo>
                <a:lnTo>
                  <a:pt x="0" y="1447800"/>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03559" tIns="51780" rIns="103559" bIns="51780" numCol="1" rtlCol="0" anchor="ctr" anchorCtr="0" compatLnSpc="1">
            <a:prstTxWarp prst="textNoShape">
              <a:avLst/>
            </a:prstTxWarp>
          </a:bodyPr>
          <a:lstStyle/>
          <a:p>
            <a:pPr algn="ctr" defTabSz="1035299" fontAlgn="base">
              <a:spcBef>
                <a:spcPct val="0"/>
              </a:spcBef>
              <a:spcAft>
                <a:spcPct val="0"/>
              </a:spcAft>
            </a:pPr>
            <a:endParaRPr lang="en-US" sz="2500" dirty="0">
              <a:gradFill>
                <a:gsLst>
                  <a:gs pos="0">
                    <a:srgbClr val="FFFFFF"/>
                  </a:gs>
                  <a:gs pos="100000">
                    <a:srgbClr val="FFFFFF"/>
                  </a:gs>
                </a:gsLst>
                <a:lin ang="5400000" scaled="0"/>
              </a:gradFill>
            </a:endParaRPr>
          </a:p>
        </p:txBody>
      </p:sp>
      <p:sp>
        <p:nvSpPr>
          <p:cNvPr id="2" name="Title 1"/>
          <p:cNvSpPr>
            <a:spLocks noGrp="1"/>
          </p:cNvSpPr>
          <p:nvPr>
            <p:ph type="title" hasCustomPrompt="1"/>
          </p:nvPr>
        </p:nvSpPr>
        <p:spPr/>
        <p:txBody>
          <a:bodyPr/>
          <a:lstStyle>
            <a:lvl1pPr>
              <a:defRPr>
                <a:solidFill>
                  <a:schemeClr val="bg1">
                    <a:alpha val="99000"/>
                  </a:schemeClr>
                </a:solidFill>
              </a:defRPr>
            </a:lvl1pPr>
          </a:lstStyle>
          <a:p>
            <a:r>
              <a:rPr lang="en-US" dirty="0" smtClean="0"/>
              <a:t>Slide for Developer Code</a:t>
            </a:r>
            <a:endParaRPr lang="en-US" dirty="0"/>
          </a:p>
        </p:txBody>
      </p:sp>
      <p:sp>
        <p:nvSpPr>
          <p:cNvPr id="5" name="Text Placeholder 4"/>
          <p:cNvSpPr>
            <a:spLocks noGrp="1"/>
          </p:cNvSpPr>
          <p:nvPr>
            <p:ph type="body" sz="quarter" idx="10"/>
          </p:nvPr>
        </p:nvSpPr>
        <p:spPr>
          <a:xfrm>
            <a:off x="423809" y="1555945"/>
            <a:ext cx="9118708" cy="2225225"/>
          </a:xfrm>
        </p:spPr>
        <p:txBody>
          <a:bodyPr/>
          <a:lstStyle>
            <a:lvl1pPr marL="0" indent="0">
              <a:buNone/>
              <a:defRPr sz="3600">
                <a:gradFill>
                  <a:gsLst>
                    <a:gs pos="1250">
                      <a:srgbClr val="000000"/>
                    </a:gs>
                    <a:gs pos="100000">
                      <a:srgbClr val="000000"/>
                    </a:gs>
                  </a:gsLst>
                  <a:lin ang="5400000" scaled="0"/>
                </a:gradFill>
                <a:latin typeface="Consolas" pitchFamily="49" charset="0"/>
                <a:cs typeface="Consolas" pitchFamily="49" charset="0"/>
              </a:defRPr>
            </a:lvl1pPr>
            <a:lvl2pPr marL="384769" indent="0">
              <a:buNone/>
              <a:defRPr>
                <a:gradFill>
                  <a:gsLst>
                    <a:gs pos="1250">
                      <a:srgbClr val="000000"/>
                    </a:gs>
                    <a:gs pos="100000">
                      <a:srgbClr val="000000"/>
                    </a:gs>
                  </a:gsLst>
                  <a:lin ang="5400000" scaled="0"/>
                </a:gradFill>
                <a:latin typeface="Consolas" pitchFamily="49" charset="0"/>
                <a:cs typeface="Consolas" pitchFamily="49" charset="0"/>
              </a:defRPr>
            </a:lvl2pPr>
            <a:lvl3pPr marL="649073" indent="0">
              <a:buNone/>
              <a:defRPr>
                <a:gradFill>
                  <a:gsLst>
                    <a:gs pos="1250">
                      <a:srgbClr val="000000"/>
                    </a:gs>
                    <a:gs pos="100000">
                      <a:srgbClr val="000000"/>
                    </a:gs>
                  </a:gsLst>
                  <a:lin ang="5400000" scaled="0"/>
                </a:gradFill>
                <a:latin typeface="Consolas" pitchFamily="49" charset="0"/>
                <a:cs typeface="Consolas" pitchFamily="49" charset="0"/>
              </a:defRPr>
            </a:lvl3pPr>
            <a:lvl4pPr marL="904388" indent="0">
              <a:buNone/>
              <a:defRPr>
                <a:gradFill>
                  <a:gsLst>
                    <a:gs pos="1250">
                      <a:srgbClr val="000000"/>
                    </a:gs>
                    <a:gs pos="100000">
                      <a:srgbClr val="000000"/>
                    </a:gs>
                  </a:gsLst>
                  <a:lin ang="5400000" scaled="0"/>
                </a:gradFill>
                <a:latin typeface="Consolas" pitchFamily="49" charset="0"/>
                <a:cs typeface="Consolas" pitchFamily="49" charset="0"/>
              </a:defRPr>
            </a:lvl4pPr>
            <a:lvl5pPr marL="1166894" indent="0">
              <a:buNone/>
              <a:defRPr>
                <a:gradFill>
                  <a:gsLst>
                    <a:gs pos="1250">
                      <a:srgbClr val="000000"/>
                    </a:gs>
                    <a:gs pos="100000">
                      <a:srgbClr val="000000"/>
                    </a:gs>
                  </a:gsLst>
                  <a:lin ang="5400000" scaled="0"/>
                </a:gradFill>
                <a:latin typeface="Consolas" pitchFamily="49" charset="0"/>
                <a:cs typeface="Consolas" pitchFamily="49"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07384230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MS EN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91072869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425757" y="207277"/>
            <a:ext cx="9118708" cy="747897"/>
          </a:xfrm>
        </p:spPr>
        <p:txBody>
          <a:bodyPr/>
          <a:lstStyle>
            <a:lvl1pPr>
              <a:defRPr sz="5400" baseline="0">
                <a:gradFill>
                  <a:gsLst>
                    <a:gs pos="0">
                      <a:srgbClr val="FFFFFF"/>
                    </a:gs>
                    <a:gs pos="100000">
                      <a:srgbClr val="FFFFFF"/>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p:nvSpPr>
          <p:cNvPr id="6" name="Text Placeholder 5"/>
          <p:cNvSpPr>
            <a:spLocks noGrp="1"/>
          </p:cNvSpPr>
          <p:nvPr>
            <p:ph type="body" sz="quarter" idx="10" hasCustomPrompt="1"/>
          </p:nvPr>
        </p:nvSpPr>
        <p:spPr bwMode="white">
          <a:xfrm>
            <a:off x="424462" y="1312741"/>
            <a:ext cx="9116111" cy="2862322"/>
          </a:xfrm>
          <a:prstGeom prst="rect">
            <a:avLst/>
          </a:prstGeom>
        </p:spPr>
        <p:txBody>
          <a:bodyPr/>
          <a:lstStyle>
            <a:lvl1pPr marL="388365" indent="-388365">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marL="712002" indent="-323636">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marL="1035641" indent="-323636">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marL="1294550" indent="-258911">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marL="1553461" indent="-258911">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3" y="5656873"/>
            <a:ext cx="9966327" cy="561369"/>
          </a:xfrm>
          <a:prstGeom prst="rect">
            <a:avLst/>
          </a:prstGeom>
          <a:solidFill>
            <a:srgbClr val="FFFF99"/>
          </a:solidFill>
        </p:spPr>
        <p:txBody>
          <a:bodyPr wrap="square" lIns="172600" tIns="86299" rIns="172600" bIns="86299" anchor="b" anchorCtr="0">
            <a:noAutofit/>
          </a:bodyPr>
          <a:lstStyle>
            <a:lvl1pPr algn="r">
              <a:buFont typeface="Arial" pitchFamily="34" charset="0"/>
              <a:buNone/>
              <a:defRPr sz="4100" spc="-57"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Tree>
    <p:extLst>
      <p:ext uri="{BB962C8B-B14F-4D97-AF65-F5344CB8AC3E}">
        <p14:creationId xmlns="" xmlns:p14="http://schemas.microsoft.com/office/powerpoint/2010/main" val="27060517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24462" y="207277"/>
            <a:ext cx="9116111" cy="844847"/>
          </a:xfrm>
        </p:spPr>
        <p:txBody>
          <a:bodyPr/>
          <a:lstStyle>
            <a:lvl1pPr>
              <a:defRPr sz="6100"/>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424462" y="1312740"/>
            <a:ext cx="9116111" cy="1070037"/>
          </a:xfrm>
        </p:spPr>
        <p:txBody>
          <a:bodyPr/>
          <a:lstStyle>
            <a:lvl1pPr marL="3597" indent="0">
              <a:spcBef>
                <a:spcPts val="0"/>
              </a:spcBef>
              <a:spcAft>
                <a:spcPts val="1020"/>
              </a:spcAft>
              <a:buSzPct val="80000"/>
              <a:buFont typeface="Arial" pitchFamily="34" charset="0"/>
              <a:buNone/>
              <a:defRPr sz="4500" spc="-113" baseline="0">
                <a:gradFill>
                  <a:gsLst>
                    <a:gs pos="0">
                      <a:srgbClr val="595959"/>
                    </a:gs>
                    <a:gs pos="86000">
                      <a:srgbClr val="595959"/>
                    </a:gs>
                  </a:gsLst>
                  <a:lin ang="5400000" scaled="0"/>
                </a:gradFill>
                <a:latin typeface="Segoe UI Light" pitchFamily="34" charset="0"/>
              </a:defRPr>
            </a:lvl1pPr>
            <a:lvl2pPr marL="3597" indent="0">
              <a:spcBef>
                <a:spcPts val="0"/>
              </a:spcBef>
              <a:buSzPct val="80000"/>
              <a:buFont typeface="Arial" pitchFamily="34" charset="0"/>
              <a:buNone/>
              <a:defRPr sz="2300" spc="-57" baseline="0">
                <a:gradFill>
                  <a:gsLst>
                    <a:gs pos="0">
                      <a:srgbClr val="595959"/>
                    </a:gs>
                    <a:gs pos="86000">
                      <a:srgbClr val="595959"/>
                    </a:gs>
                  </a:gsLst>
                  <a:lin ang="5400000" scaled="0"/>
                </a:gradFill>
              </a:defRPr>
            </a:lvl2pPr>
            <a:lvl3pPr marL="1425804" indent="-456688">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817765" indent="-391962">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2198938" indent="-381173">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smtClean="0"/>
              <a:t>Click to edit Master text styles</a:t>
            </a:r>
          </a:p>
          <a:p>
            <a:pPr lvl="1"/>
            <a:r>
              <a:rPr lang="en-US" smtClean="0"/>
              <a:t>Second level</a:t>
            </a:r>
          </a:p>
        </p:txBody>
      </p:sp>
    </p:spTree>
    <p:extLst>
      <p:ext uri="{BB962C8B-B14F-4D97-AF65-F5344CB8AC3E}">
        <p14:creationId xmlns="" xmlns:p14="http://schemas.microsoft.com/office/powerpoint/2010/main" val="143311009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Section Divider">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426174" y="3144188"/>
            <a:ext cx="8743576" cy="1250035"/>
          </a:xfrm>
        </p:spPr>
        <p:txBody>
          <a:bodyPr anchor="ctr" anchorCtr="0">
            <a:noAutofit/>
            <a:scene3d>
              <a:camera prst="orthographicFront"/>
              <a:lightRig rig="flat" dir="t"/>
            </a:scene3d>
            <a:sp3d>
              <a:contourClr>
                <a:schemeClr val="bg2"/>
              </a:contourClr>
            </a:sp3d>
          </a:bodyPr>
          <a:lstStyle>
            <a:lvl1pPr marL="0" indent="0" algn="l">
              <a:buFont typeface="Arial" pitchFamily="34" charset="0"/>
              <a:buNone/>
              <a:defRPr kumimoji="0" lang="en-US" sz="10000" b="0" i="0" u="none" strike="noStrike" kern="1200" cap="none" spc="-136" normalizeH="0" baseline="0" dirty="0" smtClean="0">
                <a:ln w="3175">
                  <a:noFill/>
                </a:ln>
                <a:solidFill>
                  <a:schemeClr val="bg1">
                    <a:alpha val="99000"/>
                  </a:schemeClr>
                </a:solidFill>
                <a:effectLst/>
                <a:uLnTx/>
                <a:uFillTx/>
                <a:latin typeface="Segoe UI Light"/>
                <a:ea typeface="+mn-ea"/>
                <a:cs typeface="Arial" charset="0"/>
              </a:defRPr>
            </a:lvl1pPr>
          </a:lstStyle>
          <a:p>
            <a:pPr lvl="0"/>
            <a:r>
              <a:rPr lang="en-US" dirty="0" smtClean="0"/>
              <a:t>Click to edit Master text styles</a:t>
            </a:r>
          </a:p>
        </p:txBody>
      </p:sp>
      <p:pic>
        <p:nvPicPr>
          <p:cNvPr id="4" name="Picture 3"/>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8566063" y="5833658"/>
            <a:ext cx="978228" cy="125227"/>
          </a:xfrm>
          <a:prstGeom prst="rect">
            <a:avLst/>
          </a:prstGeom>
        </p:spPr>
      </p:pic>
      <p:sp>
        <p:nvSpPr>
          <p:cNvPr id="5" name="Rectangle 4"/>
          <p:cNvSpPr/>
          <p:nvPr userDrawn="1"/>
        </p:nvSpPr>
        <p:spPr bwMode="auto">
          <a:xfrm>
            <a:off x="0" y="3"/>
            <a:ext cx="9966325" cy="41454"/>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03559" tIns="51780" rIns="103559" bIns="51780" numCol="1" rtlCol="0" anchor="ctr" anchorCtr="0" compatLnSpc="1">
            <a:prstTxWarp prst="textNoShape">
              <a:avLst/>
            </a:prstTxWarp>
          </a:bodyPr>
          <a:lstStyle/>
          <a:p>
            <a:pPr algn="ctr" defTabSz="1035299" fontAlgn="base">
              <a:spcBef>
                <a:spcPct val="0"/>
              </a:spcBef>
              <a:spcAft>
                <a:spcPct val="0"/>
              </a:spcAft>
            </a:pPr>
            <a:endParaRPr lang="en-US" sz="2500" dirty="0">
              <a:gradFill>
                <a:gsLst>
                  <a:gs pos="0">
                    <a:srgbClr val="FFFFFF"/>
                  </a:gs>
                  <a:gs pos="100000">
                    <a:srgbClr val="FFFFFF"/>
                  </a:gs>
                </a:gsLst>
                <a:lin ang="5400000" scaled="0"/>
              </a:gradFill>
            </a:endParaRPr>
          </a:p>
        </p:txBody>
      </p:sp>
      <p:sp>
        <p:nvSpPr>
          <p:cNvPr id="6" name="Rectangle 5"/>
          <p:cNvSpPr/>
          <p:nvPr userDrawn="1"/>
        </p:nvSpPr>
        <p:spPr bwMode="auto">
          <a:xfrm>
            <a:off x="0" y="3"/>
            <a:ext cx="9966325" cy="41454"/>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03559" tIns="51780" rIns="103559" bIns="51780" numCol="1" rtlCol="0" anchor="ctr" anchorCtr="0" compatLnSpc="1">
            <a:prstTxWarp prst="textNoShape">
              <a:avLst/>
            </a:prstTxWarp>
          </a:bodyPr>
          <a:lstStyle/>
          <a:p>
            <a:pPr algn="ctr" defTabSz="1035299" fontAlgn="base">
              <a:spcBef>
                <a:spcPct val="0"/>
              </a:spcBef>
              <a:spcAft>
                <a:spcPct val="0"/>
              </a:spcAft>
            </a:pPr>
            <a:endParaRPr lang="en-US" sz="2500" dirty="0">
              <a:gradFill>
                <a:gsLst>
                  <a:gs pos="0">
                    <a:srgbClr val="FFFFFF"/>
                  </a:gs>
                  <a:gs pos="100000">
                    <a:srgbClr val="FFFFFF"/>
                  </a:gs>
                </a:gsLst>
                <a:lin ang="5400000" scaled="0"/>
              </a:gradFill>
            </a:endParaRPr>
          </a:p>
        </p:txBody>
      </p:sp>
      <p:pic>
        <p:nvPicPr>
          <p:cNvPr id="11" name="Picture 10"/>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a:stretch/>
        </p:blipFill>
        <p:spPr>
          <a:xfrm rot="10800000">
            <a:off x="9285183" y="-7505"/>
            <a:ext cx="691742" cy="756832"/>
          </a:xfrm>
          <a:prstGeom prst="rect">
            <a:avLst/>
          </a:prstGeom>
        </p:spPr>
      </p:pic>
      <p:pic>
        <p:nvPicPr>
          <p:cNvPr id="12" name="Picture 11"/>
          <p:cNvPicPr>
            <a:picLocks noChangeAspect="1"/>
          </p:cNvPicPr>
          <p:nvPr userDrawn="1"/>
        </p:nvPicPr>
        <p:blipFill>
          <a:blip r:embed="rId4" cstate="print">
            <a:extLst>
              <a:ext uri="{28A0092B-C50C-407E-A947-70E740481C1C}">
                <a14:useLocalDpi xmlns="" xmlns:a14="http://schemas.microsoft.com/office/drawing/2010/main" val="0"/>
              </a:ext>
            </a:extLst>
          </a:blip>
          <a:stretch>
            <a:fillRect/>
          </a:stretch>
        </p:blipFill>
        <p:spPr>
          <a:xfrm rot="10800000">
            <a:off x="8285371" y="-7503"/>
            <a:ext cx="1362283" cy="756832"/>
          </a:xfrm>
          <a:prstGeom prst="rect">
            <a:avLst/>
          </a:prstGeom>
        </p:spPr>
      </p:pic>
      <p:pic>
        <p:nvPicPr>
          <p:cNvPr id="13" name="Picture 12"/>
          <p:cNvPicPr>
            <a:picLocks noChangeAspect="1"/>
          </p:cNvPicPr>
          <p:nvPr userDrawn="1"/>
        </p:nvPicPr>
        <p:blipFill>
          <a:blip r:embed="rId4" cstate="print">
            <a:extLst>
              <a:ext uri="{28A0092B-C50C-407E-A947-70E740481C1C}">
                <a14:useLocalDpi xmlns="" xmlns:a14="http://schemas.microsoft.com/office/drawing/2010/main" val="0"/>
              </a:ext>
            </a:extLst>
          </a:blip>
          <a:stretch>
            <a:fillRect/>
          </a:stretch>
        </p:blipFill>
        <p:spPr>
          <a:xfrm rot="10800000">
            <a:off x="7285555" y="-7503"/>
            <a:ext cx="1362283" cy="756832"/>
          </a:xfrm>
          <a:prstGeom prst="rect">
            <a:avLst/>
          </a:prstGeom>
        </p:spPr>
      </p:pic>
    </p:spTree>
    <p:extLst>
      <p:ext uri="{BB962C8B-B14F-4D97-AF65-F5344CB8AC3E}">
        <p14:creationId xmlns="" xmlns:p14="http://schemas.microsoft.com/office/powerpoint/2010/main" val="217494172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2_WALKIN - NORTH_AMERICA_ Prints in GRAYSCALE">
    <p:spTree>
      <p:nvGrpSpPr>
        <p:cNvPr id="1" name=""/>
        <p:cNvGrpSpPr/>
        <p:nvPr/>
      </p:nvGrpSpPr>
      <p:grpSpPr>
        <a:xfrm>
          <a:off x="0" y="0"/>
          <a:ext cx="0" cy="0"/>
          <a:chOff x="0" y="0"/>
          <a:chExt cx="0" cy="0"/>
        </a:xfrm>
      </p:grpSpPr>
      <p:pic>
        <p:nvPicPr>
          <p:cNvPr id="2" name="TechEd Logo"/>
          <p:cNvPicPr>
            <a:picLocks noChangeAspect="1" noChangeArrowheads="1"/>
          </p:cNvPicPr>
          <p:nvPr userDrawn="1"/>
        </p:nvPicPr>
        <p:blipFill rotWithShape="1">
          <a:blip r:embed="rId2" cstate="print">
            <a:extLst>
              <a:ext uri="{BEBA8EAE-BF5A-486C-A8C5-ECC9F3942E4B}">
                <a14:imgProps xmlns="" xmlns:a14="http://schemas.microsoft.com/office/drawing/2010/main">
                  <a14:imgLayer r:embed="rId3">
                    <a14:imgEffect>
                      <a14:brightnessContrast bright="100000"/>
                    </a14:imgEffect>
                  </a14:imgLayer>
                </a14:imgProps>
              </a:ext>
              <a:ext uri="{28A0092B-C50C-407E-A947-70E740481C1C}">
                <a14:useLocalDpi xmlns="" xmlns:a14="http://schemas.microsoft.com/office/drawing/2010/main" val="0"/>
              </a:ext>
            </a:extLst>
          </a:blip>
          <a:srcRect/>
          <a:stretch/>
        </p:blipFill>
        <p:spPr bwMode="auto">
          <a:xfrm>
            <a:off x="7465695" y="4858228"/>
            <a:ext cx="524234" cy="293498"/>
          </a:xfrm>
          <a:prstGeom prst="rect">
            <a:avLst/>
          </a:prstGeom>
          <a:noFill/>
          <a:extLst>
            <a:ext uri="{909E8E84-426E-40DD-AFC4-6F175D3DCCD1}">
              <a14:hiddenFill xmlns="" xmlns:a14="http://schemas.microsoft.com/office/drawing/2010/main">
                <a:solidFill>
                  <a:srgbClr val="FFFFFF"/>
                </a:solidFill>
              </a14:hiddenFill>
            </a:ext>
          </a:extLst>
        </p:spPr>
      </p:pic>
      <p:pic>
        <p:nvPicPr>
          <p:cNvPr id="13" name="Picture 12"/>
          <p:cNvPicPr>
            <a:picLocks noChangeAspect="1"/>
          </p:cNvPicPr>
          <p:nvPr userDrawn="1"/>
        </p:nvPicPr>
        <p:blipFill rotWithShape="1">
          <a:blip r:embed="rId4" cstate="print">
            <a:extLst>
              <a:ext uri="{28A0092B-C50C-407E-A947-70E740481C1C}">
                <a14:useLocalDpi xmlns="" xmlns:a14="http://schemas.microsoft.com/office/drawing/2010/main" val="0"/>
              </a:ext>
            </a:extLst>
          </a:blip>
          <a:srcRect/>
          <a:stretch/>
        </p:blipFill>
        <p:spPr>
          <a:xfrm>
            <a:off x="4865679" y="5527774"/>
            <a:ext cx="805941" cy="690467"/>
          </a:xfrm>
          <a:prstGeom prst="rect">
            <a:avLst/>
          </a:prstGeom>
        </p:spPr>
      </p:pic>
      <p:pic>
        <p:nvPicPr>
          <p:cNvPr id="15" name="Picture 14"/>
          <p:cNvPicPr>
            <a:picLocks noChangeAspect="1"/>
          </p:cNvPicPr>
          <p:nvPr userDrawn="1"/>
        </p:nvPicPr>
        <p:blipFill>
          <a:blip r:embed="rId5">
            <a:extLst>
              <a:ext uri="{28A0092B-C50C-407E-A947-70E740481C1C}">
                <a14:useLocalDpi xmlns="" xmlns:a14="http://schemas.microsoft.com/office/drawing/2010/main" val="0"/>
              </a:ext>
            </a:extLst>
          </a:blip>
          <a:stretch>
            <a:fillRect/>
          </a:stretch>
        </p:blipFill>
        <p:spPr>
          <a:xfrm>
            <a:off x="4768122" y="2696316"/>
            <a:ext cx="2256909" cy="2457209"/>
          </a:xfrm>
          <a:prstGeom prst="rect">
            <a:avLst/>
          </a:prstGeom>
        </p:spPr>
      </p:pic>
      <p:pic>
        <p:nvPicPr>
          <p:cNvPr id="10" name="Picture 2" descr="C:\Users\Justin\Desktop\_Work_in_Progress\_MS\1530\toolbox.png"/>
          <p:cNvPicPr>
            <a:picLocks noChangeAspect="1" noChangeArrowheads="1"/>
          </p:cNvPicPr>
          <p:nvPr userDrawn="1"/>
        </p:nvPicPr>
        <p:blipFill>
          <a:blip r:embed="rId6" cstate="print">
            <a:extLst>
              <a:ext uri="{28A0092B-C50C-407E-A947-70E740481C1C}">
                <a14:useLocalDpi xmlns="" xmlns:a14="http://schemas.microsoft.com/office/drawing/2010/main" val="0"/>
              </a:ext>
            </a:extLst>
          </a:blip>
          <a:srcRect/>
          <a:stretch>
            <a:fillRect/>
          </a:stretch>
        </p:blipFill>
        <p:spPr bwMode="auto">
          <a:xfrm>
            <a:off x="2131497" y="4231312"/>
            <a:ext cx="793743" cy="745886"/>
          </a:xfrm>
          <a:prstGeom prst="rect">
            <a:avLst/>
          </a:prstGeom>
          <a:noFill/>
          <a:extLst>
            <a:ext uri="{909E8E84-426E-40DD-AFC4-6F175D3DCCD1}">
              <a14:hiddenFill xmlns="" xmlns:a14="http://schemas.microsoft.com/office/drawing/2010/main">
                <a:solidFill>
                  <a:srgbClr val="FFFFFF"/>
                </a:solidFill>
              </a14:hiddenFill>
            </a:ext>
          </a:extLst>
        </p:spPr>
      </p:pic>
      <p:pic>
        <p:nvPicPr>
          <p:cNvPr id="9" name="Picture 8"/>
          <p:cNvPicPr>
            <a:picLocks noChangeAspect="1"/>
          </p:cNvPicPr>
          <p:nvPr userDrawn="1"/>
        </p:nvPicPr>
        <p:blipFill>
          <a:blip r:embed="rId7" cstate="print">
            <a:extLst>
              <a:ext uri="{28A0092B-C50C-407E-A947-70E740481C1C}">
                <a14:useLocalDpi xmlns="" xmlns:a14="http://schemas.microsoft.com/office/drawing/2010/main" val="0"/>
              </a:ext>
            </a:extLst>
          </a:blip>
          <a:stretch>
            <a:fillRect/>
          </a:stretch>
        </p:blipFill>
        <p:spPr>
          <a:xfrm>
            <a:off x="865508" y="1284485"/>
            <a:ext cx="2935144" cy="1250861"/>
          </a:xfrm>
          <a:prstGeom prst="rect">
            <a:avLst/>
          </a:prstGeom>
        </p:spPr>
      </p:pic>
      <p:pic>
        <p:nvPicPr>
          <p:cNvPr id="3" name="Picture 2"/>
          <p:cNvPicPr>
            <a:picLocks noChangeAspect="1"/>
          </p:cNvPicPr>
          <p:nvPr userDrawn="1"/>
        </p:nvPicPr>
        <p:blipFill>
          <a:blip r:embed="rId8" cstate="print">
            <a:extLst>
              <a:ext uri="{BEBA8EAE-BF5A-486C-A8C5-ECC9F3942E4B}">
                <a14:imgProps xmlns="" xmlns:a14="http://schemas.microsoft.com/office/drawing/2010/main">
                  <a14:imgLayer r:embed="rId9">
                    <a14:imgEffect>
                      <a14:brightnessContrast bright="100000"/>
                    </a14:imgEffect>
                  </a14:imgLayer>
                </a14:imgProps>
              </a:ext>
              <a:ext uri="{28A0092B-C50C-407E-A947-70E740481C1C}">
                <a14:useLocalDpi xmlns="" xmlns:a14="http://schemas.microsoft.com/office/drawing/2010/main" val="0"/>
              </a:ext>
            </a:extLst>
          </a:blip>
          <a:stretch>
            <a:fillRect/>
          </a:stretch>
        </p:blipFill>
        <p:spPr>
          <a:xfrm>
            <a:off x="7853357" y="5662508"/>
            <a:ext cx="1599212" cy="420999"/>
          </a:xfrm>
          <a:prstGeom prst="rect">
            <a:avLst/>
          </a:prstGeom>
        </p:spPr>
      </p:pic>
      <p:pic>
        <p:nvPicPr>
          <p:cNvPr id="16" name="Picture 15"/>
          <p:cNvPicPr>
            <a:picLocks noChangeAspect="1"/>
          </p:cNvPicPr>
          <p:nvPr userDrawn="1"/>
        </p:nvPicPr>
        <p:blipFill>
          <a:blip cstate="print">
            <a:extLst>
              <a:ext uri="{28A0092B-C50C-407E-A947-70E740481C1C}">
                <a14:useLocalDpi xmlns="" xmlns:a14="http://schemas.microsoft.com/office/drawing/2010/main" val="0"/>
              </a:ext>
            </a:extLst>
          </a:blip>
          <a:stretch>
            <a:fillRect/>
          </a:stretch>
        </p:blipFill>
        <p:spPr>
          <a:xfrm>
            <a:off x="7601304" y="4127765"/>
            <a:ext cx="2184460" cy="1000931"/>
          </a:xfrm>
          <a:prstGeom prst="rect">
            <a:avLst/>
          </a:prstGeom>
        </p:spPr>
      </p:pic>
      <p:sp>
        <p:nvSpPr>
          <p:cNvPr id="17" name="TextBox 16"/>
          <p:cNvSpPr txBox="1"/>
          <p:nvPr userDrawn="1"/>
        </p:nvSpPr>
        <p:spPr>
          <a:xfrm>
            <a:off x="2006902" y="5726762"/>
            <a:ext cx="2408282" cy="707886"/>
          </a:xfrm>
          <a:prstGeom prst="rect">
            <a:avLst/>
          </a:prstGeom>
          <a:noFill/>
        </p:spPr>
        <p:txBody>
          <a:bodyPr wrap="square" lIns="0" tIns="0" rIns="0" bIns="0" rtlCol="0">
            <a:spAutoFit/>
          </a:bodyPr>
          <a:lstStyle/>
          <a:p>
            <a:pPr algn="ctr" defTabSz="1035598"/>
            <a:r>
              <a:rPr lang="en-US" sz="2300" b="1" spc="-79" dirty="0">
                <a:gradFill>
                  <a:gsLst>
                    <a:gs pos="2917">
                      <a:srgbClr val="FFFFFF"/>
                    </a:gs>
                    <a:gs pos="30000">
                      <a:srgbClr val="FFFFFF"/>
                    </a:gs>
                  </a:gsLst>
                  <a:lin ang="5400000" scaled="0"/>
                </a:gradFill>
              </a:rPr>
              <a:t>LEARN</a:t>
            </a:r>
            <a:r>
              <a:rPr lang="en-US" sz="2300" spc="-79" dirty="0">
                <a:gradFill>
                  <a:gsLst>
                    <a:gs pos="2917">
                      <a:srgbClr val="FFFFFF"/>
                    </a:gs>
                    <a:gs pos="30000">
                      <a:srgbClr val="FFFFFF"/>
                    </a:gs>
                  </a:gsLst>
                  <a:lin ang="5400000" scaled="0"/>
                </a:gradFill>
                <a:latin typeface="Segoe UI Light"/>
              </a:rPr>
              <a:t> WINDOWS AZURE</a:t>
            </a:r>
          </a:p>
        </p:txBody>
      </p:sp>
      <p:pic>
        <p:nvPicPr>
          <p:cNvPr id="18" name="Picture 17"/>
          <p:cNvPicPr>
            <a:picLocks noChangeAspect="1"/>
          </p:cNvPicPr>
          <p:nvPr userDrawn="1"/>
        </p:nvPicPr>
        <p:blipFill rotWithShape="1">
          <a:blip cstate="print">
            <a:extLst>
              <a:ext uri="{28A0092B-C50C-407E-A947-70E740481C1C}">
                <a14:useLocalDpi xmlns="" xmlns:a14="http://schemas.microsoft.com/office/drawing/2010/main" val="0"/>
              </a:ext>
            </a:extLst>
          </a:blip>
          <a:srcRect/>
          <a:stretch/>
        </p:blipFill>
        <p:spPr>
          <a:xfrm>
            <a:off x="274355" y="5560335"/>
            <a:ext cx="1208548" cy="657904"/>
          </a:xfrm>
          <a:prstGeom prst="rect">
            <a:avLst/>
          </a:prstGeom>
        </p:spPr>
      </p:pic>
      <p:pic>
        <p:nvPicPr>
          <p:cNvPr id="19" name="Picture 18"/>
          <p:cNvPicPr>
            <a:picLocks noChangeAspect="1"/>
          </p:cNvPicPr>
          <p:nvPr userDrawn="1"/>
        </p:nvPicPr>
        <p:blipFill rotWithShape="1">
          <a:blip r:embed="rId10" cstate="print">
            <a:extLst>
              <a:ext uri="{28A0092B-C50C-407E-A947-70E740481C1C}">
                <a14:useLocalDpi xmlns="" xmlns:a14="http://schemas.microsoft.com/office/drawing/2010/main" val="0"/>
              </a:ext>
            </a:extLst>
          </a:blip>
          <a:srcRect/>
          <a:stretch/>
        </p:blipFill>
        <p:spPr>
          <a:xfrm>
            <a:off x="3455539" y="4046700"/>
            <a:ext cx="910854" cy="1194771"/>
          </a:xfrm>
          <a:prstGeom prst="rect">
            <a:avLst/>
          </a:prstGeom>
        </p:spPr>
      </p:pic>
      <p:pic>
        <p:nvPicPr>
          <p:cNvPr id="20" name="Picture 19"/>
          <p:cNvPicPr>
            <a:picLocks noChangeAspect="1"/>
          </p:cNvPicPr>
          <p:nvPr userDrawn="1"/>
        </p:nvPicPr>
        <p:blipFill rotWithShape="1">
          <a:blip r:embed="rId11" cstate="print">
            <a:extLst>
              <a:ext uri="{28A0092B-C50C-407E-A947-70E740481C1C}">
                <a14:useLocalDpi xmlns="" xmlns:a14="http://schemas.microsoft.com/office/drawing/2010/main" val="0"/>
              </a:ext>
            </a:extLst>
          </a:blip>
          <a:srcRect/>
          <a:stretch/>
        </p:blipFill>
        <p:spPr>
          <a:xfrm>
            <a:off x="8922742" y="2595269"/>
            <a:ext cx="860290" cy="1093326"/>
          </a:xfrm>
          <a:prstGeom prst="rect">
            <a:avLst/>
          </a:prstGeom>
        </p:spPr>
      </p:pic>
    </p:spTree>
    <p:extLst>
      <p:ext uri="{BB962C8B-B14F-4D97-AF65-F5344CB8AC3E}">
        <p14:creationId xmlns="" xmlns:p14="http://schemas.microsoft.com/office/powerpoint/2010/main" val="374778082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5" name="Title Tile"/>
          <p:cNvSpPr/>
          <p:nvPr userDrawn="1"/>
        </p:nvSpPr>
        <p:spPr bwMode="auto">
          <a:xfrm>
            <a:off x="3278844" y="2889821"/>
            <a:ext cx="5856742"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26" name="Arrow Bar"/>
          <p:cNvSpPr/>
          <p:nvPr userDrawn="1"/>
        </p:nvSpPr>
        <p:spPr bwMode="auto">
          <a:xfrm>
            <a:off x="3278841" y="1373194"/>
            <a:ext cx="5856742" cy="1359722"/>
          </a:xfrm>
          <a:prstGeom prst="rect">
            <a:avLst/>
          </a:prstGeom>
          <a:solidFill>
            <a:schemeClr val="accent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useBgFill="1">
        <p:nvSpPr>
          <p:cNvPr id="27" name="Left Mask"/>
          <p:cNvSpPr/>
          <p:nvPr userDrawn="1"/>
        </p:nvSpPr>
        <p:spPr bwMode="auto">
          <a:xfrm>
            <a:off x="2" y="1373195"/>
            <a:ext cx="3278841"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28" name="Circle Arrow"/>
          <p:cNvSpPr>
            <a:spLocks noEditPoints="1"/>
          </p:cNvSpPr>
          <p:nvPr userDrawn="1"/>
        </p:nvSpPr>
        <p:spPr bwMode="auto">
          <a:xfrm rot="5400000">
            <a:off x="8096812"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3" tIns="38843" rIns="77683" bIns="38843" numCol="1" anchor="t" anchorCtr="0" compatLnSpc="1">
            <a:prstTxWarp prst="textNoShape">
              <a:avLst/>
            </a:prstTxWarp>
          </a:bodyPr>
          <a:lstStyle/>
          <a:p>
            <a:pPr defTabSz="776803"/>
            <a:endParaRPr lang="en-US" sz="1700">
              <a:solidFill>
                <a:srgbClr val="FFFFFF"/>
              </a:solidFill>
            </a:endParaRPr>
          </a:p>
        </p:txBody>
      </p:sp>
      <p:sp>
        <p:nvSpPr>
          <p:cNvPr id="29" name="TechEd Tile"/>
          <p:cNvSpPr/>
          <p:nvPr userDrawn="1"/>
        </p:nvSpPr>
        <p:spPr bwMode="auto">
          <a:xfrm>
            <a:off x="835711" y="1373194"/>
            <a:ext cx="2310297"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pic>
        <p:nvPicPr>
          <p:cNvPr id="30" name="TechEd Logo"/>
          <p:cNvPicPr>
            <a:picLocks noChangeAspect="1" noChangeArrowheads="1"/>
          </p:cNvPicPr>
          <p:nvPr userDrawn="1"/>
        </p:nvPicPr>
        <p:blipFill rotWithShape="1">
          <a:blip r:embed="rId2" cstate="print">
            <a:extLst>
              <a:ext uri="{28A0092B-C50C-407E-A947-70E740481C1C}">
                <a14:useLocalDpi xmlns="" xmlns:a14="http://schemas.microsoft.com/office/drawing/2010/main" val="0"/>
              </a:ext>
            </a:extLst>
          </a:blip>
          <a:srcRect r="8530"/>
          <a:stretch/>
        </p:blipFill>
        <p:spPr bwMode="auto">
          <a:xfrm>
            <a:off x="1145802"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grpSp>
        <p:nvGrpSpPr>
          <p:cNvPr id="31" name="Fuschia Tile"/>
          <p:cNvGrpSpPr/>
          <p:nvPr userDrawn="1"/>
        </p:nvGrpSpPr>
        <p:grpSpPr>
          <a:xfrm>
            <a:off x="831162" y="2888123"/>
            <a:ext cx="1084119" cy="1202193"/>
            <a:chOff x="1071620" y="3044261"/>
            <a:chExt cx="1325880" cy="1325880"/>
          </a:xfrm>
        </p:grpSpPr>
        <p:sp>
          <p:nvSpPr>
            <p:cNvPr id="32" name="Rectangle 31"/>
            <p:cNvSpPr/>
            <p:nvPr/>
          </p:nvSpPr>
          <p:spPr bwMode="auto">
            <a:xfrm>
              <a:off x="1071620" y="3044261"/>
              <a:ext cx="1325880" cy="1325880"/>
            </a:xfrm>
            <a:prstGeom prst="rect">
              <a:avLst/>
            </a:prstGeom>
            <a:solidFill>
              <a:schemeClr val="accent2"/>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33" name="Freeform 13"/>
            <p:cNvSpPr>
              <a:spLocks noEditPoints="1"/>
            </p:cNvSpPr>
            <p:nvPr/>
          </p:nvSpPr>
          <p:spPr bwMode="auto">
            <a:xfrm>
              <a:off x="1316254" y="3284926"/>
              <a:ext cx="836612" cy="841375"/>
            </a:xfrm>
            <a:custGeom>
              <a:avLst/>
              <a:gdLst>
                <a:gd name="T0" fmla="*/ 183 w 223"/>
                <a:gd name="T1" fmla="*/ 108 h 224"/>
                <a:gd name="T2" fmla="*/ 154 w 223"/>
                <a:gd name="T3" fmla="*/ 120 h 224"/>
                <a:gd name="T4" fmla="*/ 135 w 223"/>
                <a:gd name="T5" fmla="*/ 101 h 224"/>
                <a:gd name="T6" fmla="*/ 154 w 223"/>
                <a:gd name="T7" fmla="*/ 59 h 224"/>
                <a:gd name="T8" fmla="*/ 96 w 223"/>
                <a:gd name="T9" fmla="*/ 0 h 224"/>
                <a:gd name="T10" fmla="*/ 37 w 223"/>
                <a:gd name="T11" fmla="*/ 59 h 224"/>
                <a:gd name="T12" fmla="*/ 64 w 223"/>
                <a:gd name="T13" fmla="*/ 107 h 224"/>
                <a:gd name="T14" fmla="*/ 52 w 223"/>
                <a:gd name="T15" fmla="*/ 145 h 224"/>
                <a:gd name="T16" fmla="*/ 41 w 223"/>
                <a:gd name="T17" fmla="*/ 143 h 224"/>
                <a:gd name="T18" fmla="*/ 0 w 223"/>
                <a:gd name="T19" fmla="*/ 183 h 224"/>
                <a:gd name="T20" fmla="*/ 41 w 223"/>
                <a:gd name="T21" fmla="*/ 224 h 224"/>
                <a:gd name="T22" fmla="*/ 81 w 223"/>
                <a:gd name="T23" fmla="*/ 183 h 224"/>
                <a:gd name="T24" fmla="*/ 60 w 223"/>
                <a:gd name="T25" fmla="*/ 148 h 224"/>
                <a:gd name="T26" fmla="*/ 71 w 223"/>
                <a:gd name="T27" fmla="*/ 111 h 224"/>
                <a:gd name="T28" fmla="*/ 96 w 223"/>
                <a:gd name="T29" fmla="*/ 117 h 224"/>
                <a:gd name="T30" fmla="*/ 129 w 223"/>
                <a:gd name="T31" fmla="*/ 106 h 224"/>
                <a:gd name="T32" fmla="*/ 149 w 223"/>
                <a:gd name="T33" fmla="*/ 126 h 224"/>
                <a:gd name="T34" fmla="*/ 143 w 223"/>
                <a:gd name="T35" fmla="*/ 148 h 224"/>
                <a:gd name="T36" fmla="*/ 183 w 223"/>
                <a:gd name="T37" fmla="*/ 189 h 224"/>
                <a:gd name="T38" fmla="*/ 223 w 223"/>
                <a:gd name="T39" fmla="*/ 148 h 224"/>
                <a:gd name="T40" fmla="*/ 183 w 223"/>
                <a:gd name="T41" fmla="*/ 108 h 224"/>
                <a:gd name="T42" fmla="*/ 73 w 223"/>
                <a:gd name="T43" fmla="*/ 183 h 224"/>
                <a:gd name="T44" fmla="*/ 41 w 223"/>
                <a:gd name="T45" fmla="*/ 216 h 224"/>
                <a:gd name="T46" fmla="*/ 8 w 223"/>
                <a:gd name="T47" fmla="*/ 183 h 224"/>
                <a:gd name="T48" fmla="*/ 41 w 223"/>
                <a:gd name="T49" fmla="*/ 151 h 224"/>
                <a:gd name="T50" fmla="*/ 73 w 223"/>
                <a:gd name="T51" fmla="*/ 183 h 224"/>
                <a:gd name="T52" fmla="*/ 45 w 223"/>
                <a:gd name="T53" fmla="*/ 59 h 224"/>
                <a:gd name="T54" fmla="*/ 96 w 223"/>
                <a:gd name="T55" fmla="*/ 8 h 224"/>
                <a:gd name="T56" fmla="*/ 146 w 223"/>
                <a:gd name="T57" fmla="*/ 59 h 224"/>
                <a:gd name="T58" fmla="*/ 96 w 223"/>
                <a:gd name="T59" fmla="*/ 109 h 224"/>
                <a:gd name="T60" fmla="*/ 45 w 223"/>
                <a:gd name="T61" fmla="*/ 59 h 224"/>
                <a:gd name="T62" fmla="*/ 183 w 223"/>
                <a:gd name="T63" fmla="*/ 181 h 224"/>
                <a:gd name="T64" fmla="*/ 151 w 223"/>
                <a:gd name="T65" fmla="*/ 148 h 224"/>
                <a:gd name="T66" fmla="*/ 183 w 223"/>
                <a:gd name="T67" fmla="*/ 116 h 224"/>
                <a:gd name="T68" fmla="*/ 215 w 223"/>
                <a:gd name="T69" fmla="*/ 148 h 224"/>
                <a:gd name="T70" fmla="*/ 183 w 223"/>
                <a:gd name="T71" fmla="*/ 181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3" h="224">
                  <a:moveTo>
                    <a:pt x="183" y="108"/>
                  </a:moveTo>
                  <a:cubicBezTo>
                    <a:pt x="172" y="108"/>
                    <a:pt x="162" y="113"/>
                    <a:pt x="154" y="120"/>
                  </a:cubicBezTo>
                  <a:cubicBezTo>
                    <a:pt x="135" y="101"/>
                    <a:pt x="135" y="101"/>
                    <a:pt x="135" y="101"/>
                  </a:cubicBezTo>
                  <a:cubicBezTo>
                    <a:pt x="147" y="90"/>
                    <a:pt x="154" y="75"/>
                    <a:pt x="154" y="59"/>
                  </a:cubicBezTo>
                  <a:cubicBezTo>
                    <a:pt x="154" y="26"/>
                    <a:pt x="128" y="0"/>
                    <a:pt x="96" y="0"/>
                  </a:cubicBezTo>
                  <a:cubicBezTo>
                    <a:pt x="64" y="0"/>
                    <a:pt x="37" y="26"/>
                    <a:pt x="37" y="59"/>
                  </a:cubicBezTo>
                  <a:cubicBezTo>
                    <a:pt x="37" y="79"/>
                    <a:pt x="48" y="97"/>
                    <a:pt x="64" y="107"/>
                  </a:cubicBezTo>
                  <a:cubicBezTo>
                    <a:pt x="52" y="145"/>
                    <a:pt x="52" y="145"/>
                    <a:pt x="52" y="145"/>
                  </a:cubicBezTo>
                  <a:cubicBezTo>
                    <a:pt x="49" y="144"/>
                    <a:pt x="45" y="143"/>
                    <a:pt x="41" y="143"/>
                  </a:cubicBezTo>
                  <a:cubicBezTo>
                    <a:pt x="18" y="143"/>
                    <a:pt x="0" y="161"/>
                    <a:pt x="0" y="183"/>
                  </a:cubicBezTo>
                  <a:cubicBezTo>
                    <a:pt x="0" y="206"/>
                    <a:pt x="18" y="224"/>
                    <a:pt x="41" y="224"/>
                  </a:cubicBezTo>
                  <a:cubicBezTo>
                    <a:pt x="63" y="224"/>
                    <a:pt x="81" y="206"/>
                    <a:pt x="81" y="183"/>
                  </a:cubicBezTo>
                  <a:cubicBezTo>
                    <a:pt x="81" y="168"/>
                    <a:pt x="72" y="155"/>
                    <a:pt x="60" y="148"/>
                  </a:cubicBezTo>
                  <a:cubicBezTo>
                    <a:pt x="71" y="111"/>
                    <a:pt x="71" y="111"/>
                    <a:pt x="71" y="111"/>
                  </a:cubicBezTo>
                  <a:cubicBezTo>
                    <a:pt x="78" y="115"/>
                    <a:pt x="87" y="117"/>
                    <a:pt x="96" y="117"/>
                  </a:cubicBezTo>
                  <a:cubicBezTo>
                    <a:pt x="108" y="117"/>
                    <a:pt x="120" y="113"/>
                    <a:pt x="129" y="106"/>
                  </a:cubicBezTo>
                  <a:cubicBezTo>
                    <a:pt x="149" y="126"/>
                    <a:pt x="149" y="126"/>
                    <a:pt x="149" y="126"/>
                  </a:cubicBezTo>
                  <a:cubicBezTo>
                    <a:pt x="145" y="133"/>
                    <a:pt x="143" y="140"/>
                    <a:pt x="143" y="148"/>
                  </a:cubicBezTo>
                  <a:cubicBezTo>
                    <a:pt x="143" y="171"/>
                    <a:pt x="161" y="189"/>
                    <a:pt x="183" y="189"/>
                  </a:cubicBezTo>
                  <a:cubicBezTo>
                    <a:pt x="205" y="189"/>
                    <a:pt x="223" y="171"/>
                    <a:pt x="223" y="148"/>
                  </a:cubicBezTo>
                  <a:cubicBezTo>
                    <a:pt x="223" y="126"/>
                    <a:pt x="205" y="108"/>
                    <a:pt x="183" y="108"/>
                  </a:cubicBezTo>
                  <a:close/>
                  <a:moveTo>
                    <a:pt x="73" y="183"/>
                  </a:moveTo>
                  <a:cubicBezTo>
                    <a:pt x="73" y="201"/>
                    <a:pt x="58" y="216"/>
                    <a:pt x="41" y="216"/>
                  </a:cubicBezTo>
                  <a:cubicBezTo>
                    <a:pt x="23" y="216"/>
                    <a:pt x="8" y="201"/>
                    <a:pt x="8" y="183"/>
                  </a:cubicBezTo>
                  <a:cubicBezTo>
                    <a:pt x="8" y="166"/>
                    <a:pt x="23" y="151"/>
                    <a:pt x="41" y="151"/>
                  </a:cubicBezTo>
                  <a:cubicBezTo>
                    <a:pt x="58" y="151"/>
                    <a:pt x="73" y="166"/>
                    <a:pt x="73" y="183"/>
                  </a:cubicBezTo>
                  <a:close/>
                  <a:moveTo>
                    <a:pt x="45" y="59"/>
                  </a:moveTo>
                  <a:cubicBezTo>
                    <a:pt x="45" y="31"/>
                    <a:pt x="68" y="8"/>
                    <a:pt x="96" y="8"/>
                  </a:cubicBezTo>
                  <a:cubicBezTo>
                    <a:pt x="123" y="8"/>
                    <a:pt x="146" y="31"/>
                    <a:pt x="146" y="59"/>
                  </a:cubicBezTo>
                  <a:cubicBezTo>
                    <a:pt x="146" y="86"/>
                    <a:pt x="123" y="109"/>
                    <a:pt x="96" y="109"/>
                  </a:cubicBezTo>
                  <a:cubicBezTo>
                    <a:pt x="68" y="109"/>
                    <a:pt x="45" y="86"/>
                    <a:pt x="45" y="59"/>
                  </a:cubicBezTo>
                  <a:close/>
                  <a:moveTo>
                    <a:pt x="183" y="181"/>
                  </a:moveTo>
                  <a:cubicBezTo>
                    <a:pt x="165" y="181"/>
                    <a:pt x="151" y="166"/>
                    <a:pt x="151" y="148"/>
                  </a:cubicBezTo>
                  <a:cubicBezTo>
                    <a:pt x="151" y="130"/>
                    <a:pt x="165" y="116"/>
                    <a:pt x="183" y="116"/>
                  </a:cubicBezTo>
                  <a:cubicBezTo>
                    <a:pt x="201" y="116"/>
                    <a:pt x="215" y="130"/>
                    <a:pt x="215" y="148"/>
                  </a:cubicBezTo>
                  <a:cubicBezTo>
                    <a:pt x="215" y="166"/>
                    <a:pt x="201" y="181"/>
                    <a:pt x="183" y="181"/>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03"/>
              <a:endParaRPr lang="en-US" sz="1700">
                <a:solidFill>
                  <a:srgbClr val="FFFFFF"/>
                </a:solidFill>
              </a:endParaRPr>
            </a:p>
          </p:txBody>
        </p:sp>
      </p:grpSp>
      <p:grpSp>
        <p:nvGrpSpPr>
          <p:cNvPr id="34" name="Orange Tile"/>
          <p:cNvGrpSpPr/>
          <p:nvPr userDrawn="1"/>
        </p:nvGrpSpPr>
        <p:grpSpPr>
          <a:xfrm>
            <a:off x="2055658" y="2888123"/>
            <a:ext cx="1084119" cy="1202193"/>
            <a:chOff x="2487267" y="3044261"/>
            <a:chExt cx="1325880" cy="1325880"/>
          </a:xfrm>
        </p:grpSpPr>
        <p:sp>
          <p:nvSpPr>
            <p:cNvPr id="35" name="Rectangle 34"/>
            <p:cNvSpPr/>
            <p:nvPr/>
          </p:nvSpPr>
          <p:spPr bwMode="auto">
            <a:xfrm>
              <a:off x="2487267" y="3044261"/>
              <a:ext cx="1325880" cy="1325880"/>
            </a:xfrm>
            <a:prstGeom prst="rect">
              <a:avLst/>
            </a:prstGeom>
            <a:solidFill>
              <a:schemeClr val="accent3"/>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36" name="Freeform 30"/>
            <p:cNvSpPr>
              <a:spLocks noEditPoints="1"/>
            </p:cNvSpPr>
            <p:nvPr/>
          </p:nvSpPr>
          <p:spPr bwMode="auto">
            <a:xfrm>
              <a:off x="2774763" y="3284926"/>
              <a:ext cx="750888" cy="844550"/>
            </a:xfrm>
            <a:custGeom>
              <a:avLst/>
              <a:gdLst>
                <a:gd name="T0" fmla="*/ 15 w 200"/>
                <a:gd name="T1" fmla="*/ 0 h 225"/>
                <a:gd name="T2" fmla="*/ 11 w 200"/>
                <a:gd name="T3" fmla="*/ 17 h 225"/>
                <a:gd name="T4" fmla="*/ 11 w 200"/>
                <a:gd name="T5" fmla="*/ 35 h 225"/>
                <a:gd name="T6" fmla="*/ 0 w 200"/>
                <a:gd name="T7" fmla="*/ 55 h 225"/>
                <a:gd name="T8" fmla="*/ 11 w 200"/>
                <a:gd name="T9" fmla="*/ 75 h 225"/>
                <a:gd name="T10" fmla="*/ 11 w 200"/>
                <a:gd name="T11" fmla="*/ 94 h 225"/>
                <a:gd name="T12" fmla="*/ 0 w 200"/>
                <a:gd name="T13" fmla="*/ 114 h 225"/>
                <a:gd name="T14" fmla="*/ 11 w 200"/>
                <a:gd name="T15" fmla="*/ 134 h 225"/>
                <a:gd name="T16" fmla="*/ 11 w 200"/>
                <a:gd name="T17" fmla="*/ 153 h 225"/>
                <a:gd name="T18" fmla="*/ 0 w 200"/>
                <a:gd name="T19" fmla="*/ 173 h 225"/>
                <a:gd name="T20" fmla="*/ 11 w 200"/>
                <a:gd name="T21" fmla="*/ 193 h 225"/>
                <a:gd name="T22" fmla="*/ 11 w 200"/>
                <a:gd name="T23" fmla="*/ 211 h 225"/>
                <a:gd name="T24" fmla="*/ 15 w 200"/>
                <a:gd name="T25" fmla="*/ 225 h 225"/>
                <a:gd name="T26" fmla="*/ 200 w 200"/>
                <a:gd name="T27" fmla="*/ 185 h 225"/>
                <a:gd name="T28" fmla="*/ 160 w 200"/>
                <a:gd name="T29" fmla="*/ 0 h 225"/>
                <a:gd name="T30" fmla="*/ 11 w 200"/>
                <a:gd name="T31" fmla="*/ 25 h 225"/>
                <a:gd name="T32" fmla="*/ 8 w 200"/>
                <a:gd name="T33" fmla="*/ 26 h 225"/>
                <a:gd name="T34" fmla="*/ 11 w 200"/>
                <a:gd name="T35" fmla="*/ 54 h 225"/>
                <a:gd name="T36" fmla="*/ 8 w 200"/>
                <a:gd name="T37" fmla="*/ 55 h 225"/>
                <a:gd name="T38" fmla="*/ 11 w 200"/>
                <a:gd name="T39" fmla="*/ 83 h 225"/>
                <a:gd name="T40" fmla="*/ 8 w 200"/>
                <a:gd name="T41" fmla="*/ 85 h 225"/>
                <a:gd name="T42" fmla="*/ 11 w 200"/>
                <a:gd name="T43" fmla="*/ 113 h 225"/>
                <a:gd name="T44" fmla="*/ 8 w 200"/>
                <a:gd name="T45" fmla="*/ 114 h 225"/>
                <a:gd name="T46" fmla="*/ 11 w 200"/>
                <a:gd name="T47" fmla="*/ 142 h 225"/>
                <a:gd name="T48" fmla="*/ 8 w 200"/>
                <a:gd name="T49" fmla="*/ 143 h 225"/>
                <a:gd name="T50" fmla="*/ 11 w 200"/>
                <a:gd name="T51" fmla="*/ 171 h 225"/>
                <a:gd name="T52" fmla="*/ 8 w 200"/>
                <a:gd name="T53" fmla="*/ 173 h 225"/>
                <a:gd name="T54" fmla="*/ 11 w 200"/>
                <a:gd name="T55" fmla="*/ 201 h 225"/>
                <a:gd name="T56" fmla="*/ 8 w 200"/>
                <a:gd name="T57" fmla="*/ 202 h 225"/>
                <a:gd name="T58" fmla="*/ 160 w 200"/>
                <a:gd name="T59" fmla="*/ 217 h 225"/>
                <a:gd name="T60" fmla="*/ 19 w 200"/>
                <a:gd name="T61" fmla="*/ 201 h 225"/>
                <a:gd name="T62" fmla="*/ 21 w 200"/>
                <a:gd name="T63" fmla="*/ 205 h 225"/>
                <a:gd name="T64" fmla="*/ 27 w 200"/>
                <a:gd name="T65" fmla="*/ 198 h 225"/>
                <a:gd name="T66" fmla="*/ 19 w 200"/>
                <a:gd name="T67" fmla="*/ 172 h 225"/>
                <a:gd name="T68" fmla="*/ 21 w 200"/>
                <a:gd name="T69" fmla="*/ 175 h 225"/>
                <a:gd name="T70" fmla="*/ 27 w 200"/>
                <a:gd name="T71" fmla="*/ 168 h 225"/>
                <a:gd name="T72" fmla="*/ 19 w 200"/>
                <a:gd name="T73" fmla="*/ 142 h 225"/>
                <a:gd name="T74" fmla="*/ 21 w 200"/>
                <a:gd name="T75" fmla="*/ 146 h 225"/>
                <a:gd name="T76" fmla="*/ 27 w 200"/>
                <a:gd name="T77" fmla="*/ 139 h 225"/>
                <a:gd name="T78" fmla="*/ 19 w 200"/>
                <a:gd name="T79" fmla="*/ 113 h 225"/>
                <a:gd name="T80" fmla="*/ 21 w 200"/>
                <a:gd name="T81" fmla="*/ 117 h 225"/>
                <a:gd name="T82" fmla="*/ 27 w 200"/>
                <a:gd name="T83" fmla="*/ 110 h 225"/>
                <a:gd name="T84" fmla="*/ 19 w 200"/>
                <a:gd name="T85" fmla="*/ 83 h 225"/>
                <a:gd name="T86" fmla="*/ 21 w 200"/>
                <a:gd name="T87" fmla="*/ 87 h 225"/>
                <a:gd name="T88" fmla="*/ 27 w 200"/>
                <a:gd name="T89" fmla="*/ 80 h 225"/>
                <a:gd name="T90" fmla="*/ 19 w 200"/>
                <a:gd name="T91" fmla="*/ 54 h 225"/>
                <a:gd name="T92" fmla="*/ 21 w 200"/>
                <a:gd name="T93" fmla="*/ 58 h 225"/>
                <a:gd name="T94" fmla="*/ 27 w 200"/>
                <a:gd name="T95" fmla="*/ 51 h 225"/>
                <a:gd name="T96" fmla="*/ 19 w 200"/>
                <a:gd name="T97" fmla="*/ 25 h 225"/>
                <a:gd name="T98" fmla="*/ 21 w 200"/>
                <a:gd name="T99" fmla="*/ 29 h 225"/>
                <a:gd name="T100" fmla="*/ 27 w 200"/>
                <a:gd name="T101" fmla="*/ 22 h 225"/>
                <a:gd name="T102" fmla="*/ 19 w 200"/>
                <a:gd name="T103" fmla="*/ 8 h 225"/>
                <a:gd name="T104" fmla="*/ 192 w 200"/>
                <a:gd name="T105" fmla="*/ 4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0" h="225">
                  <a:moveTo>
                    <a:pt x="160" y="0"/>
                  </a:moveTo>
                  <a:cubicBezTo>
                    <a:pt x="15" y="0"/>
                    <a:pt x="15" y="0"/>
                    <a:pt x="15" y="0"/>
                  </a:cubicBezTo>
                  <a:cubicBezTo>
                    <a:pt x="12" y="0"/>
                    <a:pt x="11" y="2"/>
                    <a:pt x="11" y="4"/>
                  </a:cubicBezTo>
                  <a:cubicBezTo>
                    <a:pt x="11" y="17"/>
                    <a:pt x="11" y="17"/>
                    <a:pt x="11" y="17"/>
                  </a:cubicBezTo>
                  <a:cubicBezTo>
                    <a:pt x="4" y="18"/>
                    <a:pt x="0" y="21"/>
                    <a:pt x="0" y="26"/>
                  </a:cubicBezTo>
                  <a:cubicBezTo>
                    <a:pt x="0" y="30"/>
                    <a:pt x="4" y="34"/>
                    <a:pt x="11" y="35"/>
                  </a:cubicBezTo>
                  <a:cubicBezTo>
                    <a:pt x="11" y="46"/>
                    <a:pt x="11" y="46"/>
                    <a:pt x="11" y="46"/>
                  </a:cubicBezTo>
                  <a:cubicBezTo>
                    <a:pt x="4" y="47"/>
                    <a:pt x="0" y="51"/>
                    <a:pt x="0" y="55"/>
                  </a:cubicBezTo>
                  <a:cubicBezTo>
                    <a:pt x="0" y="60"/>
                    <a:pt x="4" y="63"/>
                    <a:pt x="11" y="65"/>
                  </a:cubicBezTo>
                  <a:cubicBezTo>
                    <a:pt x="11" y="75"/>
                    <a:pt x="11" y="75"/>
                    <a:pt x="11" y="75"/>
                  </a:cubicBezTo>
                  <a:cubicBezTo>
                    <a:pt x="4" y="76"/>
                    <a:pt x="0" y="80"/>
                    <a:pt x="0" y="85"/>
                  </a:cubicBezTo>
                  <a:cubicBezTo>
                    <a:pt x="0" y="89"/>
                    <a:pt x="4" y="93"/>
                    <a:pt x="11" y="94"/>
                  </a:cubicBezTo>
                  <a:cubicBezTo>
                    <a:pt x="11" y="105"/>
                    <a:pt x="11" y="105"/>
                    <a:pt x="11" y="105"/>
                  </a:cubicBezTo>
                  <a:cubicBezTo>
                    <a:pt x="4" y="106"/>
                    <a:pt x="0" y="109"/>
                    <a:pt x="0" y="114"/>
                  </a:cubicBezTo>
                  <a:cubicBezTo>
                    <a:pt x="0" y="119"/>
                    <a:pt x="4" y="122"/>
                    <a:pt x="11" y="123"/>
                  </a:cubicBezTo>
                  <a:cubicBezTo>
                    <a:pt x="11" y="134"/>
                    <a:pt x="11" y="134"/>
                    <a:pt x="11" y="134"/>
                  </a:cubicBezTo>
                  <a:cubicBezTo>
                    <a:pt x="4" y="135"/>
                    <a:pt x="0" y="139"/>
                    <a:pt x="0" y="143"/>
                  </a:cubicBezTo>
                  <a:cubicBezTo>
                    <a:pt x="0" y="148"/>
                    <a:pt x="4" y="152"/>
                    <a:pt x="11" y="153"/>
                  </a:cubicBezTo>
                  <a:cubicBezTo>
                    <a:pt x="11" y="163"/>
                    <a:pt x="11" y="163"/>
                    <a:pt x="11" y="163"/>
                  </a:cubicBezTo>
                  <a:cubicBezTo>
                    <a:pt x="4" y="164"/>
                    <a:pt x="0" y="168"/>
                    <a:pt x="0" y="173"/>
                  </a:cubicBezTo>
                  <a:cubicBezTo>
                    <a:pt x="0" y="177"/>
                    <a:pt x="4" y="181"/>
                    <a:pt x="11" y="182"/>
                  </a:cubicBezTo>
                  <a:cubicBezTo>
                    <a:pt x="11" y="193"/>
                    <a:pt x="11" y="193"/>
                    <a:pt x="11" y="193"/>
                  </a:cubicBezTo>
                  <a:cubicBezTo>
                    <a:pt x="4" y="194"/>
                    <a:pt x="0" y="197"/>
                    <a:pt x="0" y="202"/>
                  </a:cubicBezTo>
                  <a:cubicBezTo>
                    <a:pt x="0" y="207"/>
                    <a:pt x="4" y="210"/>
                    <a:pt x="11" y="211"/>
                  </a:cubicBezTo>
                  <a:cubicBezTo>
                    <a:pt x="11" y="221"/>
                    <a:pt x="11" y="221"/>
                    <a:pt x="11" y="221"/>
                  </a:cubicBezTo>
                  <a:cubicBezTo>
                    <a:pt x="11" y="223"/>
                    <a:pt x="12" y="225"/>
                    <a:pt x="15" y="225"/>
                  </a:cubicBezTo>
                  <a:cubicBezTo>
                    <a:pt x="160" y="225"/>
                    <a:pt x="160" y="225"/>
                    <a:pt x="160" y="225"/>
                  </a:cubicBezTo>
                  <a:cubicBezTo>
                    <a:pt x="182" y="225"/>
                    <a:pt x="200" y="207"/>
                    <a:pt x="200" y="185"/>
                  </a:cubicBezTo>
                  <a:cubicBezTo>
                    <a:pt x="200" y="40"/>
                    <a:pt x="200" y="40"/>
                    <a:pt x="200" y="40"/>
                  </a:cubicBezTo>
                  <a:cubicBezTo>
                    <a:pt x="200" y="18"/>
                    <a:pt x="182" y="0"/>
                    <a:pt x="160" y="0"/>
                  </a:cubicBezTo>
                  <a:close/>
                  <a:moveTo>
                    <a:pt x="8" y="26"/>
                  </a:moveTo>
                  <a:cubicBezTo>
                    <a:pt x="9" y="26"/>
                    <a:pt x="9" y="25"/>
                    <a:pt x="11" y="25"/>
                  </a:cubicBezTo>
                  <a:cubicBezTo>
                    <a:pt x="11" y="27"/>
                    <a:pt x="11" y="27"/>
                    <a:pt x="11" y="27"/>
                  </a:cubicBezTo>
                  <a:cubicBezTo>
                    <a:pt x="9" y="27"/>
                    <a:pt x="9" y="26"/>
                    <a:pt x="8" y="26"/>
                  </a:cubicBezTo>
                  <a:close/>
                  <a:moveTo>
                    <a:pt x="8" y="55"/>
                  </a:moveTo>
                  <a:cubicBezTo>
                    <a:pt x="9" y="55"/>
                    <a:pt x="9" y="54"/>
                    <a:pt x="11" y="54"/>
                  </a:cubicBezTo>
                  <a:cubicBezTo>
                    <a:pt x="11" y="56"/>
                    <a:pt x="11" y="56"/>
                    <a:pt x="11" y="56"/>
                  </a:cubicBezTo>
                  <a:cubicBezTo>
                    <a:pt x="9" y="56"/>
                    <a:pt x="9" y="56"/>
                    <a:pt x="8" y="55"/>
                  </a:cubicBezTo>
                  <a:close/>
                  <a:moveTo>
                    <a:pt x="8" y="85"/>
                  </a:moveTo>
                  <a:cubicBezTo>
                    <a:pt x="9" y="84"/>
                    <a:pt x="9" y="84"/>
                    <a:pt x="11" y="83"/>
                  </a:cubicBezTo>
                  <a:cubicBezTo>
                    <a:pt x="11" y="86"/>
                    <a:pt x="11" y="86"/>
                    <a:pt x="11" y="86"/>
                  </a:cubicBezTo>
                  <a:cubicBezTo>
                    <a:pt x="9" y="85"/>
                    <a:pt x="9" y="85"/>
                    <a:pt x="8" y="85"/>
                  </a:cubicBezTo>
                  <a:close/>
                  <a:moveTo>
                    <a:pt x="8" y="114"/>
                  </a:moveTo>
                  <a:cubicBezTo>
                    <a:pt x="9" y="114"/>
                    <a:pt x="9" y="113"/>
                    <a:pt x="11" y="113"/>
                  </a:cubicBezTo>
                  <a:cubicBezTo>
                    <a:pt x="11" y="115"/>
                    <a:pt x="11" y="115"/>
                    <a:pt x="11" y="115"/>
                  </a:cubicBezTo>
                  <a:cubicBezTo>
                    <a:pt x="9" y="115"/>
                    <a:pt x="9" y="114"/>
                    <a:pt x="8" y="114"/>
                  </a:cubicBezTo>
                  <a:close/>
                  <a:moveTo>
                    <a:pt x="8" y="143"/>
                  </a:moveTo>
                  <a:cubicBezTo>
                    <a:pt x="9" y="143"/>
                    <a:pt x="9" y="142"/>
                    <a:pt x="11" y="142"/>
                  </a:cubicBezTo>
                  <a:cubicBezTo>
                    <a:pt x="11" y="144"/>
                    <a:pt x="11" y="144"/>
                    <a:pt x="11" y="144"/>
                  </a:cubicBezTo>
                  <a:cubicBezTo>
                    <a:pt x="9" y="144"/>
                    <a:pt x="9" y="144"/>
                    <a:pt x="8" y="143"/>
                  </a:cubicBezTo>
                  <a:close/>
                  <a:moveTo>
                    <a:pt x="8" y="173"/>
                  </a:moveTo>
                  <a:cubicBezTo>
                    <a:pt x="9" y="172"/>
                    <a:pt x="9" y="172"/>
                    <a:pt x="11" y="171"/>
                  </a:cubicBezTo>
                  <a:cubicBezTo>
                    <a:pt x="11" y="174"/>
                    <a:pt x="11" y="174"/>
                    <a:pt x="11" y="174"/>
                  </a:cubicBezTo>
                  <a:cubicBezTo>
                    <a:pt x="9" y="173"/>
                    <a:pt x="9" y="173"/>
                    <a:pt x="8" y="173"/>
                  </a:cubicBezTo>
                  <a:close/>
                  <a:moveTo>
                    <a:pt x="8" y="202"/>
                  </a:moveTo>
                  <a:cubicBezTo>
                    <a:pt x="9" y="202"/>
                    <a:pt x="9" y="201"/>
                    <a:pt x="11" y="201"/>
                  </a:cubicBezTo>
                  <a:cubicBezTo>
                    <a:pt x="11" y="203"/>
                    <a:pt x="11" y="203"/>
                    <a:pt x="11" y="203"/>
                  </a:cubicBezTo>
                  <a:cubicBezTo>
                    <a:pt x="9" y="203"/>
                    <a:pt x="9" y="202"/>
                    <a:pt x="8" y="202"/>
                  </a:cubicBezTo>
                  <a:close/>
                  <a:moveTo>
                    <a:pt x="192" y="185"/>
                  </a:moveTo>
                  <a:cubicBezTo>
                    <a:pt x="192" y="202"/>
                    <a:pt x="177" y="217"/>
                    <a:pt x="160" y="217"/>
                  </a:cubicBezTo>
                  <a:cubicBezTo>
                    <a:pt x="19" y="217"/>
                    <a:pt x="19" y="217"/>
                    <a:pt x="19" y="217"/>
                  </a:cubicBezTo>
                  <a:cubicBezTo>
                    <a:pt x="19" y="201"/>
                    <a:pt x="19" y="201"/>
                    <a:pt x="19" y="201"/>
                  </a:cubicBezTo>
                  <a:cubicBezTo>
                    <a:pt x="20" y="201"/>
                    <a:pt x="20" y="202"/>
                    <a:pt x="21" y="202"/>
                  </a:cubicBezTo>
                  <a:cubicBezTo>
                    <a:pt x="21" y="203"/>
                    <a:pt x="22" y="203"/>
                    <a:pt x="21" y="205"/>
                  </a:cubicBezTo>
                  <a:cubicBezTo>
                    <a:pt x="29" y="207"/>
                    <a:pt x="29" y="207"/>
                    <a:pt x="29" y="207"/>
                  </a:cubicBezTo>
                  <a:cubicBezTo>
                    <a:pt x="30" y="203"/>
                    <a:pt x="29" y="200"/>
                    <a:pt x="27" y="198"/>
                  </a:cubicBezTo>
                  <a:cubicBezTo>
                    <a:pt x="26" y="195"/>
                    <a:pt x="22" y="193"/>
                    <a:pt x="19" y="193"/>
                  </a:cubicBezTo>
                  <a:cubicBezTo>
                    <a:pt x="19" y="172"/>
                    <a:pt x="19" y="172"/>
                    <a:pt x="19" y="172"/>
                  </a:cubicBezTo>
                  <a:cubicBezTo>
                    <a:pt x="20" y="172"/>
                    <a:pt x="20" y="172"/>
                    <a:pt x="21" y="173"/>
                  </a:cubicBezTo>
                  <a:cubicBezTo>
                    <a:pt x="21" y="173"/>
                    <a:pt x="22" y="174"/>
                    <a:pt x="21" y="175"/>
                  </a:cubicBezTo>
                  <a:cubicBezTo>
                    <a:pt x="29" y="178"/>
                    <a:pt x="29" y="178"/>
                    <a:pt x="29" y="178"/>
                  </a:cubicBezTo>
                  <a:cubicBezTo>
                    <a:pt x="30" y="173"/>
                    <a:pt x="29" y="170"/>
                    <a:pt x="27" y="168"/>
                  </a:cubicBezTo>
                  <a:cubicBezTo>
                    <a:pt x="26" y="166"/>
                    <a:pt x="22" y="164"/>
                    <a:pt x="19" y="163"/>
                  </a:cubicBezTo>
                  <a:cubicBezTo>
                    <a:pt x="19" y="142"/>
                    <a:pt x="19" y="142"/>
                    <a:pt x="19" y="142"/>
                  </a:cubicBezTo>
                  <a:cubicBezTo>
                    <a:pt x="20" y="143"/>
                    <a:pt x="20" y="143"/>
                    <a:pt x="21" y="144"/>
                  </a:cubicBezTo>
                  <a:cubicBezTo>
                    <a:pt x="21" y="144"/>
                    <a:pt x="22" y="145"/>
                    <a:pt x="21" y="146"/>
                  </a:cubicBezTo>
                  <a:cubicBezTo>
                    <a:pt x="29" y="148"/>
                    <a:pt x="29" y="148"/>
                    <a:pt x="29" y="148"/>
                  </a:cubicBezTo>
                  <a:cubicBezTo>
                    <a:pt x="30" y="144"/>
                    <a:pt x="29" y="141"/>
                    <a:pt x="27" y="139"/>
                  </a:cubicBezTo>
                  <a:cubicBezTo>
                    <a:pt x="26" y="136"/>
                    <a:pt x="22" y="135"/>
                    <a:pt x="19" y="134"/>
                  </a:cubicBezTo>
                  <a:cubicBezTo>
                    <a:pt x="19" y="113"/>
                    <a:pt x="19" y="113"/>
                    <a:pt x="19" y="113"/>
                  </a:cubicBezTo>
                  <a:cubicBezTo>
                    <a:pt x="20" y="113"/>
                    <a:pt x="20" y="114"/>
                    <a:pt x="21" y="114"/>
                  </a:cubicBezTo>
                  <a:cubicBezTo>
                    <a:pt x="21" y="115"/>
                    <a:pt x="22" y="115"/>
                    <a:pt x="21" y="117"/>
                  </a:cubicBezTo>
                  <a:cubicBezTo>
                    <a:pt x="29" y="119"/>
                    <a:pt x="29" y="119"/>
                    <a:pt x="29" y="119"/>
                  </a:cubicBezTo>
                  <a:cubicBezTo>
                    <a:pt x="30" y="115"/>
                    <a:pt x="29" y="111"/>
                    <a:pt x="27" y="110"/>
                  </a:cubicBezTo>
                  <a:cubicBezTo>
                    <a:pt x="26" y="107"/>
                    <a:pt x="22" y="105"/>
                    <a:pt x="19" y="105"/>
                  </a:cubicBezTo>
                  <a:cubicBezTo>
                    <a:pt x="19" y="83"/>
                    <a:pt x="19" y="83"/>
                    <a:pt x="19" y="83"/>
                  </a:cubicBezTo>
                  <a:cubicBezTo>
                    <a:pt x="20" y="84"/>
                    <a:pt x="20" y="84"/>
                    <a:pt x="21" y="85"/>
                  </a:cubicBezTo>
                  <a:cubicBezTo>
                    <a:pt x="21" y="85"/>
                    <a:pt x="22" y="86"/>
                    <a:pt x="21" y="87"/>
                  </a:cubicBezTo>
                  <a:cubicBezTo>
                    <a:pt x="29" y="90"/>
                    <a:pt x="29" y="90"/>
                    <a:pt x="29" y="90"/>
                  </a:cubicBezTo>
                  <a:cubicBezTo>
                    <a:pt x="30" y="85"/>
                    <a:pt x="29" y="82"/>
                    <a:pt x="27" y="80"/>
                  </a:cubicBezTo>
                  <a:cubicBezTo>
                    <a:pt x="26" y="78"/>
                    <a:pt x="22" y="76"/>
                    <a:pt x="19" y="75"/>
                  </a:cubicBezTo>
                  <a:cubicBezTo>
                    <a:pt x="19" y="54"/>
                    <a:pt x="19" y="54"/>
                    <a:pt x="19" y="54"/>
                  </a:cubicBezTo>
                  <a:cubicBezTo>
                    <a:pt x="20" y="54"/>
                    <a:pt x="20" y="55"/>
                    <a:pt x="21" y="56"/>
                  </a:cubicBezTo>
                  <a:cubicBezTo>
                    <a:pt x="21" y="56"/>
                    <a:pt x="22" y="56"/>
                    <a:pt x="21" y="58"/>
                  </a:cubicBezTo>
                  <a:cubicBezTo>
                    <a:pt x="29" y="60"/>
                    <a:pt x="29" y="60"/>
                    <a:pt x="29" y="60"/>
                  </a:cubicBezTo>
                  <a:cubicBezTo>
                    <a:pt x="30" y="56"/>
                    <a:pt x="29" y="53"/>
                    <a:pt x="27" y="51"/>
                  </a:cubicBezTo>
                  <a:cubicBezTo>
                    <a:pt x="26" y="48"/>
                    <a:pt x="22" y="47"/>
                    <a:pt x="19" y="46"/>
                  </a:cubicBezTo>
                  <a:cubicBezTo>
                    <a:pt x="19" y="25"/>
                    <a:pt x="19" y="25"/>
                    <a:pt x="19" y="25"/>
                  </a:cubicBezTo>
                  <a:cubicBezTo>
                    <a:pt x="20" y="25"/>
                    <a:pt x="20" y="26"/>
                    <a:pt x="21" y="26"/>
                  </a:cubicBezTo>
                  <a:cubicBezTo>
                    <a:pt x="21" y="26"/>
                    <a:pt x="22" y="27"/>
                    <a:pt x="21" y="29"/>
                  </a:cubicBezTo>
                  <a:cubicBezTo>
                    <a:pt x="29" y="31"/>
                    <a:pt x="29" y="31"/>
                    <a:pt x="29" y="31"/>
                  </a:cubicBezTo>
                  <a:cubicBezTo>
                    <a:pt x="30" y="27"/>
                    <a:pt x="29" y="23"/>
                    <a:pt x="27" y="22"/>
                  </a:cubicBezTo>
                  <a:cubicBezTo>
                    <a:pt x="26" y="19"/>
                    <a:pt x="22" y="17"/>
                    <a:pt x="19" y="16"/>
                  </a:cubicBezTo>
                  <a:cubicBezTo>
                    <a:pt x="19" y="8"/>
                    <a:pt x="19" y="8"/>
                    <a:pt x="19" y="8"/>
                  </a:cubicBezTo>
                  <a:cubicBezTo>
                    <a:pt x="160" y="8"/>
                    <a:pt x="160" y="8"/>
                    <a:pt x="160" y="8"/>
                  </a:cubicBezTo>
                  <a:cubicBezTo>
                    <a:pt x="177" y="8"/>
                    <a:pt x="192" y="22"/>
                    <a:pt x="192" y="40"/>
                  </a:cubicBezTo>
                  <a:lnTo>
                    <a:pt x="192" y="185"/>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03"/>
              <a:endParaRPr lang="en-US" sz="1700">
                <a:solidFill>
                  <a:srgbClr val="FFFFFF"/>
                </a:solidFill>
              </a:endParaRPr>
            </a:p>
          </p:txBody>
        </p:sp>
      </p:grpSp>
      <p:grpSp>
        <p:nvGrpSpPr>
          <p:cNvPr id="37" name="Teal Tile"/>
          <p:cNvGrpSpPr/>
          <p:nvPr userDrawn="1"/>
        </p:nvGrpSpPr>
        <p:grpSpPr>
          <a:xfrm>
            <a:off x="831162" y="4245981"/>
            <a:ext cx="1084119" cy="1202193"/>
            <a:chOff x="1020317" y="4686638"/>
            <a:chExt cx="1325880" cy="1325880"/>
          </a:xfrm>
        </p:grpSpPr>
        <p:sp>
          <p:nvSpPr>
            <p:cNvPr id="38" name="Rectangle 37"/>
            <p:cNvSpPr/>
            <p:nvPr/>
          </p:nvSpPr>
          <p:spPr bwMode="auto">
            <a:xfrm>
              <a:off x="1020317" y="4686638"/>
              <a:ext cx="1325880" cy="1325880"/>
            </a:xfrm>
            <a:prstGeom prst="rect">
              <a:avLst/>
            </a:prstGeom>
            <a:solidFill>
              <a:schemeClr val="accent4"/>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39" name="Freeform 13"/>
            <p:cNvSpPr>
              <a:spLocks noEditPoints="1"/>
            </p:cNvSpPr>
            <p:nvPr/>
          </p:nvSpPr>
          <p:spPr bwMode="auto">
            <a:xfrm>
              <a:off x="1455948" y="4930478"/>
              <a:ext cx="454618" cy="838200"/>
            </a:xfrm>
            <a:custGeom>
              <a:avLst/>
              <a:gdLst>
                <a:gd name="T0" fmla="*/ 2 w 122"/>
                <a:gd name="T1" fmla="*/ 65 h 225"/>
                <a:gd name="T2" fmla="*/ 14 w 122"/>
                <a:gd name="T3" fmla="*/ 77 h 225"/>
                <a:gd name="T4" fmla="*/ 17 w 122"/>
                <a:gd name="T5" fmla="*/ 76 h 225"/>
                <a:gd name="T6" fmla="*/ 119 w 122"/>
                <a:gd name="T7" fmla="*/ 42 h 225"/>
                <a:gd name="T8" fmla="*/ 119 w 122"/>
                <a:gd name="T9" fmla="*/ 30 h 225"/>
                <a:gd name="T10" fmla="*/ 105 w 122"/>
                <a:gd name="T11" fmla="*/ 23 h 225"/>
                <a:gd name="T12" fmla="*/ 3 w 122"/>
                <a:gd name="T13" fmla="*/ 57 h 225"/>
                <a:gd name="T14" fmla="*/ 108 w 122"/>
                <a:gd name="T15" fmla="*/ 28 h 225"/>
                <a:gd name="T16" fmla="*/ 114 w 122"/>
                <a:gd name="T17" fmla="*/ 35 h 225"/>
                <a:gd name="T18" fmla="*/ 111 w 122"/>
                <a:gd name="T19" fmla="*/ 42 h 225"/>
                <a:gd name="T20" fmla="*/ 14 w 122"/>
                <a:gd name="T21" fmla="*/ 71 h 225"/>
                <a:gd name="T22" fmla="*/ 9 w 122"/>
                <a:gd name="T23" fmla="*/ 67 h 225"/>
                <a:gd name="T24" fmla="*/ 8 w 122"/>
                <a:gd name="T25" fmla="*/ 59 h 225"/>
                <a:gd name="T26" fmla="*/ 106 w 122"/>
                <a:gd name="T27" fmla="*/ 28 h 225"/>
                <a:gd name="T28" fmla="*/ 14 w 122"/>
                <a:gd name="T29" fmla="*/ 43 h 225"/>
                <a:gd name="T30" fmla="*/ 66 w 122"/>
                <a:gd name="T31" fmla="*/ 28 h 225"/>
                <a:gd name="T32" fmla="*/ 73 w 122"/>
                <a:gd name="T33" fmla="*/ 10 h 225"/>
                <a:gd name="T34" fmla="*/ 9 w 122"/>
                <a:gd name="T35" fmla="*/ 17 h 225"/>
                <a:gd name="T36" fmla="*/ 3 w 122"/>
                <a:gd name="T37" fmla="*/ 35 h 225"/>
                <a:gd name="T38" fmla="*/ 61 w 122"/>
                <a:gd name="T39" fmla="*/ 8 h 225"/>
                <a:gd name="T40" fmla="*/ 67 w 122"/>
                <a:gd name="T41" fmla="*/ 12 h 225"/>
                <a:gd name="T42" fmla="*/ 65 w 122"/>
                <a:gd name="T43" fmla="*/ 22 h 225"/>
                <a:gd name="T44" fmla="*/ 14 w 122"/>
                <a:gd name="T45" fmla="*/ 37 h 225"/>
                <a:gd name="T46" fmla="*/ 8 w 122"/>
                <a:gd name="T47" fmla="*/ 30 h 225"/>
                <a:gd name="T48" fmla="*/ 120 w 122"/>
                <a:gd name="T49" fmla="*/ 101 h 225"/>
                <a:gd name="T50" fmla="*/ 105 w 122"/>
                <a:gd name="T51" fmla="*/ 90 h 225"/>
                <a:gd name="T52" fmla="*/ 72 w 122"/>
                <a:gd name="T53" fmla="*/ 110 h 225"/>
                <a:gd name="T54" fmla="*/ 55 w 122"/>
                <a:gd name="T55" fmla="*/ 138 h 225"/>
                <a:gd name="T56" fmla="*/ 53 w 122"/>
                <a:gd name="T57" fmla="*/ 99 h 225"/>
                <a:gd name="T58" fmla="*/ 119 w 122"/>
                <a:gd name="T59" fmla="*/ 76 h 225"/>
                <a:gd name="T60" fmla="*/ 119 w 122"/>
                <a:gd name="T61" fmla="*/ 64 h 225"/>
                <a:gd name="T62" fmla="*/ 9 w 122"/>
                <a:gd name="T63" fmla="*/ 85 h 225"/>
                <a:gd name="T64" fmla="*/ 1 w 122"/>
                <a:gd name="T65" fmla="*/ 97 h 225"/>
                <a:gd name="T66" fmla="*/ 3 w 122"/>
                <a:gd name="T67" fmla="*/ 102 h 225"/>
                <a:gd name="T68" fmla="*/ 11 w 122"/>
                <a:gd name="T69" fmla="*/ 110 h 225"/>
                <a:gd name="T70" fmla="*/ 28 w 122"/>
                <a:gd name="T71" fmla="*/ 121 h 225"/>
                <a:gd name="T72" fmla="*/ 17 w 122"/>
                <a:gd name="T73" fmla="*/ 138 h 225"/>
                <a:gd name="T74" fmla="*/ 40 w 122"/>
                <a:gd name="T75" fmla="*/ 209 h 225"/>
                <a:gd name="T76" fmla="*/ 53 w 122"/>
                <a:gd name="T77" fmla="*/ 225 h 225"/>
                <a:gd name="T78" fmla="*/ 87 w 122"/>
                <a:gd name="T79" fmla="*/ 214 h 225"/>
                <a:gd name="T80" fmla="*/ 110 w 122"/>
                <a:gd name="T81" fmla="*/ 187 h 225"/>
                <a:gd name="T82" fmla="*/ 99 w 122"/>
                <a:gd name="T83" fmla="*/ 138 h 225"/>
                <a:gd name="T84" fmla="*/ 104 w 122"/>
                <a:gd name="T85" fmla="*/ 117 h 225"/>
                <a:gd name="T86" fmla="*/ 120 w 122"/>
                <a:gd name="T87" fmla="*/ 101 h 225"/>
                <a:gd name="T88" fmla="*/ 47 w 122"/>
                <a:gd name="T89" fmla="*/ 101 h 225"/>
                <a:gd name="T90" fmla="*/ 49 w 122"/>
                <a:gd name="T91" fmla="*/ 138 h 225"/>
                <a:gd name="T92" fmla="*/ 35 w 122"/>
                <a:gd name="T93" fmla="*/ 121 h 225"/>
                <a:gd name="T94" fmla="*/ 24 w 122"/>
                <a:gd name="T95" fmla="*/ 108 h 225"/>
                <a:gd name="T96" fmla="*/ 12 w 122"/>
                <a:gd name="T97" fmla="*/ 104 h 225"/>
                <a:gd name="T98" fmla="*/ 8 w 122"/>
                <a:gd name="T99" fmla="*/ 97 h 225"/>
                <a:gd name="T100" fmla="*/ 8 w 122"/>
                <a:gd name="T101" fmla="*/ 93 h 225"/>
                <a:gd name="T102" fmla="*/ 12 w 122"/>
                <a:gd name="T103" fmla="*/ 90 h 225"/>
                <a:gd name="T104" fmla="*/ 24 w 122"/>
                <a:gd name="T105" fmla="*/ 86 h 225"/>
                <a:gd name="T106" fmla="*/ 108 w 122"/>
                <a:gd name="T107" fmla="*/ 62 h 225"/>
                <a:gd name="T108" fmla="*/ 114 w 122"/>
                <a:gd name="T109" fmla="*/ 69 h 225"/>
                <a:gd name="T110" fmla="*/ 111 w 122"/>
                <a:gd name="T111" fmla="*/ 76 h 225"/>
                <a:gd name="T112" fmla="*/ 43 w 122"/>
                <a:gd name="T113" fmla="*/ 98 h 225"/>
                <a:gd name="T114" fmla="*/ 103 w 122"/>
                <a:gd name="T115" fmla="*/ 111 h 225"/>
                <a:gd name="T116" fmla="*/ 92 w 122"/>
                <a:gd name="T117" fmla="*/ 138 h 225"/>
                <a:gd name="T118" fmla="*/ 78 w 122"/>
                <a:gd name="T119" fmla="*/ 110 h 225"/>
                <a:gd name="T120" fmla="*/ 106 w 122"/>
                <a:gd name="T121" fmla="*/ 96 h 225"/>
                <a:gd name="T122" fmla="*/ 114 w 122"/>
                <a:gd name="T123" fmla="*/ 103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2" h="225">
                  <a:moveTo>
                    <a:pt x="3" y="57"/>
                  </a:moveTo>
                  <a:cubicBezTo>
                    <a:pt x="1" y="59"/>
                    <a:pt x="1" y="62"/>
                    <a:pt x="2" y="65"/>
                  </a:cubicBezTo>
                  <a:cubicBezTo>
                    <a:pt x="3" y="69"/>
                    <a:pt x="3" y="69"/>
                    <a:pt x="3" y="69"/>
                  </a:cubicBezTo>
                  <a:cubicBezTo>
                    <a:pt x="4" y="74"/>
                    <a:pt x="9" y="77"/>
                    <a:pt x="14" y="77"/>
                  </a:cubicBezTo>
                  <a:cubicBezTo>
                    <a:pt x="14" y="77"/>
                    <a:pt x="14" y="77"/>
                    <a:pt x="14" y="77"/>
                  </a:cubicBezTo>
                  <a:cubicBezTo>
                    <a:pt x="15" y="77"/>
                    <a:pt x="16" y="77"/>
                    <a:pt x="17" y="76"/>
                  </a:cubicBezTo>
                  <a:cubicBezTo>
                    <a:pt x="112" y="48"/>
                    <a:pt x="112" y="48"/>
                    <a:pt x="112" y="48"/>
                  </a:cubicBezTo>
                  <a:cubicBezTo>
                    <a:pt x="115" y="47"/>
                    <a:pt x="118" y="45"/>
                    <a:pt x="119" y="42"/>
                  </a:cubicBezTo>
                  <a:cubicBezTo>
                    <a:pt x="120" y="40"/>
                    <a:pt x="121" y="37"/>
                    <a:pt x="120" y="34"/>
                  </a:cubicBezTo>
                  <a:cubicBezTo>
                    <a:pt x="119" y="30"/>
                    <a:pt x="119" y="30"/>
                    <a:pt x="119" y="30"/>
                  </a:cubicBezTo>
                  <a:cubicBezTo>
                    <a:pt x="117" y="25"/>
                    <a:pt x="113" y="22"/>
                    <a:pt x="108" y="22"/>
                  </a:cubicBezTo>
                  <a:cubicBezTo>
                    <a:pt x="107" y="22"/>
                    <a:pt x="106" y="22"/>
                    <a:pt x="105" y="23"/>
                  </a:cubicBezTo>
                  <a:cubicBezTo>
                    <a:pt x="9" y="51"/>
                    <a:pt x="9" y="51"/>
                    <a:pt x="9" y="51"/>
                  </a:cubicBezTo>
                  <a:cubicBezTo>
                    <a:pt x="6" y="52"/>
                    <a:pt x="4" y="54"/>
                    <a:pt x="3" y="57"/>
                  </a:cubicBezTo>
                  <a:close/>
                  <a:moveTo>
                    <a:pt x="106" y="28"/>
                  </a:moveTo>
                  <a:cubicBezTo>
                    <a:pt x="107" y="28"/>
                    <a:pt x="107" y="28"/>
                    <a:pt x="108" y="28"/>
                  </a:cubicBezTo>
                  <a:cubicBezTo>
                    <a:pt x="110" y="28"/>
                    <a:pt x="112" y="30"/>
                    <a:pt x="113" y="32"/>
                  </a:cubicBezTo>
                  <a:cubicBezTo>
                    <a:pt x="114" y="35"/>
                    <a:pt x="114" y="35"/>
                    <a:pt x="114" y="35"/>
                  </a:cubicBezTo>
                  <a:cubicBezTo>
                    <a:pt x="115" y="37"/>
                    <a:pt x="114" y="38"/>
                    <a:pt x="114" y="40"/>
                  </a:cubicBezTo>
                  <a:cubicBezTo>
                    <a:pt x="113" y="41"/>
                    <a:pt x="112" y="42"/>
                    <a:pt x="111" y="42"/>
                  </a:cubicBezTo>
                  <a:cubicBezTo>
                    <a:pt x="15" y="71"/>
                    <a:pt x="15" y="71"/>
                    <a:pt x="15" y="71"/>
                  </a:cubicBezTo>
                  <a:cubicBezTo>
                    <a:pt x="15" y="71"/>
                    <a:pt x="14" y="71"/>
                    <a:pt x="14" y="71"/>
                  </a:cubicBezTo>
                  <a:cubicBezTo>
                    <a:pt x="14" y="71"/>
                    <a:pt x="14" y="71"/>
                    <a:pt x="14" y="71"/>
                  </a:cubicBezTo>
                  <a:cubicBezTo>
                    <a:pt x="11" y="71"/>
                    <a:pt x="9" y="69"/>
                    <a:pt x="9" y="67"/>
                  </a:cubicBezTo>
                  <a:cubicBezTo>
                    <a:pt x="8" y="63"/>
                    <a:pt x="8" y="63"/>
                    <a:pt x="8" y="63"/>
                  </a:cubicBezTo>
                  <a:cubicBezTo>
                    <a:pt x="7" y="62"/>
                    <a:pt x="7" y="61"/>
                    <a:pt x="8" y="59"/>
                  </a:cubicBezTo>
                  <a:cubicBezTo>
                    <a:pt x="9" y="58"/>
                    <a:pt x="10" y="57"/>
                    <a:pt x="11" y="57"/>
                  </a:cubicBezTo>
                  <a:lnTo>
                    <a:pt x="106" y="28"/>
                  </a:lnTo>
                  <a:close/>
                  <a:moveTo>
                    <a:pt x="3" y="35"/>
                  </a:moveTo>
                  <a:cubicBezTo>
                    <a:pt x="4" y="40"/>
                    <a:pt x="9" y="43"/>
                    <a:pt x="14" y="43"/>
                  </a:cubicBezTo>
                  <a:cubicBezTo>
                    <a:pt x="15" y="43"/>
                    <a:pt x="16" y="43"/>
                    <a:pt x="17" y="43"/>
                  </a:cubicBezTo>
                  <a:cubicBezTo>
                    <a:pt x="66" y="28"/>
                    <a:pt x="66" y="28"/>
                    <a:pt x="66" y="28"/>
                  </a:cubicBezTo>
                  <a:cubicBezTo>
                    <a:pt x="72" y="26"/>
                    <a:pt x="76" y="19"/>
                    <a:pt x="74" y="13"/>
                  </a:cubicBezTo>
                  <a:cubicBezTo>
                    <a:pt x="73" y="10"/>
                    <a:pt x="73" y="10"/>
                    <a:pt x="73" y="10"/>
                  </a:cubicBezTo>
                  <a:cubicBezTo>
                    <a:pt x="71" y="4"/>
                    <a:pt x="65" y="0"/>
                    <a:pt x="59" y="2"/>
                  </a:cubicBezTo>
                  <a:cubicBezTo>
                    <a:pt x="9" y="17"/>
                    <a:pt x="9" y="17"/>
                    <a:pt x="9" y="17"/>
                  </a:cubicBezTo>
                  <a:cubicBezTo>
                    <a:pt x="3" y="19"/>
                    <a:pt x="0" y="25"/>
                    <a:pt x="2" y="31"/>
                  </a:cubicBezTo>
                  <a:lnTo>
                    <a:pt x="3" y="35"/>
                  </a:lnTo>
                  <a:close/>
                  <a:moveTo>
                    <a:pt x="11" y="23"/>
                  </a:moveTo>
                  <a:cubicBezTo>
                    <a:pt x="61" y="8"/>
                    <a:pt x="61" y="8"/>
                    <a:pt x="61" y="8"/>
                  </a:cubicBezTo>
                  <a:cubicBezTo>
                    <a:pt x="61" y="8"/>
                    <a:pt x="62" y="8"/>
                    <a:pt x="62" y="8"/>
                  </a:cubicBezTo>
                  <a:cubicBezTo>
                    <a:pt x="64" y="8"/>
                    <a:pt x="67" y="9"/>
                    <a:pt x="67" y="12"/>
                  </a:cubicBezTo>
                  <a:cubicBezTo>
                    <a:pt x="68" y="15"/>
                    <a:pt x="68" y="15"/>
                    <a:pt x="68" y="15"/>
                  </a:cubicBezTo>
                  <a:cubicBezTo>
                    <a:pt x="69" y="18"/>
                    <a:pt x="68" y="21"/>
                    <a:pt x="65" y="22"/>
                  </a:cubicBezTo>
                  <a:cubicBezTo>
                    <a:pt x="15" y="37"/>
                    <a:pt x="15" y="37"/>
                    <a:pt x="15" y="37"/>
                  </a:cubicBezTo>
                  <a:cubicBezTo>
                    <a:pt x="15" y="37"/>
                    <a:pt x="14" y="37"/>
                    <a:pt x="14" y="37"/>
                  </a:cubicBezTo>
                  <a:cubicBezTo>
                    <a:pt x="11" y="37"/>
                    <a:pt x="9" y="36"/>
                    <a:pt x="9" y="33"/>
                  </a:cubicBezTo>
                  <a:cubicBezTo>
                    <a:pt x="8" y="30"/>
                    <a:pt x="8" y="30"/>
                    <a:pt x="8" y="30"/>
                  </a:cubicBezTo>
                  <a:cubicBezTo>
                    <a:pt x="7" y="27"/>
                    <a:pt x="8" y="24"/>
                    <a:pt x="11" y="23"/>
                  </a:cubicBezTo>
                  <a:close/>
                  <a:moveTo>
                    <a:pt x="120" y="101"/>
                  </a:moveTo>
                  <a:cubicBezTo>
                    <a:pt x="119" y="97"/>
                    <a:pt x="119" y="97"/>
                    <a:pt x="119" y="97"/>
                  </a:cubicBezTo>
                  <a:cubicBezTo>
                    <a:pt x="117" y="92"/>
                    <a:pt x="110" y="88"/>
                    <a:pt x="105" y="90"/>
                  </a:cubicBezTo>
                  <a:cubicBezTo>
                    <a:pt x="82" y="96"/>
                    <a:pt x="82" y="96"/>
                    <a:pt x="82" y="96"/>
                  </a:cubicBezTo>
                  <a:cubicBezTo>
                    <a:pt x="76" y="98"/>
                    <a:pt x="72" y="104"/>
                    <a:pt x="72" y="110"/>
                  </a:cubicBezTo>
                  <a:cubicBezTo>
                    <a:pt x="72" y="138"/>
                    <a:pt x="72" y="138"/>
                    <a:pt x="72" y="138"/>
                  </a:cubicBezTo>
                  <a:cubicBezTo>
                    <a:pt x="55" y="138"/>
                    <a:pt x="55" y="138"/>
                    <a:pt x="55" y="138"/>
                  </a:cubicBezTo>
                  <a:cubicBezTo>
                    <a:pt x="55" y="106"/>
                    <a:pt x="55" y="106"/>
                    <a:pt x="55" y="106"/>
                  </a:cubicBezTo>
                  <a:cubicBezTo>
                    <a:pt x="55" y="104"/>
                    <a:pt x="54" y="101"/>
                    <a:pt x="53" y="99"/>
                  </a:cubicBezTo>
                  <a:cubicBezTo>
                    <a:pt x="112" y="82"/>
                    <a:pt x="112" y="82"/>
                    <a:pt x="112" y="82"/>
                  </a:cubicBezTo>
                  <a:cubicBezTo>
                    <a:pt x="115" y="81"/>
                    <a:pt x="118" y="79"/>
                    <a:pt x="119" y="76"/>
                  </a:cubicBezTo>
                  <a:cubicBezTo>
                    <a:pt x="120" y="73"/>
                    <a:pt x="121" y="70"/>
                    <a:pt x="120" y="67"/>
                  </a:cubicBezTo>
                  <a:cubicBezTo>
                    <a:pt x="119" y="64"/>
                    <a:pt x="119" y="64"/>
                    <a:pt x="119" y="64"/>
                  </a:cubicBezTo>
                  <a:cubicBezTo>
                    <a:pt x="117" y="58"/>
                    <a:pt x="110" y="54"/>
                    <a:pt x="105" y="56"/>
                  </a:cubicBezTo>
                  <a:cubicBezTo>
                    <a:pt x="9" y="85"/>
                    <a:pt x="9" y="85"/>
                    <a:pt x="9" y="85"/>
                  </a:cubicBezTo>
                  <a:cubicBezTo>
                    <a:pt x="6" y="86"/>
                    <a:pt x="4" y="88"/>
                    <a:pt x="3" y="90"/>
                  </a:cubicBezTo>
                  <a:cubicBezTo>
                    <a:pt x="1" y="92"/>
                    <a:pt x="1" y="95"/>
                    <a:pt x="1" y="97"/>
                  </a:cubicBezTo>
                  <a:cubicBezTo>
                    <a:pt x="2" y="98"/>
                    <a:pt x="2" y="98"/>
                    <a:pt x="2" y="99"/>
                  </a:cubicBezTo>
                  <a:cubicBezTo>
                    <a:pt x="3" y="102"/>
                    <a:pt x="3" y="102"/>
                    <a:pt x="3" y="102"/>
                  </a:cubicBezTo>
                  <a:cubicBezTo>
                    <a:pt x="4" y="106"/>
                    <a:pt x="7" y="109"/>
                    <a:pt x="10" y="110"/>
                  </a:cubicBezTo>
                  <a:cubicBezTo>
                    <a:pt x="11" y="110"/>
                    <a:pt x="11" y="110"/>
                    <a:pt x="11" y="110"/>
                  </a:cubicBezTo>
                  <a:cubicBezTo>
                    <a:pt x="23" y="113"/>
                    <a:pt x="23" y="113"/>
                    <a:pt x="23" y="113"/>
                  </a:cubicBezTo>
                  <a:cubicBezTo>
                    <a:pt x="26" y="114"/>
                    <a:pt x="28" y="118"/>
                    <a:pt x="28" y="121"/>
                  </a:cubicBezTo>
                  <a:cubicBezTo>
                    <a:pt x="28" y="138"/>
                    <a:pt x="28" y="138"/>
                    <a:pt x="28" y="138"/>
                  </a:cubicBezTo>
                  <a:cubicBezTo>
                    <a:pt x="17" y="138"/>
                    <a:pt x="17" y="138"/>
                    <a:pt x="17" y="138"/>
                  </a:cubicBezTo>
                  <a:cubicBezTo>
                    <a:pt x="17" y="187"/>
                    <a:pt x="17" y="187"/>
                    <a:pt x="17" y="187"/>
                  </a:cubicBezTo>
                  <a:cubicBezTo>
                    <a:pt x="17" y="199"/>
                    <a:pt x="28" y="208"/>
                    <a:pt x="40" y="209"/>
                  </a:cubicBezTo>
                  <a:cubicBezTo>
                    <a:pt x="40" y="214"/>
                    <a:pt x="40" y="214"/>
                    <a:pt x="40" y="214"/>
                  </a:cubicBezTo>
                  <a:cubicBezTo>
                    <a:pt x="40" y="220"/>
                    <a:pt x="46" y="225"/>
                    <a:pt x="53" y="225"/>
                  </a:cubicBezTo>
                  <a:cubicBezTo>
                    <a:pt x="74" y="225"/>
                    <a:pt x="74" y="225"/>
                    <a:pt x="74" y="225"/>
                  </a:cubicBezTo>
                  <a:cubicBezTo>
                    <a:pt x="81" y="225"/>
                    <a:pt x="87" y="220"/>
                    <a:pt x="87" y="214"/>
                  </a:cubicBezTo>
                  <a:cubicBezTo>
                    <a:pt x="87" y="209"/>
                    <a:pt x="87" y="209"/>
                    <a:pt x="87" y="209"/>
                  </a:cubicBezTo>
                  <a:cubicBezTo>
                    <a:pt x="99" y="208"/>
                    <a:pt x="110" y="199"/>
                    <a:pt x="110" y="187"/>
                  </a:cubicBezTo>
                  <a:cubicBezTo>
                    <a:pt x="110" y="138"/>
                    <a:pt x="110" y="138"/>
                    <a:pt x="110" y="138"/>
                  </a:cubicBezTo>
                  <a:cubicBezTo>
                    <a:pt x="99" y="138"/>
                    <a:pt x="99" y="138"/>
                    <a:pt x="99" y="138"/>
                  </a:cubicBezTo>
                  <a:cubicBezTo>
                    <a:pt x="99" y="125"/>
                    <a:pt x="99" y="125"/>
                    <a:pt x="99" y="125"/>
                  </a:cubicBezTo>
                  <a:cubicBezTo>
                    <a:pt x="99" y="122"/>
                    <a:pt x="101" y="118"/>
                    <a:pt x="104" y="117"/>
                  </a:cubicBezTo>
                  <a:cubicBezTo>
                    <a:pt x="112" y="115"/>
                    <a:pt x="112" y="115"/>
                    <a:pt x="112" y="115"/>
                  </a:cubicBezTo>
                  <a:cubicBezTo>
                    <a:pt x="118" y="113"/>
                    <a:pt x="122" y="107"/>
                    <a:pt x="120" y="101"/>
                  </a:cubicBezTo>
                  <a:close/>
                  <a:moveTo>
                    <a:pt x="43" y="98"/>
                  </a:moveTo>
                  <a:cubicBezTo>
                    <a:pt x="45" y="99"/>
                    <a:pt x="46" y="100"/>
                    <a:pt x="47" y="101"/>
                  </a:cubicBezTo>
                  <a:cubicBezTo>
                    <a:pt x="48" y="103"/>
                    <a:pt x="49" y="104"/>
                    <a:pt x="49" y="106"/>
                  </a:cubicBezTo>
                  <a:cubicBezTo>
                    <a:pt x="49" y="138"/>
                    <a:pt x="49" y="138"/>
                    <a:pt x="49" y="138"/>
                  </a:cubicBezTo>
                  <a:cubicBezTo>
                    <a:pt x="35" y="138"/>
                    <a:pt x="35" y="138"/>
                    <a:pt x="35" y="138"/>
                  </a:cubicBezTo>
                  <a:cubicBezTo>
                    <a:pt x="35" y="121"/>
                    <a:pt x="35" y="121"/>
                    <a:pt x="35" y="121"/>
                  </a:cubicBezTo>
                  <a:cubicBezTo>
                    <a:pt x="35" y="116"/>
                    <a:pt x="30" y="110"/>
                    <a:pt x="25" y="108"/>
                  </a:cubicBezTo>
                  <a:cubicBezTo>
                    <a:pt x="25" y="108"/>
                    <a:pt x="24" y="108"/>
                    <a:pt x="24" y="108"/>
                  </a:cubicBezTo>
                  <a:cubicBezTo>
                    <a:pt x="13" y="104"/>
                    <a:pt x="13" y="104"/>
                    <a:pt x="13" y="104"/>
                  </a:cubicBezTo>
                  <a:cubicBezTo>
                    <a:pt x="12" y="104"/>
                    <a:pt x="12" y="104"/>
                    <a:pt x="12" y="104"/>
                  </a:cubicBezTo>
                  <a:cubicBezTo>
                    <a:pt x="10" y="104"/>
                    <a:pt x="9" y="102"/>
                    <a:pt x="9" y="101"/>
                  </a:cubicBezTo>
                  <a:cubicBezTo>
                    <a:pt x="8" y="97"/>
                    <a:pt x="8" y="97"/>
                    <a:pt x="8" y="97"/>
                  </a:cubicBezTo>
                  <a:cubicBezTo>
                    <a:pt x="8" y="97"/>
                    <a:pt x="8" y="97"/>
                    <a:pt x="8" y="97"/>
                  </a:cubicBezTo>
                  <a:cubicBezTo>
                    <a:pt x="7" y="96"/>
                    <a:pt x="7" y="94"/>
                    <a:pt x="8" y="93"/>
                  </a:cubicBezTo>
                  <a:cubicBezTo>
                    <a:pt x="9" y="92"/>
                    <a:pt x="10" y="91"/>
                    <a:pt x="11" y="90"/>
                  </a:cubicBezTo>
                  <a:cubicBezTo>
                    <a:pt x="12" y="90"/>
                    <a:pt x="12" y="90"/>
                    <a:pt x="12" y="90"/>
                  </a:cubicBezTo>
                  <a:cubicBezTo>
                    <a:pt x="13" y="90"/>
                    <a:pt x="13" y="90"/>
                    <a:pt x="13" y="90"/>
                  </a:cubicBezTo>
                  <a:cubicBezTo>
                    <a:pt x="24" y="86"/>
                    <a:pt x="24" y="86"/>
                    <a:pt x="24" y="86"/>
                  </a:cubicBezTo>
                  <a:cubicBezTo>
                    <a:pt x="106" y="62"/>
                    <a:pt x="106" y="62"/>
                    <a:pt x="106" y="62"/>
                  </a:cubicBezTo>
                  <a:cubicBezTo>
                    <a:pt x="107" y="62"/>
                    <a:pt x="107" y="62"/>
                    <a:pt x="108" y="62"/>
                  </a:cubicBezTo>
                  <a:cubicBezTo>
                    <a:pt x="110" y="62"/>
                    <a:pt x="112" y="63"/>
                    <a:pt x="113" y="66"/>
                  </a:cubicBezTo>
                  <a:cubicBezTo>
                    <a:pt x="114" y="69"/>
                    <a:pt x="114" y="69"/>
                    <a:pt x="114" y="69"/>
                  </a:cubicBezTo>
                  <a:cubicBezTo>
                    <a:pt x="115" y="71"/>
                    <a:pt x="114" y="72"/>
                    <a:pt x="114" y="73"/>
                  </a:cubicBezTo>
                  <a:cubicBezTo>
                    <a:pt x="113" y="74"/>
                    <a:pt x="112" y="75"/>
                    <a:pt x="111" y="76"/>
                  </a:cubicBezTo>
                  <a:cubicBezTo>
                    <a:pt x="49" y="94"/>
                    <a:pt x="49" y="94"/>
                    <a:pt x="49" y="94"/>
                  </a:cubicBezTo>
                  <a:cubicBezTo>
                    <a:pt x="39" y="97"/>
                    <a:pt x="43" y="98"/>
                    <a:pt x="43" y="98"/>
                  </a:cubicBezTo>
                  <a:close/>
                  <a:moveTo>
                    <a:pt x="111" y="109"/>
                  </a:moveTo>
                  <a:cubicBezTo>
                    <a:pt x="103" y="111"/>
                    <a:pt x="103" y="111"/>
                    <a:pt x="103" y="111"/>
                  </a:cubicBezTo>
                  <a:cubicBezTo>
                    <a:pt x="97" y="113"/>
                    <a:pt x="92" y="119"/>
                    <a:pt x="92" y="125"/>
                  </a:cubicBezTo>
                  <a:cubicBezTo>
                    <a:pt x="92" y="138"/>
                    <a:pt x="92" y="138"/>
                    <a:pt x="92" y="138"/>
                  </a:cubicBezTo>
                  <a:cubicBezTo>
                    <a:pt x="78" y="138"/>
                    <a:pt x="78" y="138"/>
                    <a:pt x="78" y="138"/>
                  </a:cubicBezTo>
                  <a:cubicBezTo>
                    <a:pt x="78" y="110"/>
                    <a:pt x="78" y="110"/>
                    <a:pt x="78" y="110"/>
                  </a:cubicBezTo>
                  <a:cubicBezTo>
                    <a:pt x="78" y="107"/>
                    <a:pt x="81" y="103"/>
                    <a:pt x="84" y="102"/>
                  </a:cubicBezTo>
                  <a:cubicBezTo>
                    <a:pt x="106" y="96"/>
                    <a:pt x="106" y="96"/>
                    <a:pt x="106" y="96"/>
                  </a:cubicBezTo>
                  <a:cubicBezTo>
                    <a:pt x="109" y="95"/>
                    <a:pt x="112" y="96"/>
                    <a:pt x="113" y="99"/>
                  </a:cubicBezTo>
                  <a:cubicBezTo>
                    <a:pt x="114" y="103"/>
                    <a:pt x="114" y="103"/>
                    <a:pt x="114" y="103"/>
                  </a:cubicBezTo>
                  <a:cubicBezTo>
                    <a:pt x="115" y="106"/>
                    <a:pt x="113" y="109"/>
                    <a:pt x="111" y="10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defTabSz="776803"/>
              <a:endParaRPr lang="en-US" sz="1700">
                <a:solidFill>
                  <a:srgbClr val="FFFFFF"/>
                </a:solidFill>
              </a:endParaRPr>
            </a:p>
          </p:txBody>
        </p:sp>
      </p:grpSp>
      <p:grpSp>
        <p:nvGrpSpPr>
          <p:cNvPr id="5" name="Green Tile"/>
          <p:cNvGrpSpPr/>
          <p:nvPr userDrawn="1"/>
        </p:nvGrpSpPr>
        <p:grpSpPr>
          <a:xfrm>
            <a:off x="2055658" y="4245981"/>
            <a:ext cx="1084119" cy="1202193"/>
            <a:chOff x="2514069" y="4682828"/>
            <a:chExt cx="1325880" cy="1325880"/>
          </a:xfrm>
        </p:grpSpPr>
        <p:sp>
          <p:nvSpPr>
            <p:cNvPr id="41" name="Rectangle 40"/>
            <p:cNvSpPr/>
            <p:nvPr/>
          </p:nvSpPr>
          <p:spPr bwMode="auto">
            <a:xfrm>
              <a:off x="2514069" y="4682828"/>
              <a:ext cx="1325880" cy="1325880"/>
            </a:xfrm>
            <a:prstGeom prst="rect">
              <a:avLst/>
            </a:prstGeom>
            <a:solidFill>
              <a:schemeClr val="accent5"/>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46" name="Freeform 73"/>
            <p:cNvSpPr>
              <a:spLocks noEditPoints="1"/>
            </p:cNvSpPr>
            <p:nvPr userDrawn="1"/>
          </p:nvSpPr>
          <p:spPr bwMode="auto">
            <a:xfrm>
              <a:off x="2757463" y="5062311"/>
              <a:ext cx="839092" cy="702557"/>
            </a:xfrm>
            <a:custGeom>
              <a:avLst/>
              <a:gdLst>
                <a:gd name="T0" fmla="*/ 339 w 411"/>
                <a:gd name="T1" fmla="*/ 344 h 344"/>
                <a:gd name="T2" fmla="*/ 334 w 411"/>
                <a:gd name="T3" fmla="*/ 342 h 344"/>
                <a:gd name="T4" fmla="*/ 270 w 411"/>
                <a:gd name="T5" fmla="*/ 277 h 344"/>
                <a:gd name="T6" fmla="*/ 74 w 411"/>
                <a:gd name="T7" fmla="*/ 277 h 344"/>
                <a:gd name="T8" fmla="*/ 0 w 411"/>
                <a:gd name="T9" fmla="*/ 203 h 344"/>
                <a:gd name="T10" fmla="*/ 0 w 411"/>
                <a:gd name="T11" fmla="*/ 74 h 344"/>
                <a:gd name="T12" fmla="*/ 74 w 411"/>
                <a:gd name="T13" fmla="*/ 0 h 344"/>
                <a:gd name="T14" fmla="*/ 338 w 411"/>
                <a:gd name="T15" fmla="*/ 0 h 344"/>
                <a:gd name="T16" fmla="*/ 411 w 411"/>
                <a:gd name="T17" fmla="*/ 74 h 344"/>
                <a:gd name="T18" fmla="*/ 411 w 411"/>
                <a:gd name="T19" fmla="*/ 203 h 344"/>
                <a:gd name="T20" fmla="*/ 347 w 411"/>
                <a:gd name="T21" fmla="*/ 277 h 344"/>
                <a:gd name="T22" fmla="*/ 347 w 411"/>
                <a:gd name="T23" fmla="*/ 337 h 344"/>
                <a:gd name="T24" fmla="*/ 342 w 411"/>
                <a:gd name="T25" fmla="*/ 344 h 344"/>
                <a:gd name="T26" fmla="*/ 339 w 411"/>
                <a:gd name="T27" fmla="*/ 344 h 344"/>
                <a:gd name="T28" fmla="*/ 74 w 411"/>
                <a:gd name="T29" fmla="*/ 15 h 344"/>
                <a:gd name="T30" fmla="*/ 14 w 411"/>
                <a:gd name="T31" fmla="*/ 74 h 344"/>
                <a:gd name="T32" fmla="*/ 14 w 411"/>
                <a:gd name="T33" fmla="*/ 203 h 344"/>
                <a:gd name="T34" fmla="*/ 74 w 411"/>
                <a:gd name="T35" fmla="*/ 262 h 344"/>
                <a:gd name="T36" fmla="*/ 273 w 411"/>
                <a:gd name="T37" fmla="*/ 262 h 344"/>
                <a:gd name="T38" fmla="*/ 278 w 411"/>
                <a:gd name="T39" fmla="*/ 264 h 344"/>
                <a:gd name="T40" fmla="*/ 332 w 411"/>
                <a:gd name="T41" fmla="*/ 319 h 344"/>
                <a:gd name="T42" fmla="*/ 332 w 411"/>
                <a:gd name="T43" fmla="*/ 270 h 344"/>
                <a:gd name="T44" fmla="*/ 339 w 411"/>
                <a:gd name="T45" fmla="*/ 262 h 344"/>
                <a:gd name="T46" fmla="*/ 397 w 411"/>
                <a:gd name="T47" fmla="*/ 203 h 344"/>
                <a:gd name="T48" fmla="*/ 397 w 411"/>
                <a:gd name="T49" fmla="*/ 74 h 344"/>
                <a:gd name="T50" fmla="*/ 338 w 411"/>
                <a:gd name="T51" fmla="*/ 15 h 344"/>
                <a:gd name="T52" fmla="*/ 74 w 411"/>
                <a:gd name="T53" fmla="*/ 15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1" h="344">
                  <a:moveTo>
                    <a:pt x="339" y="344"/>
                  </a:moveTo>
                  <a:cubicBezTo>
                    <a:pt x="337" y="344"/>
                    <a:pt x="336" y="343"/>
                    <a:pt x="334" y="342"/>
                  </a:cubicBezTo>
                  <a:cubicBezTo>
                    <a:pt x="270" y="277"/>
                    <a:pt x="270" y="277"/>
                    <a:pt x="270" y="277"/>
                  </a:cubicBezTo>
                  <a:cubicBezTo>
                    <a:pt x="74" y="277"/>
                    <a:pt x="74" y="277"/>
                    <a:pt x="74" y="277"/>
                  </a:cubicBezTo>
                  <a:cubicBezTo>
                    <a:pt x="33" y="277"/>
                    <a:pt x="0" y="244"/>
                    <a:pt x="0" y="203"/>
                  </a:cubicBezTo>
                  <a:cubicBezTo>
                    <a:pt x="0" y="74"/>
                    <a:pt x="0" y="74"/>
                    <a:pt x="0" y="74"/>
                  </a:cubicBezTo>
                  <a:cubicBezTo>
                    <a:pt x="0" y="33"/>
                    <a:pt x="33" y="0"/>
                    <a:pt x="74" y="0"/>
                  </a:cubicBezTo>
                  <a:cubicBezTo>
                    <a:pt x="338" y="0"/>
                    <a:pt x="338" y="0"/>
                    <a:pt x="338" y="0"/>
                  </a:cubicBezTo>
                  <a:cubicBezTo>
                    <a:pt x="378" y="0"/>
                    <a:pt x="411" y="33"/>
                    <a:pt x="411" y="74"/>
                  </a:cubicBezTo>
                  <a:cubicBezTo>
                    <a:pt x="411" y="203"/>
                    <a:pt x="411" y="203"/>
                    <a:pt x="411" y="203"/>
                  </a:cubicBezTo>
                  <a:cubicBezTo>
                    <a:pt x="411" y="242"/>
                    <a:pt x="384" y="273"/>
                    <a:pt x="347" y="277"/>
                  </a:cubicBezTo>
                  <a:cubicBezTo>
                    <a:pt x="347" y="337"/>
                    <a:pt x="347" y="337"/>
                    <a:pt x="347" y="337"/>
                  </a:cubicBezTo>
                  <a:cubicBezTo>
                    <a:pt x="347" y="340"/>
                    <a:pt x="345" y="342"/>
                    <a:pt x="342" y="344"/>
                  </a:cubicBezTo>
                  <a:cubicBezTo>
                    <a:pt x="341" y="344"/>
                    <a:pt x="340" y="344"/>
                    <a:pt x="339" y="344"/>
                  </a:cubicBezTo>
                  <a:close/>
                  <a:moveTo>
                    <a:pt x="74" y="15"/>
                  </a:moveTo>
                  <a:cubicBezTo>
                    <a:pt x="41" y="15"/>
                    <a:pt x="14" y="41"/>
                    <a:pt x="14" y="74"/>
                  </a:cubicBezTo>
                  <a:cubicBezTo>
                    <a:pt x="14" y="203"/>
                    <a:pt x="14" y="203"/>
                    <a:pt x="14" y="203"/>
                  </a:cubicBezTo>
                  <a:cubicBezTo>
                    <a:pt x="14" y="236"/>
                    <a:pt x="41" y="262"/>
                    <a:pt x="74" y="262"/>
                  </a:cubicBezTo>
                  <a:cubicBezTo>
                    <a:pt x="273" y="262"/>
                    <a:pt x="273" y="262"/>
                    <a:pt x="273" y="262"/>
                  </a:cubicBezTo>
                  <a:cubicBezTo>
                    <a:pt x="275" y="262"/>
                    <a:pt x="277" y="263"/>
                    <a:pt x="278" y="264"/>
                  </a:cubicBezTo>
                  <a:cubicBezTo>
                    <a:pt x="332" y="319"/>
                    <a:pt x="332" y="319"/>
                    <a:pt x="332" y="319"/>
                  </a:cubicBezTo>
                  <a:cubicBezTo>
                    <a:pt x="332" y="270"/>
                    <a:pt x="332" y="270"/>
                    <a:pt x="332" y="270"/>
                  </a:cubicBezTo>
                  <a:cubicBezTo>
                    <a:pt x="332" y="266"/>
                    <a:pt x="335" y="262"/>
                    <a:pt x="339" y="262"/>
                  </a:cubicBezTo>
                  <a:cubicBezTo>
                    <a:pt x="371" y="262"/>
                    <a:pt x="397" y="236"/>
                    <a:pt x="397" y="203"/>
                  </a:cubicBezTo>
                  <a:cubicBezTo>
                    <a:pt x="397" y="74"/>
                    <a:pt x="397" y="74"/>
                    <a:pt x="397" y="74"/>
                  </a:cubicBezTo>
                  <a:cubicBezTo>
                    <a:pt x="397" y="41"/>
                    <a:pt x="370" y="15"/>
                    <a:pt x="338" y="15"/>
                  </a:cubicBezTo>
                  <a:lnTo>
                    <a:pt x="74" y="15"/>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776803"/>
              <a:endParaRPr lang="en-US" sz="1700">
                <a:solidFill>
                  <a:srgbClr val="FFFFFF"/>
                </a:solidFill>
              </a:endParaRPr>
            </a:p>
          </p:txBody>
        </p:sp>
      </p:grpSp>
      <p:sp useBgFill="1">
        <p:nvSpPr>
          <p:cNvPr id="43" name="Top Mask"/>
          <p:cNvSpPr/>
          <p:nvPr userDrawn="1"/>
        </p:nvSpPr>
        <p:spPr bwMode="auto">
          <a:xfrm>
            <a:off x="0" y="2"/>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useBgFill="1">
        <p:nvSpPr>
          <p:cNvPr id="44" name="Right Mask"/>
          <p:cNvSpPr/>
          <p:nvPr userDrawn="1"/>
        </p:nvSpPr>
        <p:spPr bwMode="auto">
          <a:xfrm>
            <a:off x="9135584" y="1478675"/>
            <a:ext cx="830742"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2" name="Title 1"/>
          <p:cNvSpPr>
            <a:spLocks noGrp="1"/>
          </p:cNvSpPr>
          <p:nvPr>
            <p:ph type="ctrTitle"/>
          </p:nvPr>
        </p:nvSpPr>
        <p:spPr>
          <a:xfrm>
            <a:off x="3419011" y="2930476"/>
            <a:ext cx="5493293" cy="1117490"/>
          </a:xfrm>
        </p:spPr>
        <p:txBody>
          <a:bodyPr anchor="ctr">
            <a:noAutofit/>
          </a:bodyPr>
          <a:lstStyle>
            <a:lvl1pPr algn="l" defTabSz="776803" rtl="0" eaLnBrk="1" latinLnBrk="0" hangingPunct="1">
              <a:lnSpc>
                <a:spcPct val="90000"/>
              </a:lnSpc>
              <a:spcBef>
                <a:spcPct val="0"/>
              </a:spcBef>
              <a:buNone/>
              <a:defRPr lang="en-US" sz="3300" b="1" kern="1200" cap="none" spc="-86" baseline="0" dirty="0">
                <a:ln w="3175">
                  <a:noFill/>
                </a:ln>
                <a:solidFill>
                  <a:schemeClr val="accent1">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p:nvSpPr>
          <p:cNvPr id="3" name="Subtitle 2"/>
          <p:cNvSpPr>
            <a:spLocks noGrp="1"/>
          </p:cNvSpPr>
          <p:nvPr>
            <p:ph type="subTitle" idx="1"/>
          </p:nvPr>
        </p:nvSpPr>
        <p:spPr>
          <a:xfrm>
            <a:off x="3419013" y="4560045"/>
            <a:ext cx="5617905" cy="420039"/>
          </a:xfrm>
        </p:spPr>
        <p:txBody>
          <a:bodyPr>
            <a:noAutofit/>
          </a:bodyPr>
          <a:lstStyle>
            <a:lvl1pPr marL="0" indent="0" algn="l" defTabSz="776803"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02" indent="0" algn="ctr">
              <a:buNone/>
              <a:defRPr>
                <a:solidFill>
                  <a:schemeClr val="tx1">
                    <a:tint val="75000"/>
                  </a:schemeClr>
                </a:solidFill>
              </a:defRPr>
            </a:lvl2pPr>
            <a:lvl3pPr marL="776803" indent="0" algn="ctr">
              <a:buNone/>
              <a:defRPr>
                <a:solidFill>
                  <a:schemeClr val="tx1">
                    <a:tint val="75000"/>
                  </a:schemeClr>
                </a:solidFill>
              </a:defRPr>
            </a:lvl3pPr>
            <a:lvl4pPr marL="1165205" indent="0" algn="ctr">
              <a:buNone/>
              <a:defRPr>
                <a:solidFill>
                  <a:schemeClr val="tx1">
                    <a:tint val="75000"/>
                  </a:schemeClr>
                </a:solidFill>
              </a:defRPr>
            </a:lvl4pPr>
            <a:lvl5pPr marL="1553605" indent="0" algn="ctr">
              <a:buNone/>
              <a:defRPr>
                <a:solidFill>
                  <a:schemeClr val="tx1">
                    <a:tint val="75000"/>
                  </a:schemeClr>
                </a:solidFill>
              </a:defRPr>
            </a:lvl5pPr>
            <a:lvl6pPr marL="1942007" indent="0" algn="ctr">
              <a:buNone/>
              <a:defRPr>
                <a:solidFill>
                  <a:schemeClr val="tx1">
                    <a:tint val="75000"/>
                  </a:schemeClr>
                </a:solidFill>
              </a:defRPr>
            </a:lvl6pPr>
            <a:lvl7pPr marL="2330408" indent="0" algn="ctr">
              <a:buNone/>
              <a:defRPr>
                <a:solidFill>
                  <a:schemeClr val="tx1">
                    <a:tint val="75000"/>
                  </a:schemeClr>
                </a:solidFill>
              </a:defRPr>
            </a:lvl7pPr>
            <a:lvl8pPr marL="2718810" indent="0" algn="ctr">
              <a:buNone/>
              <a:defRPr>
                <a:solidFill>
                  <a:schemeClr val="tx1">
                    <a:tint val="75000"/>
                  </a:schemeClr>
                </a:solidFill>
              </a:defRPr>
            </a:lvl8pPr>
            <a:lvl9pPr marL="3107210" indent="0" algn="ctr">
              <a:buNone/>
              <a:defRPr>
                <a:solidFill>
                  <a:schemeClr val="tx1">
                    <a:tint val="75000"/>
                  </a:schemeClr>
                </a:solidFill>
              </a:defRPr>
            </a:lvl9pPr>
          </a:lstStyle>
          <a:p>
            <a:r>
              <a:rPr lang="en-US" smtClean="0"/>
              <a:t>Click to edit Master subtitle style</a:t>
            </a:r>
            <a:endParaRPr lang="en-US" dirty="0"/>
          </a:p>
        </p:txBody>
      </p:sp>
      <p:sp useBgFill="1">
        <p:nvSpPr>
          <p:cNvPr id="45" name="Bottom Mask"/>
          <p:cNvSpPr/>
          <p:nvPr userDrawn="1"/>
        </p:nvSpPr>
        <p:spPr bwMode="auto">
          <a:xfrm>
            <a:off x="1" y="5449597"/>
            <a:ext cx="9966327"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6" name="Content Placeholder 5"/>
          <p:cNvSpPr>
            <a:spLocks noGrp="1"/>
          </p:cNvSpPr>
          <p:nvPr>
            <p:ph sz="quarter" idx="10" hasCustomPrompt="1"/>
          </p:nvPr>
        </p:nvSpPr>
        <p:spPr>
          <a:xfrm>
            <a:off x="423706" y="207278"/>
            <a:ext cx="1214960" cy="470898"/>
          </a:xfrm>
        </p:spPr>
        <p:txBody>
          <a:bodyPr/>
          <a:lstStyle>
            <a:lvl1pPr marL="0" indent="0">
              <a:buNone/>
              <a:defRPr sz="1700" baseline="0"/>
            </a:lvl1pPr>
          </a:lstStyle>
          <a:p>
            <a:pPr lvl="0"/>
            <a:r>
              <a:rPr lang="en-US" dirty="0" smtClean="0"/>
              <a:t>Session Code</a:t>
            </a:r>
            <a:endParaRPr lang="en-US" dirty="0"/>
          </a:p>
        </p:txBody>
      </p:sp>
    </p:spTree>
    <p:extLst>
      <p:ext uri="{BB962C8B-B14F-4D97-AF65-F5344CB8AC3E}">
        <p14:creationId xmlns="" xmlns:p14="http://schemas.microsoft.com/office/powerpoint/2010/main" val="200725605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emo, &quot;special&quot; slides">
    <p:spTree>
      <p:nvGrpSpPr>
        <p:cNvPr id="1" name=""/>
        <p:cNvGrpSpPr/>
        <p:nvPr/>
      </p:nvGrpSpPr>
      <p:grpSpPr>
        <a:xfrm>
          <a:off x="0" y="0"/>
          <a:ext cx="0" cy="0"/>
          <a:chOff x="0" y="0"/>
          <a:chExt cx="0" cy="0"/>
        </a:xfrm>
      </p:grpSpPr>
      <p:sp>
        <p:nvSpPr>
          <p:cNvPr id="5" name="Title Tile"/>
          <p:cNvSpPr/>
          <p:nvPr userDrawn="1"/>
        </p:nvSpPr>
        <p:spPr bwMode="auto">
          <a:xfrm>
            <a:off x="3278844" y="2889821"/>
            <a:ext cx="5856742"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6" name="Arrow Bar"/>
          <p:cNvSpPr/>
          <p:nvPr userDrawn="1"/>
        </p:nvSpPr>
        <p:spPr bwMode="auto">
          <a:xfrm>
            <a:off x="3278841" y="1373194"/>
            <a:ext cx="5856742" cy="1359722"/>
          </a:xfrm>
          <a:prstGeom prst="rect">
            <a:avLst/>
          </a:prstGeom>
          <a:solidFill>
            <a:schemeClr val="accent6"/>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7" name="Text Placeholder 6"/>
          <p:cNvSpPr>
            <a:spLocks noGrp="1"/>
          </p:cNvSpPr>
          <p:nvPr>
            <p:ph type="body" sz="quarter" idx="10" hasCustomPrompt="1"/>
          </p:nvPr>
        </p:nvSpPr>
        <p:spPr>
          <a:xfrm>
            <a:off x="3417049" y="1438580"/>
            <a:ext cx="4537806" cy="1250035"/>
          </a:xfrm>
        </p:spPr>
        <p:txBody>
          <a:bodyPr anchor="ctr" anchorCtr="0">
            <a:noAutofit/>
            <a:scene3d>
              <a:camera prst="orthographicFront"/>
              <a:lightRig rig="flat" dir="t"/>
            </a:scene3d>
            <a:sp3d>
              <a:contourClr>
                <a:schemeClr val="tx2"/>
              </a:contourClr>
            </a:sp3d>
          </a:bodyPr>
          <a:lstStyle>
            <a:lvl1pPr marL="0" indent="0" algn="l" defTabSz="776803" rtl="0" eaLnBrk="1" latinLnBrk="0" hangingPunct="1">
              <a:lnSpc>
                <a:spcPct val="90000"/>
              </a:lnSpc>
              <a:spcBef>
                <a:spcPct val="0"/>
              </a:spcBef>
              <a:buFont typeface="Arial" pitchFamily="34" charset="0"/>
              <a:buNone/>
              <a:defRPr lang="en-US" sz="4600" b="1" kern="1200" cap="none" spc="-86" baseline="0" dirty="0" smtClean="0">
                <a:ln w="3175">
                  <a:noFill/>
                </a:ln>
                <a:solidFill>
                  <a:schemeClr val="tx1">
                    <a:alpha val="99000"/>
                  </a:schemeClr>
                </a:solidFill>
                <a:effectLst/>
                <a:latin typeface="Segoe UI" pitchFamily="34" charset="0"/>
                <a:ea typeface="Segoe UI" pitchFamily="34" charset="0"/>
                <a:cs typeface="Segoe UI" pitchFamily="34" charset="0"/>
              </a:defRPr>
            </a:lvl1pPr>
          </a:lstStyle>
          <a:p>
            <a:pPr lvl="0"/>
            <a:r>
              <a:rPr lang="en-US" dirty="0" smtClean="0"/>
              <a:t>Demo</a:t>
            </a:r>
          </a:p>
        </p:txBody>
      </p:sp>
      <p:sp useBgFill="1">
        <p:nvSpPr>
          <p:cNvPr id="9" name="Left Mask"/>
          <p:cNvSpPr/>
          <p:nvPr userDrawn="1"/>
        </p:nvSpPr>
        <p:spPr bwMode="auto">
          <a:xfrm>
            <a:off x="2" y="1373195"/>
            <a:ext cx="3278841"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3" name="Subtitle 2"/>
          <p:cNvSpPr>
            <a:spLocks noGrp="1"/>
          </p:cNvSpPr>
          <p:nvPr>
            <p:ph type="subTitle" idx="1"/>
          </p:nvPr>
        </p:nvSpPr>
        <p:spPr>
          <a:xfrm>
            <a:off x="3417048" y="4698227"/>
            <a:ext cx="5405185" cy="418597"/>
          </a:xfrm>
        </p:spPr>
        <p:txBody>
          <a:bodyPr>
            <a:noAutofit/>
          </a:bodyPr>
          <a:lstStyle>
            <a:lvl1pPr marL="0" indent="0" algn="l" defTabSz="776803"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02" indent="0" algn="ctr">
              <a:buNone/>
              <a:defRPr>
                <a:solidFill>
                  <a:schemeClr val="tx1">
                    <a:tint val="75000"/>
                  </a:schemeClr>
                </a:solidFill>
              </a:defRPr>
            </a:lvl2pPr>
            <a:lvl3pPr marL="776803" indent="0" algn="ctr">
              <a:buNone/>
              <a:defRPr>
                <a:solidFill>
                  <a:schemeClr val="tx1">
                    <a:tint val="75000"/>
                  </a:schemeClr>
                </a:solidFill>
              </a:defRPr>
            </a:lvl3pPr>
            <a:lvl4pPr marL="1165205" indent="0" algn="ctr">
              <a:buNone/>
              <a:defRPr>
                <a:solidFill>
                  <a:schemeClr val="tx1">
                    <a:tint val="75000"/>
                  </a:schemeClr>
                </a:solidFill>
              </a:defRPr>
            </a:lvl4pPr>
            <a:lvl5pPr marL="1553605" indent="0" algn="ctr">
              <a:buNone/>
              <a:defRPr>
                <a:solidFill>
                  <a:schemeClr val="tx1">
                    <a:tint val="75000"/>
                  </a:schemeClr>
                </a:solidFill>
              </a:defRPr>
            </a:lvl5pPr>
            <a:lvl6pPr marL="1942007" indent="0" algn="ctr">
              <a:buNone/>
              <a:defRPr>
                <a:solidFill>
                  <a:schemeClr val="tx1">
                    <a:tint val="75000"/>
                  </a:schemeClr>
                </a:solidFill>
              </a:defRPr>
            </a:lvl6pPr>
            <a:lvl7pPr marL="2330408" indent="0" algn="ctr">
              <a:buNone/>
              <a:defRPr>
                <a:solidFill>
                  <a:schemeClr val="tx1">
                    <a:tint val="75000"/>
                  </a:schemeClr>
                </a:solidFill>
              </a:defRPr>
            </a:lvl7pPr>
            <a:lvl8pPr marL="2718810" indent="0" algn="ctr">
              <a:buNone/>
              <a:defRPr>
                <a:solidFill>
                  <a:schemeClr val="tx1">
                    <a:tint val="75000"/>
                  </a:schemeClr>
                </a:solidFill>
              </a:defRPr>
            </a:lvl8pPr>
            <a:lvl9pPr marL="3107210" indent="0" algn="ctr">
              <a:buNone/>
              <a:defRPr>
                <a:solidFill>
                  <a:schemeClr val="tx1">
                    <a:tint val="75000"/>
                  </a:schemeClr>
                </a:solidFill>
              </a:defRPr>
            </a:lvl9pPr>
          </a:lstStyle>
          <a:p>
            <a:r>
              <a:rPr lang="en-US" smtClean="0"/>
              <a:t>Click to edit Master subtitle style</a:t>
            </a:r>
            <a:endParaRPr lang="en-US" dirty="0"/>
          </a:p>
        </p:txBody>
      </p:sp>
      <p:sp>
        <p:nvSpPr>
          <p:cNvPr id="10" name="Circle Arrow"/>
          <p:cNvSpPr>
            <a:spLocks noEditPoints="1"/>
          </p:cNvSpPr>
          <p:nvPr userDrawn="1"/>
        </p:nvSpPr>
        <p:spPr bwMode="auto">
          <a:xfrm rot="5400000">
            <a:off x="8096812"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3" tIns="38843" rIns="77683" bIns="38843" numCol="1" anchor="t" anchorCtr="0" compatLnSpc="1">
            <a:prstTxWarp prst="textNoShape">
              <a:avLst/>
            </a:prstTxWarp>
          </a:bodyPr>
          <a:lstStyle/>
          <a:p>
            <a:pPr defTabSz="776803"/>
            <a:endParaRPr lang="en-US" sz="1700">
              <a:solidFill>
                <a:srgbClr val="FFFFFF"/>
              </a:solidFill>
            </a:endParaRPr>
          </a:p>
        </p:txBody>
      </p:sp>
      <p:sp>
        <p:nvSpPr>
          <p:cNvPr id="11" name="TechEd Tile"/>
          <p:cNvSpPr/>
          <p:nvPr userDrawn="1"/>
        </p:nvSpPr>
        <p:spPr bwMode="auto">
          <a:xfrm>
            <a:off x="835711" y="1373194"/>
            <a:ext cx="2310297"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pic>
        <p:nvPicPr>
          <p:cNvPr id="12" name="TechEd Logo"/>
          <p:cNvPicPr>
            <a:picLocks noChangeAspect="1" noChangeArrowheads="1"/>
          </p:cNvPicPr>
          <p:nvPr userDrawn="1"/>
        </p:nvPicPr>
        <p:blipFill rotWithShape="1">
          <a:blip r:embed="rId2" cstate="print">
            <a:extLst>
              <a:ext uri="{28A0092B-C50C-407E-A947-70E740481C1C}">
                <a14:useLocalDpi xmlns="" xmlns:a14="http://schemas.microsoft.com/office/drawing/2010/main" val="0"/>
              </a:ext>
            </a:extLst>
          </a:blip>
          <a:srcRect r="8530"/>
          <a:stretch/>
        </p:blipFill>
        <p:spPr bwMode="auto">
          <a:xfrm>
            <a:off x="1145802"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sp useBgFill="1">
        <p:nvSpPr>
          <p:cNvPr id="13" name="Top Mask"/>
          <p:cNvSpPr/>
          <p:nvPr userDrawn="1"/>
        </p:nvSpPr>
        <p:spPr bwMode="auto">
          <a:xfrm>
            <a:off x="0" y="2"/>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useBgFill="1">
        <p:nvSpPr>
          <p:cNvPr id="14" name="Right Mask"/>
          <p:cNvSpPr/>
          <p:nvPr userDrawn="1"/>
        </p:nvSpPr>
        <p:spPr bwMode="auto">
          <a:xfrm>
            <a:off x="9135584" y="1478675"/>
            <a:ext cx="830742"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grpSp>
        <p:nvGrpSpPr>
          <p:cNvPr id="16" name="Demo Tile"/>
          <p:cNvGrpSpPr/>
          <p:nvPr userDrawn="1"/>
        </p:nvGrpSpPr>
        <p:grpSpPr>
          <a:xfrm>
            <a:off x="832063" y="2890497"/>
            <a:ext cx="2311734" cy="2563506"/>
            <a:chOff x="1022073" y="-1135906"/>
            <a:chExt cx="2827252" cy="2827252"/>
          </a:xfrm>
        </p:grpSpPr>
        <p:sp>
          <p:nvSpPr>
            <p:cNvPr id="17" name="Rectangle 16"/>
            <p:cNvSpPr/>
            <p:nvPr/>
          </p:nvSpPr>
          <p:spPr bwMode="auto">
            <a:xfrm>
              <a:off x="1022073" y="-1135906"/>
              <a:ext cx="2827252" cy="2827252"/>
            </a:xfrm>
            <a:prstGeom prst="rect">
              <a:avLst/>
            </a:prstGeom>
            <a:solidFill>
              <a:schemeClr val="accent6"/>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18" name="Light bulb Icon"/>
            <p:cNvSpPr>
              <a:spLocks noEditPoints="1"/>
            </p:cNvSpPr>
            <p:nvPr/>
          </p:nvSpPr>
          <p:spPr bwMode="auto">
            <a:xfrm>
              <a:off x="1945077" y="-620805"/>
              <a:ext cx="979488" cy="1797050"/>
            </a:xfrm>
            <a:custGeom>
              <a:avLst/>
              <a:gdLst>
                <a:gd name="T0" fmla="*/ 18 w 122"/>
                <a:gd name="T1" fmla="*/ 137 h 224"/>
                <a:gd name="T2" fmla="*/ 105 w 122"/>
                <a:gd name="T3" fmla="*/ 22 h 224"/>
                <a:gd name="T4" fmla="*/ 119 w 122"/>
                <a:gd name="T5" fmla="*/ 29 h 224"/>
                <a:gd name="T6" fmla="*/ 119 w 122"/>
                <a:gd name="T7" fmla="*/ 41 h 224"/>
                <a:gd name="T8" fmla="*/ 17 w 122"/>
                <a:gd name="T9" fmla="*/ 75 h 224"/>
                <a:gd name="T10" fmla="*/ 14 w 122"/>
                <a:gd name="T11" fmla="*/ 76 h 224"/>
                <a:gd name="T12" fmla="*/ 2 w 122"/>
                <a:gd name="T13" fmla="*/ 64 h 224"/>
                <a:gd name="T14" fmla="*/ 10 w 122"/>
                <a:gd name="T15" fmla="*/ 50 h 224"/>
                <a:gd name="T16" fmla="*/ 8 w 122"/>
                <a:gd name="T17" fmla="*/ 58 h 224"/>
                <a:gd name="T18" fmla="*/ 9 w 122"/>
                <a:gd name="T19" fmla="*/ 66 h 224"/>
                <a:gd name="T20" fmla="*/ 14 w 122"/>
                <a:gd name="T21" fmla="*/ 70 h 224"/>
                <a:gd name="T22" fmla="*/ 111 w 122"/>
                <a:gd name="T23" fmla="*/ 41 h 224"/>
                <a:gd name="T24" fmla="*/ 115 w 122"/>
                <a:gd name="T25" fmla="*/ 35 h 224"/>
                <a:gd name="T26" fmla="*/ 108 w 122"/>
                <a:gd name="T27" fmla="*/ 27 h 224"/>
                <a:gd name="T28" fmla="*/ 12 w 122"/>
                <a:gd name="T29" fmla="*/ 56 h 224"/>
                <a:gd name="T30" fmla="*/ 10 w 122"/>
                <a:gd name="T31" fmla="*/ 16 h 224"/>
                <a:gd name="T32" fmla="*/ 73 w 122"/>
                <a:gd name="T33" fmla="*/ 9 h 224"/>
                <a:gd name="T34" fmla="*/ 67 w 122"/>
                <a:gd name="T35" fmla="*/ 27 h 224"/>
                <a:gd name="T36" fmla="*/ 14 w 122"/>
                <a:gd name="T37" fmla="*/ 42 h 224"/>
                <a:gd name="T38" fmla="*/ 2 w 122"/>
                <a:gd name="T39" fmla="*/ 31 h 224"/>
                <a:gd name="T40" fmla="*/ 9 w 122"/>
                <a:gd name="T41" fmla="*/ 32 h 224"/>
                <a:gd name="T42" fmla="*/ 16 w 122"/>
                <a:gd name="T43" fmla="*/ 36 h 224"/>
                <a:gd name="T44" fmla="*/ 69 w 122"/>
                <a:gd name="T45" fmla="*/ 14 h 224"/>
                <a:gd name="T46" fmla="*/ 63 w 122"/>
                <a:gd name="T47" fmla="*/ 7 h 224"/>
                <a:gd name="T48" fmla="*/ 12 w 122"/>
                <a:gd name="T49" fmla="*/ 22 h 224"/>
                <a:gd name="T50" fmla="*/ 113 w 122"/>
                <a:gd name="T51" fmla="*/ 114 h 224"/>
                <a:gd name="T52" fmla="*/ 99 w 122"/>
                <a:gd name="T53" fmla="*/ 124 h 224"/>
                <a:gd name="T54" fmla="*/ 110 w 122"/>
                <a:gd name="T55" fmla="*/ 137 h 224"/>
                <a:gd name="T56" fmla="*/ 87 w 122"/>
                <a:gd name="T57" fmla="*/ 208 h 224"/>
                <a:gd name="T58" fmla="*/ 74 w 122"/>
                <a:gd name="T59" fmla="*/ 224 h 224"/>
                <a:gd name="T60" fmla="*/ 41 w 122"/>
                <a:gd name="T61" fmla="*/ 213 h 224"/>
                <a:gd name="T62" fmla="*/ 18 w 122"/>
                <a:gd name="T63" fmla="*/ 187 h 224"/>
                <a:gd name="T64" fmla="*/ 29 w 122"/>
                <a:gd name="T65" fmla="*/ 137 h 224"/>
                <a:gd name="T66" fmla="*/ 23 w 122"/>
                <a:gd name="T67" fmla="*/ 113 h 224"/>
                <a:gd name="T68" fmla="*/ 10 w 122"/>
                <a:gd name="T69" fmla="*/ 109 h 224"/>
                <a:gd name="T70" fmla="*/ 2 w 122"/>
                <a:gd name="T71" fmla="*/ 98 h 224"/>
                <a:gd name="T72" fmla="*/ 3 w 122"/>
                <a:gd name="T73" fmla="*/ 89 h 224"/>
                <a:gd name="T74" fmla="*/ 105 w 122"/>
                <a:gd name="T75" fmla="*/ 55 h 224"/>
                <a:gd name="T76" fmla="*/ 120 w 122"/>
                <a:gd name="T77" fmla="*/ 66 h 224"/>
                <a:gd name="T78" fmla="*/ 113 w 122"/>
                <a:gd name="T79" fmla="*/ 81 h 224"/>
                <a:gd name="T80" fmla="*/ 56 w 122"/>
                <a:gd name="T81" fmla="*/ 105 h 224"/>
                <a:gd name="T82" fmla="*/ 72 w 122"/>
                <a:gd name="T83" fmla="*/ 137 h 224"/>
                <a:gd name="T84" fmla="*/ 82 w 122"/>
                <a:gd name="T85" fmla="*/ 95 h 224"/>
                <a:gd name="T86" fmla="*/ 119 w 122"/>
                <a:gd name="T87" fmla="*/ 96 h 224"/>
                <a:gd name="T88" fmla="*/ 113 w 122"/>
                <a:gd name="T89" fmla="*/ 114 h 224"/>
                <a:gd name="T90" fmla="*/ 111 w 122"/>
                <a:gd name="T91" fmla="*/ 75 h 224"/>
                <a:gd name="T92" fmla="*/ 115 w 122"/>
                <a:gd name="T93" fmla="*/ 68 h 224"/>
                <a:gd name="T94" fmla="*/ 108 w 122"/>
                <a:gd name="T95" fmla="*/ 61 h 224"/>
                <a:gd name="T96" fmla="*/ 25 w 122"/>
                <a:gd name="T97" fmla="*/ 86 h 224"/>
                <a:gd name="T98" fmla="*/ 12 w 122"/>
                <a:gd name="T99" fmla="*/ 89 h 224"/>
                <a:gd name="T100" fmla="*/ 8 w 122"/>
                <a:gd name="T101" fmla="*/ 92 h 224"/>
                <a:gd name="T102" fmla="*/ 8 w 122"/>
                <a:gd name="T103" fmla="*/ 96 h 224"/>
                <a:gd name="T104" fmla="*/ 12 w 122"/>
                <a:gd name="T105" fmla="*/ 103 h 224"/>
                <a:gd name="T106" fmla="*/ 25 w 122"/>
                <a:gd name="T107" fmla="*/ 107 h 224"/>
                <a:gd name="T108" fmla="*/ 35 w 122"/>
                <a:gd name="T109" fmla="*/ 120 h 224"/>
                <a:gd name="T110" fmla="*/ 50 w 122"/>
                <a:gd name="T111" fmla="*/ 137 h 224"/>
                <a:gd name="T112" fmla="*/ 48 w 122"/>
                <a:gd name="T113" fmla="*/ 100 h 224"/>
                <a:gd name="T114" fmla="*/ 49 w 122"/>
                <a:gd name="T115" fmla="*/ 93 h 224"/>
                <a:gd name="T116" fmla="*/ 113 w 122"/>
                <a:gd name="T117" fmla="*/ 98 h 224"/>
                <a:gd name="T118" fmla="*/ 84 w 122"/>
                <a:gd name="T119" fmla="*/ 101 h 224"/>
                <a:gd name="T120" fmla="*/ 78 w 122"/>
                <a:gd name="T121" fmla="*/ 137 h 224"/>
                <a:gd name="T122" fmla="*/ 93 w 122"/>
                <a:gd name="T123" fmla="*/ 124 h 224"/>
                <a:gd name="T124" fmla="*/ 111 w 122"/>
                <a:gd name="T125" fmla="*/ 108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2" h="224">
                  <a:moveTo>
                    <a:pt x="18" y="137"/>
                  </a:moveTo>
                  <a:cubicBezTo>
                    <a:pt x="18" y="137"/>
                    <a:pt x="18" y="137"/>
                    <a:pt x="18" y="137"/>
                  </a:cubicBezTo>
                  <a:moveTo>
                    <a:pt x="10" y="50"/>
                  </a:moveTo>
                  <a:cubicBezTo>
                    <a:pt x="105" y="22"/>
                    <a:pt x="105" y="22"/>
                    <a:pt x="105" y="22"/>
                  </a:cubicBezTo>
                  <a:cubicBezTo>
                    <a:pt x="106" y="21"/>
                    <a:pt x="107" y="21"/>
                    <a:pt x="108" y="21"/>
                  </a:cubicBezTo>
                  <a:cubicBezTo>
                    <a:pt x="113" y="21"/>
                    <a:pt x="118" y="24"/>
                    <a:pt x="119" y="29"/>
                  </a:cubicBezTo>
                  <a:cubicBezTo>
                    <a:pt x="120" y="33"/>
                    <a:pt x="120" y="33"/>
                    <a:pt x="120" y="33"/>
                  </a:cubicBezTo>
                  <a:cubicBezTo>
                    <a:pt x="121" y="36"/>
                    <a:pt x="121" y="39"/>
                    <a:pt x="119" y="41"/>
                  </a:cubicBezTo>
                  <a:cubicBezTo>
                    <a:pt x="118" y="44"/>
                    <a:pt x="116" y="46"/>
                    <a:pt x="113" y="47"/>
                  </a:cubicBezTo>
                  <a:cubicBezTo>
                    <a:pt x="17" y="75"/>
                    <a:pt x="17" y="75"/>
                    <a:pt x="17" y="75"/>
                  </a:cubicBezTo>
                  <a:cubicBezTo>
                    <a:pt x="16" y="76"/>
                    <a:pt x="15" y="76"/>
                    <a:pt x="14" y="76"/>
                  </a:cubicBezTo>
                  <a:cubicBezTo>
                    <a:pt x="14" y="76"/>
                    <a:pt x="14" y="76"/>
                    <a:pt x="14" y="76"/>
                  </a:cubicBezTo>
                  <a:cubicBezTo>
                    <a:pt x="9" y="76"/>
                    <a:pt x="5" y="73"/>
                    <a:pt x="3" y="68"/>
                  </a:cubicBezTo>
                  <a:cubicBezTo>
                    <a:pt x="2" y="64"/>
                    <a:pt x="2" y="64"/>
                    <a:pt x="2" y="64"/>
                  </a:cubicBezTo>
                  <a:cubicBezTo>
                    <a:pt x="1" y="61"/>
                    <a:pt x="2" y="58"/>
                    <a:pt x="3" y="56"/>
                  </a:cubicBezTo>
                  <a:cubicBezTo>
                    <a:pt x="5" y="53"/>
                    <a:pt x="7" y="51"/>
                    <a:pt x="10" y="50"/>
                  </a:cubicBezTo>
                  <a:close/>
                  <a:moveTo>
                    <a:pt x="12" y="56"/>
                  </a:moveTo>
                  <a:cubicBezTo>
                    <a:pt x="10" y="56"/>
                    <a:pt x="9" y="57"/>
                    <a:pt x="8" y="58"/>
                  </a:cubicBezTo>
                  <a:cubicBezTo>
                    <a:pt x="8" y="60"/>
                    <a:pt x="8" y="61"/>
                    <a:pt x="8" y="62"/>
                  </a:cubicBezTo>
                  <a:cubicBezTo>
                    <a:pt x="9" y="66"/>
                    <a:pt x="9" y="66"/>
                    <a:pt x="9" y="66"/>
                  </a:cubicBezTo>
                  <a:cubicBezTo>
                    <a:pt x="10" y="68"/>
                    <a:pt x="12" y="70"/>
                    <a:pt x="14" y="70"/>
                  </a:cubicBezTo>
                  <a:cubicBezTo>
                    <a:pt x="14" y="70"/>
                    <a:pt x="14" y="70"/>
                    <a:pt x="14" y="70"/>
                  </a:cubicBezTo>
                  <a:cubicBezTo>
                    <a:pt x="15" y="70"/>
                    <a:pt x="15" y="70"/>
                    <a:pt x="16" y="70"/>
                  </a:cubicBezTo>
                  <a:cubicBezTo>
                    <a:pt x="111" y="41"/>
                    <a:pt x="111" y="41"/>
                    <a:pt x="111" y="41"/>
                  </a:cubicBezTo>
                  <a:cubicBezTo>
                    <a:pt x="112" y="41"/>
                    <a:pt x="113" y="40"/>
                    <a:pt x="114" y="39"/>
                  </a:cubicBezTo>
                  <a:cubicBezTo>
                    <a:pt x="115" y="37"/>
                    <a:pt x="115" y="36"/>
                    <a:pt x="115" y="35"/>
                  </a:cubicBezTo>
                  <a:cubicBezTo>
                    <a:pt x="113" y="31"/>
                    <a:pt x="113" y="31"/>
                    <a:pt x="113" y="31"/>
                  </a:cubicBezTo>
                  <a:cubicBezTo>
                    <a:pt x="113" y="29"/>
                    <a:pt x="111" y="27"/>
                    <a:pt x="108" y="27"/>
                  </a:cubicBezTo>
                  <a:cubicBezTo>
                    <a:pt x="108" y="27"/>
                    <a:pt x="107" y="27"/>
                    <a:pt x="107" y="27"/>
                  </a:cubicBezTo>
                  <a:lnTo>
                    <a:pt x="12" y="56"/>
                  </a:lnTo>
                  <a:close/>
                  <a:moveTo>
                    <a:pt x="2" y="31"/>
                  </a:moveTo>
                  <a:cubicBezTo>
                    <a:pt x="0" y="25"/>
                    <a:pt x="4" y="18"/>
                    <a:pt x="10" y="16"/>
                  </a:cubicBezTo>
                  <a:cubicBezTo>
                    <a:pt x="59" y="1"/>
                    <a:pt x="59" y="1"/>
                    <a:pt x="59" y="1"/>
                  </a:cubicBezTo>
                  <a:cubicBezTo>
                    <a:pt x="65" y="0"/>
                    <a:pt x="72" y="3"/>
                    <a:pt x="73" y="9"/>
                  </a:cubicBezTo>
                  <a:cubicBezTo>
                    <a:pt x="75" y="12"/>
                    <a:pt x="75" y="12"/>
                    <a:pt x="75" y="12"/>
                  </a:cubicBezTo>
                  <a:cubicBezTo>
                    <a:pt x="76" y="18"/>
                    <a:pt x="73" y="25"/>
                    <a:pt x="67" y="27"/>
                  </a:cubicBezTo>
                  <a:cubicBezTo>
                    <a:pt x="18" y="42"/>
                    <a:pt x="18" y="42"/>
                    <a:pt x="18" y="42"/>
                  </a:cubicBezTo>
                  <a:cubicBezTo>
                    <a:pt x="16" y="42"/>
                    <a:pt x="15" y="42"/>
                    <a:pt x="14" y="42"/>
                  </a:cubicBezTo>
                  <a:cubicBezTo>
                    <a:pt x="9" y="42"/>
                    <a:pt x="5" y="39"/>
                    <a:pt x="3" y="34"/>
                  </a:cubicBezTo>
                  <a:lnTo>
                    <a:pt x="2" y="31"/>
                  </a:lnTo>
                  <a:close/>
                  <a:moveTo>
                    <a:pt x="8" y="29"/>
                  </a:moveTo>
                  <a:cubicBezTo>
                    <a:pt x="9" y="32"/>
                    <a:pt x="9" y="32"/>
                    <a:pt x="9" y="32"/>
                  </a:cubicBezTo>
                  <a:cubicBezTo>
                    <a:pt x="10" y="35"/>
                    <a:pt x="12" y="36"/>
                    <a:pt x="14" y="36"/>
                  </a:cubicBezTo>
                  <a:cubicBezTo>
                    <a:pt x="15" y="36"/>
                    <a:pt x="15" y="36"/>
                    <a:pt x="16" y="36"/>
                  </a:cubicBezTo>
                  <a:cubicBezTo>
                    <a:pt x="65" y="21"/>
                    <a:pt x="65" y="21"/>
                    <a:pt x="65" y="21"/>
                  </a:cubicBezTo>
                  <a:cubicBezTo>
                    <a:pt x="68" y="20"/>
                    <a:pt x="70" y="17"/>
                    <a:pt x="69" y="14"/>
                  </a:cubicBezTo>
                  <a:cubicBezTo>
                    <a:pt x="68" y="11"/>
                    <a:pt x="68" y="11"/>
                    <a:pt x="68" y="11"/>
                  </a:cubicBezTo>
                  <a:cubicBezTo>
                    <a:pt x="67" y="8"/>
                    <a:pt x="65" y="7"/>
                    <a:pt x="63" y="7"/>
                  </a:cubicBezTo>
                  <a:cubicBezTo>
                    <a:pt x="62" y="7"/>
                    <a:pt x="62" y="7"/>
                    <a:pt x="61" y="7"/>
                  </a:cubicBezTo>
                  <a:cubicBezTo>
                    <a:pt x="12" y="22"/>
                    <a:pt x="12" y="22"/>
                    <a:pt x="12" y="22"/>
                  </a:cubicBezTo>
                  <a:cubicBezTo>
                    <a:pt x="9" y="23"/>
                    <a:pt x="7" y="26"/>
                    <a:pt x="8" y="29"/>
                  </a:cubicBezTo>
                  <a:close/>
                  <a:moveTo>
                    <a:pt x="113" y="114"/>
                  </a:moveTo>
                  <a:cubicBezTo>
                    <a:pt x="105" y="116"/>
                    <a:pt x="105" y="116"/>
                    <a:pt x="105" y="116"/>
                  </a:cubicBezTo>
                  <a:cubicBezTo>
                    <a:pt x="102" y="117"/>
                    <a:pt x="99" y="121"/>
                    <a:pt x="99" y="124"/>
                  </a:cubicBezTo>
                  <a:cubicBezTo>
                    <a:pt x="99" y="137"/>
                    <a:pt x="99" y="137"/>
                    <a:pt x="99" y="137"/>
                  </a:cubicBezTo>
                  <a:cubicBezTo>
                    <a:pt x="110" y="137"/>
                    <a:pt x="110" y="137"/>
                    <a:pt x="110" y="137"/>
                  </a:cubicBezTo>
                  <a:cubicBezTo>
                    <a:pt x="110" y="187"/>
                    <a:pt x="110" y="187"/>
                    <a:pt x="110" y="187"/>
                  </a:cubicBezTo>
                  <a:cubicBezTo>
                    <a:pt x="110" y="198"/>
                    <a:pt x="100" y="207"/>
                    <a:pt x="87" y="208"/>
                  </a:cubicBezTo>
                  <a:cubicBezTo>
                    <a:pt x="87" y="213"/>
                    <a:pt x="87" y="213"/>
                    <a:pt x="87" y="213"/>
                  </a:cubicBezTo>
                  <a:cubicBezTo>
                    <a:pt x="87" y="219"/>
                    <a:pt x="81" y="224"/>
                    <a:pt x="74" y="224"/>
                  </a:cubicBezTo>
                  <a:cubicBezTo>
                    <a:pt x="54" y="224"/>
                    <a:pt x="54" y="224"/>
                    <a:pt x="54" y="224"/>
                  </a:cubicBezTo>
                  <a:cubicBezTo>
                    <a:pt x="47" y="224"/>
                    <a:pt x="41" y="219"/>
                    <a:pt x="41" y="213"/>
                  </a:cubicBezTo>
                  <a:cubicBezTo>
                    <a:pt x="41" y="208"/>
                    <a:pt x="41" y="208"/>
                    <a:pt x="41" y="208"/>
                  </a:cubicBezTo>
                  <a:cubicBezTo>
                    <a:pt x="28" y="207"/>
                    <a:pt x="18" y="198"/>
                    <a:pt x="18" y="187"/>
                  </a:cubicBezTo>
                  <a:cubicBezTo>
                    <a:pt x="18" y="137"/>
                    <a:pt x="18" y="137"/>
                    <a:pt x="18" y="137"/>
                  </a:cubicBezTo>
                  <a:cubicBezTo>
                    <a:pt x="29" y="137"/>
                    <a:pt x="29" y="137"/>
                    <a:pt x="29" y="137"/>
                  </a:cubicBezTo>
                  <a:cubicBezTo>
                    <a:pt x="29" y="120"/>
                    <a:pt x="29" y="120"/>
                    <a:pt x="29" y="120"/>
                  </a:cubicBezTo>
                  <a:cubicBezTo>
                    <a:pt x="29" y="117"/>
                    <a:pt x="26" y="113"/>
                    <a:pt x="23" y="113"/>
                  </a:cubicBezTo>
                  <a:cubicBezTo>
                    <a:pt x="12" y="109"/>
                    <a:pt x="12" y="109"/>
                    <a:pt x="12" y="109"/>
                  </a:cubicBezTo>
                  <a:cubicBezTo>
                    <a:pt x="10" y="109"/>
                    <a:pt x="10" y="109"/>
                    <a:pt x="10" y="109"/>
                  </a:cubicBezTo>
                  <a:cubicBezTo>
                    <a:pt x="7" y="108"/>
                    <a:pt x="4" y="105"/>
                    <a:pt x="3" y="102"/>
                  </a:cubicBezTo>
                  <a:cubicBezTo>
                    <a:pt x="2" y="98"/>
                    <a:pt x="2" y="98"/>
                    <a:pt x="2" y="98"/>
                  </a:cubicBezTo>
                  <a:cubicBezTo>
                    <a:pt x="2" y="97"/>
                    <a:pt x="2" y="97"/>
                    <a:pt x="2" y="96"/>
                  </a:cubicBezTo>
                  <a:cubicBezTo>
                    <a:pt x="2" y="94"/>
                    <a:pt x="2" y="91"/>
                    <a:pt x="3" y="89"/>
                  </a:cubicBezTo>
                  <a:cubicBezTo>
                    <a:pt x="5" y="87"/>
                    <a:pt x="7" y="85"/>
                    <a:pt x="10" y="84"/>
                  </a:cubicBezTo>
                  <a:cubicBezTo>
                    <a:pt x="105" y="55"/>
                    <a:pt x="105" y="55"/>
                    <a:pt x="105" y="55"/>
                  </a:cubicBezTo>
                  <a:cubicBezTo>
                    <a:pt x="111" y="54"/>
                    <a:pt x="118" y="57"/>
                    <a:pt x="119" y="63"/>
                  </a:cubicBezTo>
                  <a:cubicBezTo>
                    <a:pt x="120" y="66"/>
                    <a:pt x="120" y="66"/>
                    <a:pt x="120" y="66"/>
                  </a:cubicBezTo>
                  <a:cubicBezTo>
                    <a:pt x="121" y="69"/>
                    <a:pt x="121" y="72"/>
                    <a:pt x="119" y="75"/>
                  </a:cubicBezTo>
                  <a:cubicBezTo>
                    <a:pt x="118" y="78"/>
                    <a:pt x="116" y="80"/>
                    <a:pt x="113" y="81"/>
                  </a:cubicBezTo>
                  <a:cubicBezTo>
                    <a:pt x="54" y="98"/>
                    <a:pt x="54" y="98"/>
                    <a:pt x="54" y="98"/>
                  </a:cubicBezTo>
                  <a:cubicBezTo>
                    <a:pt x="55" y="100"/>
                    <a:pt x="56" y="103"/>
                    <a:pt x="56" y="105"/>
                  </a:cubicBezTo>
                  <a:cubicBezTo>
                    <a:pt x="56" y="137"/>
                    <a:pt x="56" y="137"/>
                    <a:pt x="56" y="137"/>
                  </a:cubicBezTo>
                  <a:cubicBezTo>
                    <a:pt x="72" y="137"/>
                    <a:pt x="72" y="137"/>
                    <a:pt x="72" y="137"/>
                  </a:cubicBezTo>
                  <a:cubicBezTo>
                    <a:pt x="72" y="109"/>
                    <a:pt x="72" y="109"/>
                    <a:pt x="72" y="109"/>
                  </a:cubicBezTo>
                  <a:cubicBezTo>
                    <a:pt x="72" y="103"/>
                    <a:pt x="77" y="97"/>
                    <a:pt x="82" y="95"/>
                  </a:cubicBezTo>
                  <a:cubicBezTo>
                    <a:pt x="105" y="89"/>
                    <a:pt x="105" y="89"/>
                    <a:pt x="105" y="89"/>
                  </a:cubicBezTo>
                  <a:cubicBezTo>
                    <a:pt x="111" y="87"/>
                    <a:pt x="118" y="91"/>
                    <a:pt x="119" y="96"/>
                  </a:cubicBezTo>
                  <a:cubicBezTo>
                    <a:pt x="120" y="100"/>
                    <a:pt x="120" y="100"/>
                    <a:pt x="120" y="100"/>
                  </a:cubicBezTo>
                  <a:cubicBezTo>
                    <a:pt x="122" y="106"/>
                    <a:pt x="119" y="112"/>
                    <a:pt x="113" y="114"/>
                  </a:cubicBezTo>
                  <a:close/>
                  <a:moveTo>
                    <a:pt x="49" y="93"/>
                  </a:moveTo>
                  <a:cubicBezTo>
                    <a:pt x="111" y="75"/>
                    <a:pt x="111" y="75"/>
                    <a:pt x="111" y="75"/>
                  </a:cubicBezTo>
                  <a:cubicBezTo>
                    <a:pt x="112" y="74"/>
                    <a:pt x="113" y="74"/>
                    <a:pt x="114" y="72"/>
                  </a:cubicBezTo>
                  <a:cubicBezTo>
                    <a:pt x="115" y="71"/>
                    <a:pt x="115" y="70"/>
                    <a:pt x="115" y="68"/>
                  </a:cubicBezTo>
                  <a:cubicBezTo>
                    <a:pt x="113" y="65"/>
                    <a:pt x="113" y="65"/>
                    <a:pt x="113" y="65"/>
                  </a:cubicBezTo>
                  <a:cubicBezTo>
                    <a:pt x="113" y="62"/>
                    <a:pt x="111" y="61"/>
                    <a:pt x="108" y="61"/>
                  </a:cubicBezTo>
                  <a:cubicBezTo>
                    <a:pt x="108" y="61"/>
                    <a:pt x="107" y="61"/>
                    <a:pt x="107" y="61"/>
                  </a:cubicBezTo>
                  <a:cubicBezTo>
                    <a:pt x="25" y="86"/>
                    <a:pt x="25" y="86"/>
                    <a:pt x="25" y="86"/>
                  </a:cubicBezTo>
                  <a:cubicBezTo>
                    <a:pt x="13" y="89"/>
                    <a:pt x="13" y="89"/>
                    <a:pt x="13" y="89"/>
                  </a:cubicBezTo>
                  <a:cubicBezTo>
                    <a:pt x="12" y="89"/>
                    <a:pt x="12" y="89"/>
                    <a:pt x="12" y="89"/>
                  </a:cubicBezTo>
                  <a:cubicBezTo>
                    <a:pt x="12" y="90"/>
                    <a:pt x="12" y="90"/>
                    <a:pt x="12" y="90"/>
                  </a:cubicBezTo>
                  <a:cubicBezTo>
                    <a:pt x="10" y="90"/>
                    <a:pt x="9" y="91"/>
                    <a:pt x="8" y="92"/>
                  </a:cubicBezTo>
                  <a:cubicBezTo>
                    <a:pt x="8" y="93"/>
                    <a:pt x="8" y="95"/>
                    <a:pt x="8" y="96"/>
                  </a:cubicBezTo>
                  <a:cubicBezTo>
                    <a:pt x="8" y="96"/>
                    <a:pt x="8" y="96"/>
                    <a:pt x="8" y="96"/>
                  </a:cubicBezTo>
                  <a:cubicBezTo>
                    <a:pt x="9" y="100"/>
                    <a:pt x="9" y="100"/>
                    <a:pt x="9" y="100"/>
                  </a:cubicBezTo>
                  <a:cubicBezTo>
                    <a:pt x="10" y="101"/>
                    <a:pt x="11" y="103"/>
                    <a:pt x="12" y="103"/>
                  </a:cubicBezTo>
                  <a:cubicBezTo>
                    <a:pt x="13" y="103"/>
                    <a:pt x="13" y="103"/>
                    <a:pt x="13" y="103"/>
                  </a:cubicBezTo>
                  <a:cubicBezTo>
                    <a:pt x="25" y="107"/>
                    <a:pt x="25" y="107"/>
                    <a:pt x="25" y="107"/>
                  </a:cubicBezTo>
                  <a:cubicBezTo>
                    <a:pt x="25" y="107"/>
                    <a:pt x="25" y="107"/>
                    <a:pt x="25" y="107"/>
                  </a:cubicBezTo>
                  <a:cubicBezTo>
                    <a:pt x="31" y="109"/>
                    <a:pt x="35" y="115"/>
                    <a:pt x="35" y="120"/>
                  </a:cubicBezTo>
                  <a:cubicBezTo>
                    <a:pt x="35" y="137"/>
                    <a:pt x="35" y="137"/>
                    <a:pt x="35" y="137"/>
                  </a:cubicBezTo>
                  <a:cubicBezTo>
                    <a:pt x="50" y="137"/>
                    <a:pt x="50" y="137"/>
                    <a:pt x="50" y="137"/>
                  </a:cubicBezTo>
                  <a:cubicBezTo>
                    <a:pt x="50" y="105"/>
                    <a:pt x="50" y="105"/>
                    <a:pt x="50" y="105"/>
                  </a:cubicBezTo>
                  <a:cubicBezTo>
                    <a:pt x="50" y="104"/>
                    <a:pt x="49" y="102"/>
                    <a:pt x="48" y="100"/>
                  </a:cubicBezTo>
                  <a:cubicBezTo>
                    <a:pt x="47" y="99"/>
                    <a:pt x="45" y="98"/>
                    <a:pt x="44" y="97"/>
                  </a:cubicBezTo>
                  <a:cubicBezTo>
                    <a:pt x="44" y="97"/>
                    <a:pt x="40" y="96"/>
                    <a:pt x="49" y="93"/>
                  </a:cubicBezTo>
                  <a:close/>
                  <a:moveTo>
                    <a:pt x="115" y="102"/>
                  </a:moveTo>
                  <a:cubicBezTo>
                    <a:pt x="113" y="98"/>
                    <a:pt x="113" y="98"/>
                    <a:pt x="113" y="98"/>
                  </a:cubicBezTo>
                  <a:cubicBezTo>
                    <a:pt x="113" y="95"/>
                    <a:pt x="110" y="94"/>
                    <a:pt x="107" y="95"/>
                  </a:cubicBezTo>
                  <a:cubicBezTo>
                    <a:pt x="84" y="101"/>
                    <a:pt x="84" y="101"/>
                    <a:pt x="84" y="101"/>
                  </a:cubicBezTo>
                  <a:cubicBezTo>
                    <a:pt x="81" y="102"/>
                    <a:pt x="78" y="106"/>
                    <a:pt x="78" y="109"/>
                  </a:cubicBezTo>
                  <a:cubicBezTo>
                    <a:pt x="78" y="137"/>
                    <a:pt x="78" y="137"/>
                    <a:pt x="78" y="137"/>
                  </a:cubicBezTo>
                  <a:cubicBezTo>
                    <a:pt x="93" y="137"/>
                    <a:pt x="93" y="137"/>
                    <a:pt x="93" y="137"/>
                  </a:cubicBezTo>
                  <a:cubicBezTo>
                    <a:pt x="93" y="124"/>
                    <a:pt x="93" y="124"/>
                    <a:pt x="93" y="124"/>
                  </a:cubicBezTo>
                  <a:cubicBezTo>
                    <a:pt x="93" y="118"/>
                    <a:pt x="97" y="112"/>
                    <a:pt x="103" y="111"/>
                  </a:cubicBezTo>
                  <a:cubicBezTo>
                    <a:pt x="111" y="108"/>
                    <a:pt x="111" y="108"/>
                    <a:pt x="111" y="108"/>
                  </a:cubicBezTo>
                  <a:cubicBezTo>
                    <a:pt x="114" y="108"/>
                    <a:pt x="115" y="105"/>
                    <a:pt x="115" y="10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03"/>
              <a:endParaRPr lang="en-US" sz="1700">
                <a:solidFill>
                  <a:srgbClr val="FFFFFF"/>
                </a:solidFill>
              </a:endParaRPr>
            </a:p>
          </p:txBody>
        </p:sp>
      </p:grpSp>
      <p:sp>
        <p:nvSpPr>
          <p:cNvPr id="2" name="Title 1"/>
          <p:cNvSpPr>
            <a:spLocks noGrp="1"/>
          </p:cNvSpPr>
          <p:nvPr>
            <p:ph type="ctrTitle"/>
          </p:nvPr>
        </p:nvSpPr>
        <p:spPr>
          <a:xfrm>
            <a:off x="3417048" y="2889821"/>
            <a:ext cx="5405185" cy="1381373"/>
          </a:xfrm>
        </p:spPr>
        <p:txBody>
          <a:bodyPr anchor="ctr" anchorCtr="0">
            <a:noAutofit/>
          </a:bodyPr>
          <a:lstStyle>
            <a:lvl1pPr algn="l" defTabSz="776803" rtl="0" eaLnBrk="1" latinLnBrk="0" hangingPunct="1">
              <a:lnSpc>
                <a:spcPct val="90000"/>
              </a:lnSpc>
              <a:spcBef>
                <a:spcPct val="0"/>
              </a:spcBef>
              <a:buNone/>
              <a:defRPr lang="en-US" sz="3300" b="1" kern="1200" cap="none" spc="-86" baseline="0" dirty="0">
                <a:ln w="3175">
                  <a:noFill/>
                </a:ln>
                <a:solidFill>
                  <a:schemeClr val="accent6">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useBgFill="1">
        <p:nvSpPr>
          <p:cNvPr id="15" name="Bottom Mask"/>
          <p:cNvSpPr/>
          <p:nvPr userDrawn="1"/>
        </p:nvSpPr>
        <p:spPr bwMode="auto">
          <a:xfrm>
            <a:off x="3278844" y="5449597"/>
            <a:ext cx="6687484"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Tree>
    <p:extLst>
      <p:ext uri="{BB962C8B-B14F-4D97-AF65-F5344CB8AC3E}">
        <p14:creationId xmlns="" xmlns:p14="http://schemas.microsoft.com/office/powerpoint/2010/main" val="122862145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Video, &quot;special&quot; slides">
    <p:spTree>
      <p:nvGrpSpPr>
        <p:cNvPr id="1" name=""/>
        <p:cNvGrpSpPr/>
        <p:nvPr/>
      </p:nvGrpSpPr>
      <p:grpSpPr>
        <a:xfrm>
          <a:off x="0" y="0"/>
          <a:ext cx="0" cy="0"/>
          <a:chOff x="0" y="0"/>
          <a:chExt cx="0" cy="0"/>
        </a:xfrm>
      </p:grpSpPr>
      <p:sp>
        <p:nvSpPr>
          <p:cNvPr id="5" name="Title Tile"/>
          <p:cNvSpPr/>
          <p:nvPr userDrawn="1"/>
        </p:nvSpPr>
        <p:spPr bwMode="auto">
          <a:xfrm>
            <a:off x="3278844" y="2889821"/>
            <a:ext cx="5856742"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6" name="Arrow Bar"/>
          <p:cNvSpPr/>
          <p:nvPr userDrawn="1"/>
        </p:nvSpPr>
        <p:spPr bwMode="auto">
          <a:xfrm>
            <a:off x="3278841" y="1373194"/>
            <a:ext cx="5856742" cy="1359722"/>
          </a:xfrm>
          <a:prstGeom prst="rect">
            <a:avLst/>
          </a:prstGeom>
          <a:solidFill>
            <a:schemeClr val="accent5"/>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7" name="Text Placeholder 6"/>
          <p:cNvSpPr>
            <a:spLocks noGrp="1"/>
          </p:cNvSpPr>
          <p:nvPr>
            <p:ph type="body" sz="quarter" idx="10" hasCustomPrompt="1"/>
          </p:nvPr>
        </p:nvSpPr>
        <p:spPr>
          <a:xfrm>
            <a:off x="3417049" y="1438580"/>
            <a:ext cx="4537806" cy="1250035"/>
          </a:xfrm>
        </p:spPr>
        <p:txBody>
          <a:bodyPr anchor="ctr" anchorCtr="0">
            <a:noAutofit/>
            <a:scene3d>
              <a:camera prst="orthographicFront"/>
              <a:lightRig rig="flat" dir="t"/>
            </a:scene3d>
            <a:sp3d>
              <a:contourClr>
                <a:schemeClr val="tx2"/>
              </a:contourClr>
            </a:sp3d>
          </a:bodyPr>
          <a:lstStyle>
            <a:lvl1pPr marL="0" indent="0" algn="l" defTabSz="776803" rtl="0" eaLnBrk="1" latinLnBrk="0" hangingPunct="1">
              <a:lnSpc>
                <a:spcPct val="90000"/>
              </a:lnSpc>
              <a:spcBef>
                <a:spcPct val="0"/>
              </a:spcBef>
              <a:buFont typeface="Arial" pitchFamily="34" charset="0"/>
              <a:buNone/>
              <a:defRPr lang="en-US" sz="4600" b="1" kern="1200" cap="none" spc="-86" baseline="0" dirty="0" smtClean="0">
                <a:ln w="3175">
                  <a:noFill/>
                </a:ln>
                <a:solidFill>
                  <a:schemeClr val="tx1">
                    <a:alpha val="99000"/>
                  </a:schemeClr>
                </a:solidFill>
                <a:effectLst/>
                <a:latin typeface="Segoe UI" pitchFamily="34" charset="0"/>
                <a:ea typeface="Segoe UI" pitchFamily="34" charset="0"/>
                <a:cs typeface="Segoe UI" pitchFamily="34" charset="0"/>
              </a:defRPr>
            </a:lvl1pPr>
          </a:lstStyle>
          <a:p>
            <a:pPr lvl="0"/>
            <a:r>
              <a:rPr lang="en-US" dirty="0" smtClean="0"/>
              <a:t>Video</a:t>
            </a:r>
          </a:p>
        </p:txBody>
      </p:sp>
      <p:sp useBgFill="1">
        <p:nvSpPr>
          <p:cNvPr id="9" name="Left Mask"/>
          <p:cNvSpPr/>
          <p:nvPr userDrawn="1"/>
        </p:nvSpPr>
        <p:spPr bwMode="auto">
          <a:xfrm>
            <a:off x="2" y="1373195"/>
            <a:ext cx="3278841"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3" name="Subtitle 2"/>
          <p:cNvSpPr>
            <a:spLocks noGrp="1"/>
          </p:cNvSpPr>
          <p:nvPr>
            <p:ph type="subTitle" idx="1"/>
          </p:nvPr>
        </p:nvSpPr>
        <p:spPr>
          <a:xfrm>
            <a:off x="3417048" y="4698227"/>
            <a:ext cx="5405185" cy="418597"/>
          </a:xfrm>
        </p:spPr>
        <p:txBody>
          <a:bodyPr>
            <a:noAutofit/>
          </a:bodyPr>
          <a:lstStyle>
            <a:lvl1pPr marL="0" indent="0" algn="l" defTabSz="776803"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02" indent="0" algn="ctr">
              <a:buNone/>
              <a:defRPr>
                <a:solidFill>
                  <a:schemeClr val="tx1">
                    <a:tint val="75000"/>
                  </a:schemeClr>
                </a:solidFill>
              </a:defRPr>
            </a:lvl2pPr>
            <a:lvl3pPr marL="776803" indent="0" algn="ctr">
              <a:buNone/>
              <a:defRPr>
                <a:solidFill>
                  <a:schemeClr val="tx1">
                    <a:tint val="75000"/>
                  </a:schemeClr>
                </a:solidFill>
              </a:defRPr>
            </a:lvl3pPr>
            <a:lvl4pPr marL="1165205" indent="0" algn="ctr">
              <a:buNone/>
              <a:defRPr>
                <a:solidFill>
                  <a:schemeClr val="tx1">
                    <a:tint val="75000"/>
                  </a:schemeClr>
                </a:solidFill>
              </a:defRPr>
            </a:lvl4pPr>
            <a:lvl5pPr marL="1553605" indent="0" algn="ctr">
              <a:buNone/>
              <a:defRPr>
                <a:solidFill>
                  <a:schemeClr val="tx1">
                    <a:tint val="75000"/>
                  </a:schemeClr>
                </a:solidFill>
              </a:defRPr>
            </a:lvl5pPr>
            <a:lvl6pPr marL="1942007" indent="0" algn="ctr">
              <a:buNone/>
              <a:defRPr>
                <a:solidFill>
                  <a:schemeClr val="tx1">
                    <a:tint val="75000"/>
                  </a:schemeClr>
                </a:solidFill>
              </a:defRPr>
            </a:lvl6pPr>
            <a:lvl7pPr marL="2330408" indent="0" algn="ctr">
              <a:buNone/>
              <a:defRPr>
                <a:solidFill>
                  <a:schemeClr val="tx1">
                    <a:tint val="75000"/>
                  </a:schemeClr>
                </a:solidFill>
              </a:defRPr>
            </a:lvl7pPr>
            <a:lvl8pPr marL="2718810" indent="0" algn="ctr">
              <a:buNone/>
              <a:defRPr>
                <a:solidFill>
                  <a:schemeClr val="tx1">
                    <a:tint val="75000"/>
                  </a:schemeClr>
                </a:solidFill>
              </a:defRPr>
            </a:lvl8pPr>
            <a:lvl9pPr marL="3107210" indent="0" algn="ctr">
              <a:buNone/>
              <a:defRPr>
                <a:solidFill>
                  <a:schemeClr val="tx1">
                    <a:tint val="75000"/>
                  </a:schemeClr>
                </a:solidFill>
              </a:defRPr>
            </a:lvl9pPr>
          </a:lstStyle>
          <a:p>
            <a:r>
              <a:rPr lang="en-US" smtClean="0"/>
              <a:t>Click to edit Master subtitle style</a:t>
            </a:r>
            <a:endParaRPr lang="en-US" dirty="0"/>
          </a:p>
        </p:txBody>
      </p:sp>
      <p:sp>
        <p:nvSpPr>
          <p:cNvPr id="10" name="Circle Arrow"/>
          <p:cNvSpPr>
            <a:spLocks noEditPoints="1"/>
          </p:cNvSpPr>
          <p:nvPr userDrawn="1"/>
        </p:nvSpPr>
        <p:spPr bwMode="auto">
          <a:xfrm rot="5400000">
            <a:off x="8096812"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3" tIns="38843" rIns="77683" bIns="38843" numCol="1" anchor="t" anchorCtr="0" compatLnSpc="1">
            <a:prstTxWarp prst="textNoShape">
              <a:avLst/>
            </a:prstTxWarp>
          </a:bodyPr>
          <a:lstStyle/>
          <a:p>
            <a:pPr defTabSz="776803"/>
            <a:endParaRPr lang="en-US" sz="1700">
              <a:solidFill>
                <a:srgbClr val="FFFFFF"/>
              </a:solidFill>
            </a:endParaRPr>
          </a:p>
        </p:txBody>
      </p:sp>
      <p:sp>
        <p:nvSpPr>
          <p:cNvPr id="11" name="TechEd Tile"/>
          <p:cNvSpPr/>
          <p:nvPr userDrawn="1"/>
        </p:nvSpPr>
        <p:spPr bwMode="auto">
          <a:xfrm>
            <a:off x="835711" y="1373194"/>
            <a:ext cx="2310297"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pic>
        <p:nvPicPr>
          <p:cNvPr id="12" name="TechEd Logo"/>
          <p:cNvPicPr>
            <a:picLocks noChangeAspect="1" noChangeArrowheads="1"/>
          </p:cNvPicPr>
          <p:nvPr userDrawn="1"/>
        </p:nvPicPr>
        <p:blipFill rotWithShape="1">
          <a:blip r:embed="rId2" cstate="print">
            <a:extLst>
              <a:ext uri="{28A0092B-C50C-407E-A947-70E740481C1C}">
                <a14:useLocalDpi xmlns="" xmlns:a14="http://schemas.microsoft.com/office/drawing/2010/main" val="0"/>
              </a:ext>
            </a:extLst>
          </a:blip>
          <a:srcRect r="8530"/>
          <a:stretch/>
        </p:blipFill>
        <p:spPr bwMode="auto">
          <a:xfrm>
            <a:off x="1145802"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sp useBgFill="1">
        <p:nvSpPr>
          <p:cNvPr id="13" name="Top Mask"/>
          <p:cNvSpPr/>
          <p:nvPr userDrawn="1"/>
        </p:nvSpPr>
        <p:spPr bwMode="auto">
          <a:xfrm>
            <a:off x="0" y="2"/>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useBgFill="1">
        <p:nvSpPr>
          <p:cNvPr id="14" name="Right Mask"/>
          <p:cNvSpPr/>
          <p:nvPr userDrawn="1"/>
        </p:nvSpPr>
        <p:spPr bwMode="auto">
          <a:xfrm>
            <a:off x="9135584" y="1478675"/>
            <a:ext cx="830742"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2" name="Title 1"/>
          <p:cNvSpPr>
            <a:spLocks noGrp="1"/>
          </p:cNvSpPr>
          <p:nvPr>
            <p:ph type="ctrTitle"/>
          </p:nvPr>
        </p:nvSpPr>
        <p:spPr>
          <a:xfrm>
            <a:off x="3417048" y="2889821"/>
            <a:ext cx="5405185" cy="1381373"/>
          </a:xfrm>
        </p:spPr>
        <p:txBody>
          <a:bodyPr anchor="ctr" anchorCtr="0">
            <a:noAutofit/>
          </a:bodyPr>
          <a:lstStyle>
            <a:lvl1pPr algn="l" defTabSz="776803" rtl="0" eaLnBrk="1" latinLnBrk="0" hangingPunct="1">
              <a:lnSpc>
                <a:spcPct val="90000"/>
              </a:lnSpc>
              <a:spcBef>
                <a:spcPct val="0"/>
              </a:spcBef>
              <a:buNone/>
              <a:defRPr lang="en-US" sz="3300" b="1" kern="1200" cap="none" spc="-86" baseline="0" dirty="0">
                <a:ln w="3175">
                  <a:noFill/>
                </a:ln>
                <a:solidFill>
                  <a:schemeClr val="accent5">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useBgFill="1">
        <p:nvSpPr>
          <p:cNvPr id="15" name="Bottom Mask"/>
          <p:cNvSpPr/>
          <p:nvPr userDrawn="1"/>
        </p:nvSpPr>
        <p:spPr bwMode="auto">
          <a:xfrm>
            <a:off x="3278844" y="5449597"/>
            <a:ext cx="6687484"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grpSp>
        <p:nvGrpSpPr>
          <p:cNvPr id="19" name="Green Tile"/>
          <p:cNvGrpSpPr/>
          <p:nvPr userDrawn="1"/>
        </p:nvGrpSpPr>
        <p:grpSpPr>
          <a:xfrm>
            <a:off x="830627" y="2889819"/>
            <a:ext cx="2311734" cy="2563506"/>
            <a:chOff x="-2619354" y="-790581"/>
            <a:chExt cx="2827252" cy="2827252"/>
          </a:xfrm>
        </p:grpSpPr>
        <p:sp>
          <p:nvSpPr>
            <p:cNvPr id="20" name="Rectangle 19"/>
            <p:cNvSpPr/>
            <p:nvPr/>
          </p:nvSpPr>
          <p:spPr bwMode="auto">
            <a:xfrm>
              <a:off x="-2619354" y="-790581"/>
              <a:ext cx="2827252" cy="2827252"/>
            </a:xfrm>
            <a:prstGeom prst="rect">
              <a:avLst/>
            </a:prstGeom>
            <a:solidFill>
              <a:schemeClr val="accent5"/>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21" name="Play Icon"/>
            <p:cNvSpPr>
              <a:spLocks noEditPoints="1"/>
            </p:cNvSpPr>
            <p:nvPr/>
          </p:nvSpPr>
          <p:spPr bwMode="auto">
            <a:xfrm>
              <a:off x="-2097903" y="-269875"/>
              <a:ext cx="1784350" cy="1784350"/>
            </a:xfrm>
            <a:custGeom>
              <a:avLst/>
              <a:gdLst>
                <a:gd name="T0" fmla="*/ 168 w 224"/>
                <a:gd name="T1" fmla="*/ 112 h 224"/>
                <a:gd name="T2" fmla="*/ 86 w 224"/>
                <a:gd name="T3" fmla="*/ 173 h 224"/>
                <a:gd name="T4" fmla="*/ 86 w 224"/>
                <a:gd name="T5" fmla="*/ 50 h 224"/>
                <a:gd name="T6" fmla="*/ 168 w 224"/>
                <a:gd name="T7" fmla="*/ 112 h 224"/>
                <a:gd name="T8" fmla="*/ 168 w 224"/>
                <a:gd name="T9" fmla="*/ 112 h 224"/>
                <a:gd name="T10" fmla="*/ 112 w 224"/>
                <a:gd name="T11" fmla="*/ 0 h 224"/>
                <a:gd name="T12" fmla="*/ 224 w 224"/>
                <a:gd name="T13" fmla="*/ 112 h 224"/>
                <a:gd name="T14" fmla="*/ 112 w 224"/>
                <a:gd name="T15" fmla="*/ 224 h 224"/>
                <a:gd name="T16" fmla="*/ 0 w 224"/>
                <a:gd name="T17" fmla="*/ 112 h 224"/>
                <a:gd name="T18" fmla="*/ 112 w 224"/>
                <a:gd name="T19" fmla="*/ 0 h 224"/>
                <a:gd name="T20" fmla="*/ 112 w 224"/>
                <a:gd name="T21" fmla="*/ 216 h 224"/>
                <a:gd name="T22" fmla="*/ 216 w 224"/>
                <a:gd name="T23" fmla="*/ 112 h 224"/>
                <a:gd name="T24" fmla="*/ 112 w 224"/>
                <a:gd name="T25" fmla="*/ 8 h 224"/>
                <a:gd name="T26" fmla="*/ 8 w 224"/>
                <a:gd name="T27" fmla="*/ 112 h 224"/>
                <a:gd name="T28" fmla="*/ 112 w 224"/>
                <a:gd name="T29" fmla="*/ 216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 h="224">
                  <a:moveTo>
                    <a:pt x="168" y="112"/>
                  </a:moveTo>
                  <a:cubicBezTo>
                    <a:pt x="86" y="173"/>
                    <a:pt x="86" y="173"/>
                    <a:pt x="86" y="173"/>
                  </a:cubicBezTo>
                  <a:cubicBezTo>
                    <a:pt x="86" y="50"/>
                    <a:pt x="86" y="50"/>
                    <a:pt x="86" y="50"/>
                  </a:cubicBezTo>
                  <a:cubicBezTo>
                    <a:pt x="168" y="112"/>
                    <a:pt x="168" y="112"/>
                    <a:pt x="168" y="112"/>
                  </a:cubicBezTo>
                  <a:cubicBezTo>
                    <a:pt x="168" y="112"/>
                    <a:pt x="168" y="112"/>
                    <a:pt x="168" y="112"/>
                  </a:cubicBezTo>
                  <a:close/>
                  <a:moveTo>
                    <a:pt x="112" y="0"/>
                  </a:moveTo>
                  <a:cubicBezTo>
                    <a:pt x="174" y="0"/>
                    <a:pt x="224" y="50"/>
                    <a:pt x="224" y="112"/>
                  </a:cubicBezTo>
                  <a:cubicBezTo>
                    <a:pt x="224" y="174"/>
                    <a:pt x="174" y="224"/>
                    <a:pt x="112" y="224"/>
                  </a:cubicBezTo>
                  <a:cubicBezTo>
                    <a:pt x="51" y="224"/>
                    <a:pt x="0" y="174"/>
                    <a:pt x="0" y="112"/>
                  </a:cubicBezTo>
                  <a:cubicBezTo>
                    <a:pt x="0" y="50"/>
                    <a:pt x="51" y="0"/>
                    <a:pt x="112" y="0"/>
                  </a:cubicBezTo>
                  <a:moveTo>
                    <a:pt x="112" y="216"/>
                  </a:moveTo>
                  <a:cubicBezTo>
                    <a:pt x="170" y="216"/>
                    <a:pt x="216" y="169"/>
                    <a:pt x="216" y="112"/>
                  </a:cubicBezTo>
                  <a:cubicBezTo>
                    <a:pt x="216" y="54"/>
                    <a:pt x="170" y="8"/>
                    <a:pt x="112" y="8"/>
                  </a:cubicBezTo>
                  <a:cubicBezTo>
                    <a:pt x="55" y="8"/>
                    <a:pt x="8" y="54"/>
                    <a:pt x="8" y="112"/>
                  </a:cubicBezTo>
                  <a:cubicBezTo>
                    <a:pt x="8" y="169"/>
                    <a:pt x="55" y="216"/>
                    <a:pt x="112" y="216"/>
                  </a:cubicBezTo>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03"/>
              <a:endParaRPr lang="en-US" sz="1700">
                <a:solidFill>
                  <a:srgbClr val="FFFFFF"/>
                </a:solidFill>
              </a:endParaRPr>
            </a:p>
          </p:txBody>
        </p:sp>
      </p:grpSp>
    </p:spTree>
    <p:extLst>
      <p:ext uri="{BB962C8B-B14F-4D97-AF65-F5344CB8AC3E}">
        <p14:creationId xmlns="" xmlns:p14="http://schemas.microsoft.com/office/powerpoint/2010/main" val="11876009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artner, &quot;special&quot; slides">
    <p:spTree>
      <p:nvGrpSpPr>
        <p:cNvPr id="1" name=""/>
        <p:cNvGrpSpPr/>
        <p:nvPr/>
      </p:nvGrpSpPr>
      <p:grpSpPr>
        <a:xfrm>
          <a:off x="0" y="0"/>
          <a:ext cx="0" cy="0"/>
          <a:chOff x="0" y="0"/>
          <a:chExt cx="0" cy="0"/>
        </a:xfrm>
      </p:grpSpPr>
      <p:sp>
        <p:nvSpPr>
          <p:cNvPr id="5" name="Title Tile"/>
          <p:cNvSpPr/>
          <p:nvPr userDrawn="1"/>
        </p:nvSpPr>
        <p:spPr bwMode="auto">
          <a:xfrm>
            <a:off x="3278844" y="2889821"/>
            <a:ext cx="5856742"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6" name="Arrow Bar"/>
          <p:cNvSpPr/>
          <p:nvPr userDrawn="1"/>
        </p:nvSpPr>
        <p:spPr bwMode="auto">
          <a:xfrm>
            <a:off x="3278841" y="1373194"/>
            <a:ext cx="5856742" cy="1359722"/>
          </a:xfrm>
          <a:prstGeom prst="rect">
            <a:avLst/>
          </a:prstGeom>
          <a:solidFill>
            <a:schemeClr val="accent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7" name="Text Placeholder 6"/>
          <p:cNvSpPr>
            <a:spLocks noGrp="1"/>
          </p:cNvSpPr>
          <p:nvPr>
            <p:ph type="body" sz="quarter" idx="10" hasCustomPrompt="1"/>
          </p:nvPr>
        </p:nvSpPr>
        <p:spPr>
          <a:xfrm>
            <a:off x="3417049" y="1438580"/>
            <a:ext cx="4537806" cy="1250035"/>
          </a:xfrm>
        </p:spPr>
        <p:txBody>
          <a:bodyPr anchor="ctr" anchorCtr="0">
            <a:noAutofit/>
            <a:scene3d>
              <a:camera prst="orthographicFront"/>
              <a:lightRig rig="flat" dir="t"/>
            </a:scene3d>
            <a:sp3d>
              <a:contourClr>
                <a:schemeClr val="tx2"/>
              </a:contourClr>
            </a:sp3d>
          </a:bodyPr>
          <a:lstStyle>
            <a:lvl1pPr marL="0" indent="0" algn="l" defTabSz="776803" rtl="0" eaLnBrk="1" latinLnBrk="0" hangingPunct="1">
              <a:lnSpc>
                <a:spcPct val="90000"/>
              </a:lnSpc>
              <a:spcBef>
                <a:spcPct val="0"/>
              </a:spcBef>
              <a:buFont typeface="Arial" pitchFamily="34" charset="0"/>
              <a:buNone/>
              <a:defRPr lang="en-US" sz="4600" b="1" kern="1200" cap="none" spc="-86" baseline="0" dirty="0" smtClean="0">
                <a:ln w="3175">
                  <a:noFill/>
                </a:ln>
                <a:solidFill>
                  <a:schemeClr val="tx1">
                    <a:alpha val="99000"/>
                  </a:schemeClr>
                </a:solidFill>
                <a:effectLst/>
                <a:latin typeface="Segoe UI" pitchFamily="34" charset="0"/>
                <a:ea typeface="Segoe UI" pitchFamily="34" charset="0"/>
                <a:cs typeface="Segoe UI" pitchFamily="34" charset="0"/>
              </a:defRPr>
            </a:lvl1pPr>
          </a:lstStyle>
          <a:p>
            <a:pPr lvl="0"/>
            <a:r>
              <a:rPr lang="en-US" dirty="0" smtClean="0"/>
              <a:t>Partner</a:t>
            </a:r>
          </a:p>
        </p:txBody>
      </p:sp>
      <p:sp useBgFill="1">
        <p:nvSpPr>
          <p:cNvPr id="9" name="Left Mask"/>
          <p:cNvSpPr/>
          <p:nvPr userDrawn="1"/>
        </p:nvSpPr>
        <p:spPr bwMode="auto">
          <a:xfrm>
            <a:off x="2" y="1373195"/>
            <a:ext cx="3278841"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3" name="Subtitle 2"/>
          <p:cNvSpPr>
            <a:spLocks noGrp="1"/>
          </p:cNvSpPr>
          <p:nvPr>
            <p:ph type="subTitle" idx="1"/>
          </p:nvPr>
        </p:nvSpPr>
        <p:spPr>
          <a:xfrm>
            <a:off x="3417048" y="4698227"/>
            <a:ext cx="5405185" cy="418597"/>
          </a:xfrm>
        </p:spPr>
        <p:txBody>
          <a:bodyPr>
            <a:noAutofit/>
          </a:bodyPr>
          <a:lstStyle>
            <a:lvl1pPr marL="0" indent="0" algn="l" defTabSz="776803"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02" indent="0" algn="ctr">
              <a:buNone/>
              <a:defRPr>
                <a:solidFill>
                  <a:schemeClr val="tx1">
                    <a:tint val="75000"/>
                  </a:schemeClr>
                </a:solidFill>
              </a:defRPr>
            </a:lvl2pPr>
            <a:lvl3pPr marL="776803" indent="0" algn="ctr">
              <a:buNone/>
              <a:defRPr>
                <a:solidFill>
                  <a:schemeClr val="tx1">
                    <a:tint val="75000"/>
                  </a:schemeClr>
                </a:solidFill>
              </a:defRPr>
            </a:lvl3pPr>
            <a:lvl4pPr marL="1165205" indent="0" algn="ctr">
              <a:buNone/>
              <a:defRPr>
                <a:solidFill>
                  <a:schemeClr val="tx1">
                    <a:tint val="75000"/>
                  </a:schemeClr>
                </a:solidFill>
              </a:defRPr>
            </a:lvl4pPr>
            <a:lvl5pPr marL="1553605" indent="0" algn="ctr">
              <a:buNone/>
              <a:defRPr>
                <a:solidFill>
                  <a:schemeClr val="tx1">
                    <a:tint val="75000"/>
                  </a:schemeClr>
                </a:solidFill>
              </a:defRPr>
            </a:lvl5pPr>
            <a:lvl6pPr marL="1942007" indent="0" algn="ctr">
              <a:buNone/>
              <a:defRPr>
                <a:solidFill>
                  <a:schemeClr val="tx1">
                    <a:tint val="75000"/>
                  </a:schemeClr>
                </a:solidFill>
              </a:defRPr>
            </a:lvl6pPr>
            <a:lvl7pPr marL="2330408" indent="0" algn="ctr">
              <a:buNone/>
              <a:defRPr>
                <a:solidFill>
                  <a:schemeClr val="tx1">
                    <a:tint val="75000"/>
                  </a:schemeClr>
                </a:solidFill>
              </a:defRPr>
            </a:lvl7pPr>
            <a:lvl8pPr marL="2718810" indent="0" algn="ctr">
              <a:buNone/>
              <a:defRPr>
                <a:solidFill>
                  <a:schemeClr val="tx1">
                    <a:tint val="75000"/>
                  </a:schemeClr>
                </a:solidFill>
              </a:defRPr>
            </a:lvl8pPr>
            <a:lvl9pPr marL="3107210" indent="0" algn="ctr">
              <a:buNone/>
              <a:defRPr>
                <a:solidFill>
                  <a:schemeClr val="tx1">
                    <a:tint val="75000"/>
                  </a:schemeClr>
                </a:solidFill>
              </a:defRPr>
            </a:lvl9pPr>
          </a:lstStyle>
          <a:p>
            <a:r>
              <a:rPr lang="en-US" smtClean="0"/>
              <a:t>Click to edit Master subtitle style</a:t>
            </a:r>
            <a:endParaRPr lang="en-US" dirty="0"/>
          </a:p>
        </p:txBody>
      </p:sp>
      <p:sp>
        <p:nvSpPr>
          <p:cNvPr id="10" name="Circle Arrow"/>
          <p:cNvSpPr>
            <a:spLocks noEditPoints="1"/>
          </p:cNvSpPr>
          <p:nvPr userDrawn="1"/>
        </p:nvSpPr>
        <p:spPr bwMode="auto">
          <a:xfrm rot="5400000">
            <a:off x="8096812"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3" tIns="38843" rIns="77683" bIns="38843" numCol="1" anchor="t" anchorCtr="0" compatLnSpc="1">
            <a:prstTxWarp prst="textNoShape">
              <a:avLst/>
            </a:prstTxWarp>
          </a:bodyPr>
          <a:lstStyle/>
          <a:p>
            <a:pPr defTabSz="776803"/>
            <a:endParaRPr lang="en-US" sz="1700">
              <a:solidFill>
                <a:srgbClr val="FFFFFF"/>
              </a:solidFill>
            </a:endParaRPr>
          </a:p>
        </p:txBody>
      </p:sp>
      <p:sp>
        <p:nvSpPr>
          <p:cNvPr id="11" name="TechEd Tile"/>
          <p:cNvSpPr/>
          <p:nvPr userDrawn="1"/>
        </p:nvSpPr>
        <p:spPr bwMode="auto">
          <a:xfrm>
            <a:off x="835711" y="1373194"/>
            <a:ext cx="2310297"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pic>
        <p:nvPicPr>
          <p:cNvPr id="12" name="TechEd Logo"/>
          <p:cNvPicPr>
            <a:picLocks noChangeAspect="1" noChangeArrowheads="1"/>
          </p:cNvPicPr>
          <p:nvPr userDrawn="1"/>
        </p:nvPicPr>
        <p:blipFill rotWithShape="1">
          <a:blip r:embed="rId2" cstate="print">
            <a:extLst>
              <a:ext uri="{28A0092B-C50C-407E-A947-70E740481C1C}">
                <a14:useLocalDpi xmlns="" xmlns:a14="http://schemas.microsoft.com/office/drawing/2010/main" val="0"/>
              </a:ext>
            </a:extLst>
          </a:blip>
          <a:srcRect r="8530"/>
          <a:stretch/>
        </p:blipFill>
        <p:spPr bwMode="auto">
          <a:xfrm>
            <a:off x="1145802"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sp useBgFill="1">
        <p:nvSpPr>
          <p:cNvPr id="13" name="Top Mask"/>
          <p:cNvSpPr/>
          <p:nvPr userDrawn="1"/>
        </p:nvSpPr>
        <p:spPr bwMode="auto">
          <a:xfrm>
            <a:off x="0" y="2"/>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useBgFill="1">
        <p:nvSpPr>
          <p:cNvPr id="14" name="Right Mask"/>
          <p:cNvSpPr/>
          <p:nvPr userDrawn="1"/>
        </p:nvSpPr>
        <p:spPr bwMode="auto">
          <a:xfrm>
            <a:off x="9135584" y="1478675"/>
            <a:ext cx="830742"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2" name="Title 1"/>
          <p:cNvSpPr>
            <a:spLocks noGrp="1"/>
          </p:cNvSpPr>
          <p:nvPr>
            <p:ph type="ctrTitle"/>
          </p:nvPr>
        </p:nvSpPr>
        <p:spPr>
          <a:xfrm>
            <a:off x="3417048" y="2889821"/>
            <a:ext cx="5405185" cy="1381373"/>
          </a:xfrm>
        </p:spPr>
        <p:txBody>
          <a:bodyPr anchor="ctr" anchorCtr="0">
            <a:noAutofit/>
          </a:bodyPr>
          <a:lstStyle>
            <a:lvl1pPr algn="l" defTabSz="776803" rtl="0" eaLnBrk="1" latinLnBrk="0" hangingPunct="1">
              <a:lnSpc>
                <a:spcPct val="90000"/>
              </a:lnSpc>
              <a:spcBef>
                <a:spcPct val="0"/>
              </a:spcBef>
              <a:buNone/>
              <a:defRPr lang="en-US" sz="3300" b="1" kern="1200" cap="none" spc="-86" baseline="0" dirty="0">
                <a:ln w="3175">
                  <a:noFill/>
                </a:ln>
                <a:solidFill>
                  <a:schemeClr val="accent1">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useBgFill="1">
        <p:nvSpPr>
          <p:cNvPr id="15" name="Bottom Mask"/>
          <p:cNvSpPr/>
          <p:nvPr userDrawn="1"/>
        </p:nvSpPr>
        <p:spPr bwMode="auto">
          <a:xfrm>
            <a:off x="3278844" y="5449597"/>
            <a:ext cx="6687484"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grpSp>
        <p:nvGrpSpPr>
          <p:cNvPr id="17" name="Blue Tile"/>
          <p:cNvGrpSpPr/>
          <p:nvPr userDrawn="1"/>
        </p:nvGrpSpPr>
        <p:grpSpPr>
          <a:xfrm>
            <a:off x="830627" y="2892168"/>
            <a:ext cx="2311734" cy="2563506"/>
            <a:chOff x="1071620" y="3044261"/>
            <a:chExt cx="1325880" cy="1325880"/>
          </a:xfrm>
        </p:grpSpPr>
        <p:sp>
          <p:nvSpPr>
            <p:cNvPr id="18" name="Rectangle 17"/>
            <p:cNvSpPr/>
            <p:nvPr/>
          </p:nvSpPr>
          <p:spPr bwMode="auto">
            <a:xfrm>
              <a:off x="1071620" y="3044261"/>
              <a:ext cx="1325880" cy="1325880"/>
            </a:xfrm>
            <a:prstGeom prst="rect">
              <a:avLst/>
            </a:prstGeom>
            <a:solidFill>
              <a:schemeClr val="accent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22" name="Freeform 13"/>
            <p:cNvSpPr>
              <a:spLocks noEditPoints="1"/>
            </p:cNvSpPr>
            <p:nvPr/>
          </p:nvSpPr>
          <p:spPr bwMode="auto">
            <a:xfrm>
              <a:off x="1316254" y="3284926"/>
              <a:ext cx="836612" cy="841375"/>
            </a:xfrm>
            <a:custGeom>
              <a:avLst/>
              <a:gdLst>
                <a:gd name="T0" fmla="*/ 183 w 223"/>
                <a:gd name="T1" fmla="*/ 108 h 224"/>
                <a:gd name="T2" fmla="*/ 154 w 223"/>
                <a:gd name="T3" fmla="*/ 120 h 224"/>
                <a:gd name="T4" fmla="*/ 135 w 223"/>
                <a:gd name="T5" fmla="*/ 101 h 224"/>
                <a:gd name="T6" fmla="*/ 154 w 223"/>
                <a:gd name="T7" fmla="*/ 59 h 224"/>
                <a:gd name="T8" fmla="*/ 96 w 223"/>
                <a:gd name="T9" fmla="*/ 0 h 224"/>
                <a:gd name="T10" fmla="*/ 37 w 223"/>
                <a:gd name="T11" fmla="*/ 59 h 224"/>
                <a:gd name="T12" fmla="*/ 64 w 223"/>
                <a:gd name="T13" fmla="*/ 107 h 224"/>
                <a:gd name="T14" fmla="*/ 52 w 223"/>
                <a:gd name="T15" fmla="*/ 145 h 224"/>
                <a:gd name="T16" fmla="*/ 41 w 223"/>
                <a:gd name="T17" fmla="*/ 143 h 224"/>
                <a:gd name="T18" fmla="*/ 0 w 223"/>
                <a:gd name="T19" fmla="*/ 183 h 224"/>
                <a:gd name="T20" fmla="*/ 41 w 223"/>
                <a:gd name="T21" fmla="*/ 224 h 224"/>
                <a:gd name="T22" fmla="*/ 81 w 223"/>
                <a:gd name="T23" fmla="*/ 183 h 224"/>
                <a:gd name="T24" fmla="*/ 60 w 223"/>
                <a:gd name="T25" fmla="*/ 148 h 224"/>
                <a:gd name="T26" fmla="*/ 71 w 223"/>
                <a:gd name="T27" fmla="*/ 111 h 224"/>
                <a:gd name="T28" fmla="*/ 96 w 223"/>
                <a:gd name="T29" fmla="*/ 117 h 224"/>
                <a:gd name="T30" fmla="*/ 129 w 223"/>
                <a:gd name="T31" fmla="*/ 106 h 224"/>
                <a:gd name="T32" fmla="*/ 149 w 223"/>
                <a:gd name="T33" fmla="*/ 126 h 224"/>
                <a:gd name="T34" fmla="*/ 143 w 223"/>
                <a:gd name="T35" fmla="*/ 148 h 224"/>
                <a:gd name="T36" fmla="*/ 183 w 223"/>
                <a:gd name="T37" fmla="*/ 189 h 224"/>
                <a:gd name="T38" fmla="*/ 223 w 223"/>
                <a:gd name="T39" fmla="*/ 148 h 224"/>
                <a:gd name="T40" fmla="*/ 183 w 223"/>
                <a:gd name="T41" fmla="*/ 108 h 224"/>
                <a:gd name="T42" fmla="*/ 73 w 223"/>
                <a:gd name="T43" fmla="*/ 183 h 224"/>
                <a:gd name="T44" fmla="*/ 41 w 223"/>
                <a:gd name="T45" fmla="*/ 216 h 224"/>
                <a:gd name="T46" fmla="*/ 8 w 223"/>
                <a:gd name="T47" fmla="*/ 183 h 224"/>
                <a:gd name="T48" fmla="*/ 41 w 223"/>
                <a:gd name="T49" fmla="*/ 151 h 224"/>
                <a:gd name="T50" fmla="*/ 73 w 223"/>
                <a:gd name="T51" fmla="*/ 183 h 224"/>
                <a:gd name="T52" fmla="*/ 45 w 223"/>
                <a:gd name="T53" fmla="*/ 59 h 224"/>
                <a:gd name="T54" fmla="*/ 96 w 223"/>
                <a:gd name="T55" fmla="*/ 8 h 224"/>
                <a:gd name="T56" fmla="*/ 146 w 223"/>
                <a:gd name="T57" fmla="*/ 59 h 224"/>
                <a:gd name="T58" fmla="*/ 96 w 223"/>
                <a:gd name="T59" fmla="*/ 109 h 224"/>
                <a:gd name="T60" fmla="*/ 45 w 223"/>
                <a:gd name="T61" fmla="*/ 59 h 224"/>
                <a:gd name="T62" fmla="*/ 183 w 223"/>
                <a:gd name="T63" fmla="*/ 181 h 224"/>
                <a:gd name="T64" fmla="*/ 151 w 223"/>
                <a:gd name="T65" fmla="*/ 148 h 224"/>
                <a:gd name="T66" fmla="*/ 183 w 223"/>
                <a:gd name="T67" fmla="*/ 116 h 224"/>
                <a:gd name="T68" fmla="*/ 215 w 223"/>
                <a:gd name="T69" fmla="*/ 148 h 224"/>
                <a:gd name="T70" fmla="*/ 183 w 223"/>
                <a:gd name="T71" fmla="*/ 181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3" h="224">
                  <a:moveTo>
                    <a:pt x="183" y="108"/>
                  </a:moveTo>
                  <a:cubicBezTo>
                    <a:pt x="172" y="108"/>
                    <a:pt x="162" y="113"/>
                    <a:pt x="154" y="120"/>
                  </a:cubicBezTo>
                  <a:cubicBezTo>
                    <a:pt x="135" y="101"/>
                    <a:pt x="135" y="101"/>
                    <a:pt x="135" y="101"/>
                  </a:cubicBezTo>
                  <a:cubicBezTo>
                    <a:pt x="147" y="90"/>
                    <a:pt x="154" y="75"/>
                    <a:pt x="154" y="59"/>
                  </a:cubicBezTo>
                  <a:cubicBezTo>
                    <a:pt x="154" y="26"/>
                    <a:pt x="128" y="0"/>
                    <a:pt x="96" y="0"/>
                  </a:cubicBezTo>
                  <a:cubicBezTo>
                    <a:pt x="64" y="0"/>
                    <a:pt x="37" y="26"/>
                    <a:pt x="37" y="59"/>
                  </a:cubicBezTo>
                  <a:cubicBezTo>
                    <a:pt x="37" y="79"/>
                    <a:pt x="48" y="97"/>
                    <a:pt x="64" y="107"/>
                  </a:cubicBezTo>
                  <a:cubicBezTo>
                    <a:pt x="52" y="145"/>
                    <a:pt x="52" y="145"/>
                    <a:pt x="52" y="145"/>
                  </a:cubicBezTo>
                  <a:cubicBezTo>
                    <a:pt x="49" y="144"/>
                    <a:pt x="45" y="143"/>
                    <a:pt x="41" y="143"/>
                  </a:cubicBezTo>
                  <a:cubicBezTo>
                    <a:pt x="18" y="143"/>
                    <a:pt x="0" y="161"/>
                    <a:pt x="0" y="183"/>
                  </a:cubicBezTo>
                  <a:cubicBezTo>
                    <a:pt x="0" y="206"/>
                    <a:pt x="18" y="224"/>
                    <a:pt x="41" y="224"/>
                  </a:cubicBezTo>
                  <a:cubicBezTo>
                    <a:pt x="63" y="224"/>
                    <a:pt x="81" y="206"/>
                    <a:pt x="81" y="183"/>
                  </a:cubicBezTo>
                  <a:cubicBezTo>
                    <a:pt x="81" y="168"/>
                    <a:pt x="72" y="155"/>
                    <a:pt x="60" y="148"/>
                  </a:cubicBezTo>
                  <a:cubicBezTo>
                    <a:pt x="71" y="111"/>
                    <a:pt x="71" y="111"/>
                    <a:pt x="71" y="111"/>
                  </a:cubicBezTo>
                  <a:cubicBezTo>
                    <a:pt x="78" y="115"/>
                    <a:pt x="87" y="117"/>
                    <a:pt x="96" y="117"/>
                  </a:cubicBezTo>
                  <a:cubicBezTo>
                    <a:pt x="108" y="117"/>
                    <a:pt x="120" y="113"/>
                    <a:pt x="129" y="106"/>
                  </a:cubicBezTo>
                  <a:cubicBezTo>
                    <a:pt x="149" y="126"/>
                    <a:pt x="149" y="126"/>
                    <a:pt x="149" y="126"/>
                  </a:cubicBezTo>
                  <a:cubicBezTo>
                    <a:pt x="145" y="133"/>
                    <a:pt x="143" y="140"/>
                    <a:pt x="143" y="148"/>
                  </a:cubicBezTo>
                  <a:cubicBezTo>
                    <a:pt x="143" y="171"/>
                    <a:pt x="161" y="189"/>
                    <a:pt x="183" y="189"/>
                  </a:cubicBezTo>
                  <a:cubicBezTo>
                    <a:pt x="205" y="189"/>
                    <a:pt x="223" y="171"/>
                    <a:pt x="223" y="148"/>
                  </a:cubicBezTo>
                  <a:cubicBezTo>
                    <a:pt x="223" y="126"/>
                    <a:pt x="205" y="108"/>
                    <a:pt x="183" y="108"/>
                  </a:cubicBezTo>
                  <a:close/>
                  <a:moveTo>
                    <a:pt x="73" y="183"/>
                  </a:moveTo>
                  <a:cubicBezTo>
                    <a:pt x="73" y="201"/>
                    <a:pt x="58" y="216"/>
                    <a:pt x="41" y="216"/>
                  </a:cubicBezTo>
                  <a:cubicBezTo>
                    <a:pt x="23" y="216"/>
                    <a:pt x="8" y="201"/>
                    <a:pt x="8" y="183"/>
                  </a:cubicBezTo>
                  <a:cubicBezTo>
                    <a:pt x="8" y="166"/>
                    <a:pt x="23" y="151"/>
                    <a:pt x="41" y="151"/>
                  </a:cubicBezTo>
                  <a:cubicBezTo>
                    <a:pt x="58" y="151"/>
                    <a:pt x="73" y="166"/>
                    <a:pt x="73" y="183"/>
                  </a:cubicBezTo>
                  <a:close/>
                  <a:moveTo>
                    <a:pt x="45" y="59"/>
                  </a:moveTo>
                  <a:cubicBezTo>
                    <a:pt x="45" y="31"/>
                    <a:pt x="68" y="8"/>
                    <a:pt x="96" y="8"/>
                  </a:cubicBezTo>
                  <a:cubicBezTo>
                    <a:pt x="123" y="8"/>
                    <a:pt x="146" y="31"/>
                    <a:pt x="146" y="59"/>
                  </a:cubicBezTo>
                  <a:cubicBezTo>
                    <a:pt x="146" y="86"/>
                    <a:pt x="123" y="109"/>
                    <a:pt x="96" y="109"/>
                  </a:cubicBezTo>
                  <a:cubicBezTo>
                    <a:pt x="68" y="109"/>
                    <a:pt x="45" y="86"/>
                    <a:pt x="45" y="59"/>
                  </a:cubicBezTo>
                  <a:close/>
                  <a:moveTo>
                    <a:pt x="183" y="181"/>
                  </a:moveTo>
                  <a:cubicBezTo>
                    <a:pt x="165" y="181"/>
                    <a:pt x="151" y="166"/>
                    <a:pt x="151" y="148"/>
                  </a:cubicBezTo>
                  <a:cubicBezTo>
                    <a:pt x="151" y="130"/>
                    <a:pt x="165" y="116"/>
                    <a:pt x="183" y="116"/>
                  </a:cubicBezTo>
                  <a:cubicBezTo>
                    <a:pt x="201" y="116"/>
                    <a:pt x="215" y="130"/>
                    <a:pt x="215" y="148"/>
                  </a:cubicBezTo>
                  <a:cubicBezTo>
                    <a:pt x="215" y="166"/>
                    <a:pt x="201" y="181"/>
                    <a:pt x="183" y="181"/>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03"/>
              <a:endParaRPr lang="en-US" sz="1700">
                <a:solidFill>
                  <a:srgbClr val="FFFFFF"/>
                </a:solidFill>
              </a:endParaRPr>
            </a:p>
          </p:txBody>
        </p:sp>
      </p:grpSp>
    </p:spTree>
    <p:extLst>
      <p:ext uri="{BB962C8B-B14F-4D97-AF65-F5344CB8AC3E}">
        <p14:creationId xmlns="" xmlns:p14="http://schemas.microsoft.com/office/powerpoint/2010/main" val="4834351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ustomer, &quot;special&quot; slides">
    <p:spTree>
      <p:nvGrpSpPr>
        <p:cNvPr id="1" name=""/>
        <p:cNvGrpSpPr/>
        <p:nvPr/>
      </p:nvGrpSpPr>
      <p:grpSpPr>
        <a:xfrm>
          <a:off x="0" y="0"/>
          <a:ext cx="0" cy="0"/>
          <a:chOff x="0" y="0"/>
          <a:chExt cx="0" cy="0"/>
        </a:xfrm>
      </p:grpSpPr>
      <p:sp>
        <p:nvSpPr>
          <p:cNvPr id="5" name="Title Tile"/>
          <p:cNvSpPr/>
          <p:nvPr userDrawn="1"/>
        </p:nvSpPr>
        <p:spPr bwMode="auto">
          <a:xfrm>
            <a:off x="3278844" y="2889821"/>
            <a:ext cx="5856742"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6" name="Arrow Bar"/>
          <p:cNvSpPr/>
          <p:nvPr userDrawn="1"/>
        </p:nvSpPr>
        <p:spPr bwMode="auto">
          <a:xfrm>
            <a:off x="3278841" y="1373194"/>
            <a:ext cx="5856742" cy="1359722"/>
          </a:xfrm>
          <a:prstGeom prst="rect">
            <a:avLst/>
          </a:prstGeom>
          <a:solidFill>
            <a:schemeClr val="accent2"/>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7" name="Text Placeholder 6"/>
          <p:cNvSpPr>
            <a:spLocks noGrp="1"/>
          </p:cNvSpPr>
          <p:nvPr>
            <p:ph type="body" sz="quarter" idx="10" hasCustomPrompt="1"/>
          </p:nvPr>
        </p:nvSpPr>
        <p:spPr>
          <a:xfrm>
            <a:off x="3417049" y="1438580"/>
            <a:ext cx="4537806" cy="1250035"/>
          </a:xfrm>
        </p:spPr>
        <p:txBody>
          <a:bodyPr anchor="ctr" anchorCtr="0">
            <a:noAutofit/>
            <a:scene3d>
              <a:camera prst="orthographicFront"/>
              <a:lightRig rig="flat" dir="t"/>
            </a:scene3d>
            <a:sp3d>
              <a:contourClr>
                <a:schemeClr val="tx2"/>
              </a:contourClr>
            </a:sp3d>
          </a:bodyPr>
          <a:lstStyle>
            <a:lvl1pPr marL="0" indent="0" algn="l" defTabSz="776803" rtl="0" eaLnBrk="1" latinLnBrk="0" hangingPunct="1">
              <a:lnSpc>
                <a:spcPct val="90000"/>
              </a:lnSpc>
              <a:spcBef>
                <a:spcPct val="0"/>
              </a:spcBef>
              <a:buFont typeface="Arial" pitchFamily="34" charset="0"/>
              <a:buNone/>
              <a:defRPr lang="en-US" sz="4600" b="1" kern="1200" cap="none" spc="-86" baseline="0" dirty="0" smtClean="0">
                <a:ln w="3175">
                  <a:noFill/>
                </a:ln>
                <a:solidFill>
                  <a:schemeClr val="tx1">
                    <a:alpha val="99000"/>
                  </a:schemeClr>
                </a:solidFill>
                <a:effectLst/>
                <a:latin typeface="Segoe UI" pitchFamily="34" charset="0"/>
                <a:ea typeface="Segoe UI" pitchFamily="34" charset="0"/>
                <a:cs typeface="Segoe UI" pitchFamily="34" charset="0"/>
              </a:defRPr>
            </a:lvl1pPr>
          </a:lstStyle>
          <a:p>
            <a:pPr lvl="0"/>
            <a:r>
              <a:rPr lang="en-US" dirty="0" smtClean="0"/>
              <a:t>Customer</a:t>
            </a:r>
          </a:p>
        </p:txBody>
      </p:sp>
      <p:sp useBgFill="1">
        <p:nvSpPr>
          <p:cNvPr id="9" name="Left Mask"/>
          <p:cNvSpPr/>
          <p:nvPr userDrawn="1"/>
        </p:nvSpPr>
        <p:spPr bwMode="auto">
          <a:xfrm>
            <a:off x="2" y="1373195"/>
            <a:ext cx="3278841"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3" name="Subtitle 2"/>
          <p:cNvSpPr>
            <a:spLocks noGrp="1"/>
          </p:cNvSpPr>
          <p:nvPr>
            <p:ph type="subTitle" idx="1"/>
          </p:nvPr>
        </p:nvSpPr>
        <p:spPr>
          <a:xfrm>
            <a:off x="3417048" y="4698227"/>
            <a:ext cx="5405185" cy="418597"/>
          </a:xfrm>
        </p:spPr>
        <p:txBody>
          <a:bodyPr>
            <a:noAutofit/>
          </a:bodyPr>
          <a:lstStyle>
            <a:lvl1pPr marL="0" indent="0" algn="l" defTabSz="776803"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02" indent="0" algn="ctr">
              <a:buNone/>
              <a:defRPr>
                <a:solidFill>
                  <a:schemeClr val="tx1">
                    <a:tint val="75000"/>
                  </a:schemeClr>
                </a:solidFill>
              </a:defRPr>
            </a:lvl2pPr>
            <a:lvl3pPr marL="776803" indent="0" algn="ctr">
              <a:buNone/>
              <a:defRPr>
                <a:solidFill>
                  <a:schemeClr val="tx1">
                    <a:tint val="75000"/>
                  </a:schemeClr>
                </a:solidFill>
              </a:defRPr>
            </a:lvl3pPr>
            <a:lvl4pPr marL="1165205" indent="0" algn="ctr">
              <a:buNone/>
              <a:defRPr>
                <a:solidFill>
                  <a:schemeClr val="tx1">
                    <a:tint val="75000"/>
                  </a:schemeClr>
                </a:solidFill>
              </a:defRPr>
            </a:lvl4pPr>
            <a:lvl5pPr marL="1553605" indent="0" algn="ctr">
              <a:buNone/>
              <a:defRPr>
                <a:solidFill>
                  <a:schemeClr val="tx1">
                    <a:tint val="75000"/>
                  </a:schemeClr>
                </a:solidFill>
              </a:defRPr>
            </a:lvl5pPr>
            <a:lvl6pPr marL="1942007" indent="0" algn="ctr">
              <a:buNone/>
              <a:defRPr>
                <a:solidFill>
                  <a:schemeClr val="tx1">
                    <a:tint val="75000"/>
                  </a:schemeClr>
                </a:solidFill>
              </a:defRPr>
            </a:lvl6pPr>
            <a:lvl7pPr marL="2330408" indent="0" algn="ctr">
              <a:buNone/>
              <a:defRPr>
                <a:solidFill>
                  <a:schemeClr val="tx1">
                    <a:tint val="75000"/>
                  </a:schemeClr>
                </a:solidFill>
              </a:defRPr>
            </a:lvl7pPr>
            <a:lvl8pPr marL="2718810" indent="0" algn="ctr">
              <a:buNone/>
              <a:defRPr>
                <a:solidFill>
                  <a:schemeClr val="tx1">
                    <a:tint val="75000"/>
                  </a:schemeClr>
                </a:solidFill>
              </a:defRPr>
            </a:lvl8pPr>
            <a:lvl9pPr marL="3107210" indent="0" algn="ctr">
              <a:buNone/>
              <a:defRPr>
                <a:solidFill>
                  <a:schemeClr val="tx1">
                    <a:tint val="75000"/>
                  </a:schemeClr>
                </a:solidFill>
              </a:defRPr>
            </a:lvl9pPr>
          </a:lstStyle>
          <a:p>
            <a:r>
              <a:rPr lang="en-US" smtClean="0"/>
              <a:t>Click to edit Master subtitle style</a:t>
            </a:r>
            <a:endParaRPr lang="en-US" dirty="0"/>
          </a:p>
        </p:txBody>
      </p:sp>
      <p:sp>
        <p:nvSpPr>
          <p:cNvPr id="10" name="Circle Arrow"/>
          <p:cNvSpPr>
            <a:spLocks noEditPoints="1"/>
          </p:cNvSpPr>
          <p:nvPr userDrawn="1"/>
        </p:nvSpPr>
        <p:spPr bwMode="auto">
          <a:xfrm rot="5400000">
            <a:off x="8096812"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3" tIns="38843" rIns="77683" bIns="38843" numCol="1" anchor="t" anchorCtr="0" compatLnSpc="1">
            <a:prstTxWarp prst="textNoShape">
              <a:avLst/>
            </a:prstTxWarp>
          </a:bodyPr>
          <a:lstStyle/>
          <a:p>
            <a:pPr defTabSz="776803"/>
            <a:endParaRPr lang="en-US" sz="1700">
              <a:solidFill>
                <a:srgbClr val="FFFFFF"/>
              </a:solidFill>
            </a:endParaRPr>
          </a:p>
        </p:txBody>
      </p:sp>
      <p:sp>
        <p:nvSpPr>
          <p:cNvPr id="11" name="TechEd Tile"/>
          <p:cNvSpPr/>
          <p:nvPr userDrawn="1"/>
        </p:nvSpPr>
        <p:spPr bwMode="auto">
          <a:xfrm>
            <a:off x="835711" y="1373194"/>
            <a:ext cx="2310297"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pic>
        <p:nvPicPr>
          <p:cNvPr id="12" name="TechEd Logo"/>
          <p:cNvPicPr>
            <a:picLocks noChangeAspect="1" noChangeArrowheads="1"/>
          </p:cNvPicPr>
          <p:nvPr userDrawn="1"/>
        </p:nvPicPr>
        <p:blipFill rotWithShape="1">
          <a:blip r:embed="rId2" cstate="print">
            <a:extLst>
              <a:ext uri="{28A0092B-C50C-407E-A947-70E740481C1C}">
                <a14:useLocalDpi xmlns="" xmlns:a14="http://schemas.microsoft.com/office/drawing/2010/main" val="0"/>
              </a:ext>
            </a:extLst>
          </a:blip>
          <a:srcRect r="8530"/>
          <a:stretch/>
        </p:blipFill>
        <p:spPr bwMode="auto">
          <a:xfrm>
            <a:off x="1145802"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sp useBgFill="1">
        <p:nvSpPr>
          <p:cNvPr id="13" name="Top Mask"/>
          <p:cNvSpPr/>
          <p:nvPr userDrawn="1"/>
        </p:nvSpPr>
        <p:spPr bwMode="auto">
          <a:xfrm>
            <a:off x="0" y="2"/>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useBgFill="1">
        <p:nvSpPr>
          <p:cNvPr id="14" name="Right Mask"/>
          <p:cNvSpPr/>
          <p:nvPr userDrawn="1"/>
        </p:nvSpPr>
        <p:spPr bwMode="auto">
          <a:xfrm>
            <a:off x="9135584" y="1478675"/>
            <a:ext cx="830742"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2" name="Title 1"/>
          <p:cNvSpPr>
            <a:spLocks noGrp="1"/>
          </p:cNvSpPr>
          <p:nvPr>
            <p:ph type="ctrTitle"/>
          </p:nvPr>
        </p:nvSpPr>
        <p:spPr>
          <a:xfrm>
            <a:off x="3417048" y="2889821"/>
            <a:ext cx="5405185" cy="1381373"/>
          </a:xfrm>
        </p:spPr>
        <p:txBody>
          <a:bodyPr anchor="ctr" anchorCtr="0">
            <a:noAutofit/>
          </a:bodyPr>
          <a:lstStyle>
            <a:lvl1pPr algn="l" defTabSz="776803" rtl="0" eaLnBrk="1" latinLnBrk="0" hangingPunct="1">
              <a:lnSpc>
                <a:spcPct val="90000"/>
              </a:lnSpc>
              <a:spcBef>
                <a:spcPct val="0"/>
              </a:spcBef>
              <a:buNone/>
              <a:defRPr lang="en-US" sz="3300" b="1" kern="1200" cap="none" spc="-86" baseline="0" dirty="0">
                <a:ln w="3175">
                  <a:noFill/>
                </a:ln>
                <a:solidFill>
                  <a:schemeClr val="accent2">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useBgFill="1">
        <p:nvSpPr>
          <p:cNvPr id="15" name="Bottom Mask"/>
          <p:cNvSpPr/>
          <p:nvPr userDrawn="1"/>
        </p:nvSpPr>
        <p:spPr bwMode="auto">
          <a:xfrm>
            <a:off x="3278844" y="5449597"/>
            <a:ext cx="6687484"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grpSp>
        <p:nvGrpSpPr>
          <p:cNvPr id="19" name="Purple Tile"/>
          <p:cNvGrpSpPr/>
          <p:nvPr userDrawn="1"/>
        </p:nvGrpSpPr>
        <p:grpSpPr>
          <a:xfrm>
            <a:off x="832063" y="2889819"/>
            <a:ext cx="2311734" cy="2563506"/>
            <a:chOff x="1022073" y="-1624298"/>
            <a:chExt cx="2827252" cy="2827252"/>
          </a:xfrm>
        </p:grpSpPr>
        <p:sp>
          <p:nvSpPr>
            <p:cNvPr id="20" name="Rectangle 19"/>
            <p:cNvSpPr/>
            <p:nvPr/>
          </p:nvSpPr>
          <p:spPr bwMode="auto">
            <a:xfrm>
              <a:off x="1022073" y="-1624298"/>
              <a:ext cx="2827252" cy="2827252"/>
            </a:xfrm>
            <a:prstGeom prst="rect">
              <a:avLst/>
            </a:prstGeom>
            <a:solidFill>
              <a:schemeClr val="accent2"/>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21" name="Freeform 8"/>
            <p:cNvSpPr>
              <a:spLocks noEditPoints="1"/>
            </p:cNvSpPr>
            <p:nvPr/>
          </p:nvSpPr>
          <p:spPr bwMode="auto">
            <a:xfrm>
              <a:off x="1537798" y="-867430"/>
              <a:ext cx="1792288" cy="1501775"/>
            </a:xfrm>
            <a:custGeom>
              <a:avLst/>
              <a:gdLst>
                <a:gd name="T0" fmla="*/ 184 w 223"/>
                <a:gd name="T1" fmla="*/ 187 h 187"/>
                <a:gd name="T2" fmla="*/ 181 w 223"/>
                <a:gd name="T3" fmla="*/ 186 h 187"/>
                <a:gd name="T4" fmla="*/ 146 w 223"/>
                <a:gd name="T5" fmla="*/ 151 h 187"/>
                <a:gd name="T6" fmla="*/ 40 w 223"/>
                <a:gd name="T7" fmla="*/ 151 h 187"/>
                <a:gd name="T8" fmla="*/ 0 w 223"/>
                <a:gd name="T9" fmla="*/ 111 h 187"/>
                <a:gd name="T10" fmla="*/ 0 w 223"/>
                <a:gd name="T11" fmla="*/ 40 h 187"/>
                <a:gd name="T12" fmla="*/ 40 w 223"/>
                <a:gd name="T13" fmla="*/ 0 h 187"/>
                <a:gd name="T14" fmla="*/ 183 w 223"/>
                <a:gd name="T15" fmla="*/ 0 h 187"/>
                <a:gd name="T16" fmla="*/ 223 w 223"/>
                <a:gd name="T17" fmla="*/ 40 h 187"/>
                <a:gd name="T18" fmla="*/ 223 w 223"/>
                <a:gd name="T19" fmla="*/ 111 h 187"/>
                <a:gd name="T20" fmla="*/ 188 w 223"/>
                <a:gd name="T21" fmla="*/ 150 h 187"/>
                <a:gd name="T22" fmla="*/ 188 w 223"/>
                <a:gd name="T23" fmla="*/ 183 h 187"/>
                <a:gd name="T24" fmla="*/ 185 w 223"/>
                <a:gd name="T25" fmla="*/ 187 h 187"/>
                <a:gd name="T26" fmla="*/ 184 w 223"/>
                <a:gd name="T27" fmla="*/ 187 h 187"/>
                <a:gd name="T28" fmla="*/ 40 w 223"/>
                <a:gd name="T29" fmla="*/ 8 h 187"/>
                <a:gd name="T30" fmla="*/ 8 w 223"/>
                <a:gd name="T31" fmla="*/ 40 h 187"/>
                <a:gd name="T32" fmla="*/ 8 w 223"/>
                <a:gd name="T33" fmla="*/ 111 h 187"/>
                <a:gd name="T34" fmla="*/ 40 w 223"/>
                <a:gd name="T35" fmla="*/ 143 h 187"/>
                <a:gd name="T36" fmla="*/ 148 w 223"/>
                <a:gd name="T37" fmla="*/ 143 h 187"/>
                <a:gd name="T38" fmla="*/ 151 w 223"/>
                <a:gd name="T39" fmla="*/ 144 h 187"/>
                <a:gd name="T40" fmla="*/ 180 w 223"/>
                <a:gd name="T41" fmla="*/ 173 h 187"/>
                <a:gd name="T42" fmla="*/ 180 w 223"/>
                <a:gd name="T43" fmla="*/ 147 h 187"/>
                <a:gd name="T44" fmla="*/ 184 w 223"/>
                <a:gd name="T45" fmla="*/ 143 h 187"/>
                <a:gd name="T46" fmla="*/ 215 w 223"/>
                <a:gd name="T47" fmla="*/ 111 h 187"/>
                <a:gd name="T48" fmla="*/ 215 w 223"/>
                <a:gd name="T49" fmla="*/ 40 h 187"/>
                <a:gd name="T50" fmla="*/ 183 w 223"/>
                <a:gd name="T51" fmla="*/ 8 h 187"/>
                <a:gd name="T52" fmla="*/ 40 w 223"/>
                <a:gd name="T53" fmla="*/ 8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3" h="187">
                  <a:moveTo>
                    <a:pt x="184" y="187"/>
                  </a:moveTo>
                  <a:cubicBezTo>
                    <a:pt x="183" y="187"/>
                    <a:pt x="182" y="187"/>
                    <a:pt x="181" y="186"/>
                  </a:cubicBezTo>
                  <a:cubicBezTo>
                    <a:pt x="146" y="151"/>
                    <a:pt x="146" y="151"/>
                    <a:pt x="146" y="151"/>
                  </a:cubicBezTo>
                  <a:cubicBezTo>
                    <a:pt x="40" y="151"/>
                    <a:pt x="40" y="151"/>
                    <a:pt x="40" y="151"/>
                  </a:cubicBezTo>
                  <a:cubicBezTo>
                    <a:pt x="18" y="151"/>
                    <a:pt x="0" y="133"/>
                    <a:pt x="0" y="111"/>
                  </a:cubicBezTo>
                  <a:cubicBezTo>
                    <a:pt x="0" y="40"/>
                    <a:pt x="0" y="40"/>
                    <a:pt x="0" y="40"/>
                  </a:cubicBezTo>
                  <a:cubicBezTo>
                    <a:pt x="0" y="18"/>
                    <a:pt x="18" y="0"/>
                    <a:pt x="40" y="0"/>
                  </a:cubicBezTo>
                  <a:cubicBezTo>
                    <a:pt x="183" y="0"/>
                    <a:pt x="183" y="0"/>
                    <a:pt x="183" y="0"/>
                  </a:cubicBezTo>
                  <a:cubicBezTo>
                    <a:pt x="205" y="0"/>
                    <a:pt x="223" y="18"/>
                    <a:pt x="223" y="40"/>
                  </a:cubicBezTo>
                  <a:cubicBezTo>
                    <a:pt x="223" y="111"/>
                    <a:pt x="223" y="111"/>
                    <a:pt x="223" y="111"/>
                  </a:cubicBezTo>
                  <a:cubicBezTo>
                    <a:pt x="223" y="132"/>
                    <a:pt x="208" y="148"/>
                    <a:pt x="188" y="150"/>
                  </a:cubicBezTo>
                  <a:cubicBezTo>
                    <a:pt x="188" y="183"/>
                    <a:pt x="188" y="183"/>
                    <a:pt x="188" y="183"/>
                  </a:cubicBezTo>
                  <a:cubicBezTo>
                    <a:pt x="188" y="185"/>
                    <a:pt x="187" y="186"/>
                    <a:pt x="185" y="187"/>
                  </a:cubicBezTo>
                  <a:cubicBezTo>
                    <a:pt x="185" y="187"/>
                    <a:pt x="184" y="187"/>
                    <a:pt x="184" y="187"/>
                  </a:cubicBezTo>
                  <a:moveTo>
                    <a:pt x="40" y="8"/>
                  </a:moveTo>
                  <a:cubicBezTo>
                    <a:pt x="22" y="8"/>
                    <a:pt x="8" y="23"/>
                    <a:pt x="8" y="40"/>
                  </a:cubicBezTo>
                  <a:cubicBezTo>
                    <a:pt x="8" y="111"/>
                    <a:pt x="8" y="111"/>
                    <a:pt x="8" y="111"/>
                  </a:cubicBezTo>
                  <a:cubicBezTo>
                    <a:pt x="8" y="128"/>
                    <a:pt x="22" y="143"/>
                    <a:pt x="40" y="143"/>
                  </a:cubicBezTo>
                  <a:cubicBezTo>
                    <a:pt x="148" y="143"/>
                    <a:pt x="148" y="143"/>
                    <a:pt x="148" y="143"/>
                  </a:cubicBezTo>
                  <a:cubicBezTo>
                    <a:pt x="149" y="143"/>
                    <a:pt x="150" y="143"/>
                    <a:pt x="151" y="144"/>
                  </a:cubicBezTo>
                  <a:cubicBezTo>
                    <a:pt x="180" y="173"/>
                    <a:pt x="180" y="173"/>
                    <a:pt x="180" y="173"/>
                  </a:cubicBezTo>
                  <a:cubicBezTo>
                    <a:pt x="180" y="147"/>
                    <a:pt x="180" y="147"/>
                    <a:pt x="180" y="147"/>
                  </a:cubicBezTo>
                  <a:cubicBezTo>
                    <a:pt x="180" y="144"/>
                    <a:pt x="182" y="143"/>
                    <a:pt x="184" y="143"/>
                  </a:cubicBezTo>
                  <a:cubicBezTo>
                    <a:pt x="201" y="143"/>
                    <a:pt x="215" y="129"/>
                    <a:pt x="215" y="111"/>
                  </a:cubicBezTo>
                  <a:cubicBezTo>
                    <a:pt x="215" y="40"/>
                    <a:pt x="215" y="40"/>
                    <a:pt x="215" y="40"/>
                  </a:cubicBezTo>
                  <a:cubicBezTo>
                    <a:pt x="215" y="23"/>
                    <a:pt x="200" y="8"/>
                    <a:pt x="183" y="8"/>
                  </a:cubicBezTo>
                  <a:lnTo>
                    <a:pt x="40" y="8"/>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03"/>
              <a:endParaRPr lang="en-US" sz="1700">
                <a:solidFill>
                  <a:srgbClr val="FFFFFF"/>
                </a:solidFill>
              </a:endParaRPr>
            </a:p>
          </p:txBody>
        </p:sp>
      </p:grpSp>
    </p:spTree>
    <p:extLst>
      <p:ext uri="{BB962C8B-B14F-4D97-AF65-F5344CB8AC3E}">
        <p14:creationId xmlns="" xmlns:p14="http://schemas.microsoft.com/office/powerpoint/2010/main" val="164559430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Announcement, &quot;special&quot; slides">
    <p:spTree>
      <p:nvGrpSpPr>
        <p:cNvPr id="1" name=""/>
        <p:cNvGrpSpPr/>
        <p:nvPr/>
      </p:nvGrpSpPr>
      <p:grpSpPr>
        <a:xfrm>
          <a:off x="0" y="0"/>
          <a:ext cx="0" cy="0"/>
          <a:chOff x="0" y="0"/>
          <a:chExt cx="0" cy="0"/>
        </a:xfrm>
      </p:grpSpPr>
      <p:sp>
        <p:nvSpPr>
          <p:cNvPr id="5" name="Title Tile"/>
          <p:cNvSpPr/>
          <p:nvPr userDrawn="1"/>
        </p:nvSpPr>
        <p:spPr bwMode="auto">
          <a:xfrm>
            <a:off x="3278844" y="2889821"/>
            <a:ext cx="5856742"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6" name="Arrow Bar"/>
          <p:cNvSpPr/>
          <p:nvPr userDrawn="1"/>
        </p:nvSpPr>
        <p:spPr bwMode="auto">
          <a:xfrm>
            <a:off x="3278841" y="1373194"/>
            <a:ext cx="5856742" cy="1359722"/>
          </a:xfrm>
          <a:prstGeom prst="rect">
            <a:avLst/>
          </a:prstGeom>
          <a:solidFill>
            <a:schemeClr val="accent3"/>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7" name="Text Placeholder 6"/>
          <p:cNvSpPr>
            <a:spLocks noGrp="1"/>
          </p:cNvSpPr>
          <p:nvPr>
            <p:ph type="body" sz="quarter" idx="10" hasCustomPrompt="1"/>
          </p:nvPr>
        </p:nvSpPr>
        <p:spPr>
          <a:xfrm>
            <a:off x="3417049" y="1438580"/>
            <a:ext cx="4537806" cy="1250035"/>
          </a:xfrm>
        </p:spPr>
        <p:txBody>
          <a:bodyPr anchor="ctr" anchorCtr="0">
            <a:noAutofit/>
            <a:scene3d>
              <a:camera prst="orthographicFront"/>
              <a:lightRig rig="flat" dir="t"/>
            </a:scene3d>
            <a:sp3d>
              <a:contourClr>
                <a:schemeClr val="tx2"/>
              </a:contourClr>
            </a:sp3d>
          </a:bodyPr>
          <a:lstStyle>
            <a:lvl1pPr marL="0" indent="0" algn="l" defTabSz="776803" rtl="0" eaLnBrk="1" latinLnBrk="0" hangingPunct="1">
              <a:lnSpc>
                <a:spcPct val="90000"/>
              </a:lnSpc>
              <a:spcBef>
                <a:spcPct val="0"/>
              </a:spcBef>
              <a:buFont typeface="Arial" pitchFamily="34" charset="0"/>
              <a:buNone/>
              <a:defRPr lang="en-US" sz="4600" b="1" kern="1200" cap="none" spc="-86" baseline="0" dirty="0" smtClean="0">
                <a:ln w="3175">
                  <a:noFill/>
                </a:ln>
                <a:solidFill>
                  <a:schemeClr val="tx1">
                    <a:alpha val="99000"/>
                  </a:schemeClr>
                </a:solidFill>
                <a:effectLst/>
                <a:latin typeface="Segoe UI" pitchFamily="34" charset="0"/>
                <a:ea typeface="Segoe UI" pitchFamily="34" charset="0"/>
                <a:cs typeface="Segoe UI" pitchFamily="34" charset="0"/>
              </a:defRPr>
            </a:lvl1pPr>
          </a:lstStyle>
          <a:p>
            <a:pPr lvl="0"/>
            <a:r>
              <a:rPr lang="en-US" dirty="0" smtClean="0"/>
              <a:t>Announcement</a:t>
            </a:r>
          </a:p>
        </p:txBody>
      </p:sp>
      <p:sp useBgFill="1">
        <p:nvSpPr>
          <p:cNvPr id="9" name="Left Mask"/>
          <p:cNvSpPr/>
          <p:nvPr userDrawn="1"/>
        </p:nvSpPr>
        <p:spPr bwMode="auto">
          <a:xfrm>
            <a:off x="2" y="1373195"/>
            <a:ext cx="3278841"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3" name="Subtitle 2"/>
          <p:cNvSpPr>
            <a:spLocks noGrp="1"/>
          </p:cNvSpPr>
          <p:nvPr>
            <p:ph type="subTitle" idx="1"/>
          </p:nvPr>
        </p:nvSpPr>
        <p:spPr>
          <a:xfrm>
            <a:off x="3417048" y="4698227"/>
            <a:ext cx="5405185" cy="418597"/>
          </a:xfrm>
        </p:spPr>
        <p:txBody>
          <a:bodyPr>
            <a:noAutofit/>
          </a:bodyPr>
          <a:lstStyle>
            <a:lvl1pPr marL="0" indent="0" algn="l" defTabSz="776803"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02" indent="0" algn="ctr">
              <a:buNone/>
              <a:defRPr>
                <a:solidFill>
                  <a:schemeClr val="tx1">
                    <a:tint val="75000"/>
                  </a:schemeClr>
                </a:solidFill>
              </a:defRPr>
            </a:lvl2pPr>
            <a:lvl3pPr marL="776803" indent="0" algn="ctr">
              <a:buNone/>
              <a:defRPr>
                <a:solidFill>
                  <a:schemeClr val="tx1">
                    <a:tint val="75000"/>
                  </a:schemeClr>
                </a:solidFill>
              </a:defRPr>
            </a:lvl3pPr>
            <a:lvl4pPr marL="1165205" indent="0" algn="ctr">
              <a:buNone/>
              <a:defRPr>
                <a:solidFill>
                  <a:schemeClr val="tx1">
                    <a:tint val="75000"/>
                  </a:schemeClr>
                </a:solidFill>
              </a:defRPr>
            </a:lvl4pPr>
            <a:lvl5pPr marL="1553605" indent="0" algn="ctr">
              <a:buNone/>
              <a:defRPr>
                <a:solidFill>
                  <a:schemeClr val="tx1">
                    <a:tint val="75000"/>
                  </a:schemeClr>
                </a:solidFill>
              </a:defRPr>
            </a:lvl5pPr>
            <a:lvl6pPr marL="1942007" indent="0" algn="ctr">
              <a:buNone/>
              <a:defRPr>
                <a:solidFill>
                  <a:schemeClr val="tx1">
                    <a:tint val="75000"/>
                  </a:schemeClr>
                </a:solidFill>
              </a:defRPr>
            </a:lvl6pPr>
            <a:lvl7pPr marL="2330408" indent="0" algn="ctr">
              <a:buNone/>
              <a:defRPr>
                <a:solidFill>
                  <a:schemeClr val="tx1">
                    <a:tint val="75000"/>
                  </a:schemeClr>
                </a:solidFill>
              </a:defRPr>
            </a:lvl7pPr>
            <a:lvl8pPr marL="2718810" indent="0" algn="ctr">
              <a:buNone/>
              <a:defRPr>
                <a:solidFill>
                  <a:schemeClr val="tx1">
                    <a:tint val="75000"/>
                  </a:schemeClr>
                </a:solidFill>
              </a:defRPr>
            </a:lvl8pPr>
            <a:lvl9pPr marL="3107210" indent="0" algn="ctr">
              <a:buNone/>
              <a:defRPr>
                <a:solidFill>
                  <a:schemeClr val="tx1">
                    <a:tint val="75000"/>
                  </a:schemeClr>
                </a:solidFill>
              </a:defRPr>
            </a:lvl9pPr>
          </a:lstStyle>
          <a:p>
            <a:r>
              <a:rPr lang="en-US" smtClean="0"/>
              <a:t>Click to edit Master subtitle style</a:t>
            </a:r>
            <a:endParaRPr lang="en-US" dirty="0"/>
          </a:p>
        </p:txBody>
      </p:sp>
      <p:sp>
        <p:nvSpPr>
          <p:cNvPr id="10" name="Circle Arrow"/>
          <p:cNvSpPr>
            <a:spLocks noEditPoints="1"/>
          </p:cNvSpPr>
          <p:nvPr userDrawn="1"/>
        </p:nvSpPr>
        <p:spPr bwMode="auto">
          <a:xfrm rot="5400000">
            <a:off x="8096812"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3" tIns="38843" rIns="77683" bIns="38843" numCol="1" anchor="t" anchorCtr="0" compatLnSpc="1">
            <a:prstTxWarp prst="textNoShape">
              <a:avLst/>
            </a:prstTxWarp>
          </a:bodyPr>
          <a:lstStyle/>
          <a:p>
            <a:pPr defTabSz="776803"/>
            <a:endParaRPr lang="en-US" sz="1700">
              <a:solidFill>
                <a:srgbClr val="FFFFFF"/>
              </a:solidFill>
            </a:endParaRPr>
          </a:p>
        </p:txBody>
      </p:sp>
      <p:sp>
        <p:nvSpPr>
          <p:cNvPr id="11" name="TechEd Tile"/>
          <p:cNvSpPr/>
          <p:nvPr userDrawn="1"/>
        </p:nvSpPr>
        <p:spPr bwMode="auto">
          <a:xfrm>
            <a:off x="835711" y="1373194"/>
            <a:ext cx="2310297"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pic>
        <p:nvPicPr>
          <p:cNvPr id="12" name="TechEd Logo"/>
          <p:cNvPicPr>
            <a:picLocks noChangeAspect="1" noChangeArrowheads="1"/>
          </p:cNvPicPr>
          <p:nvPr userDrawn="1"/>
        </p:nvPicPr>
        <p:blipFill rotWithShape="1">
          <a:blip r:embed="rId2" cstate="print">
            <a:extLst>
              <a:ext uri="{28A0092B-C50C-407E-A947-70E740481C1C}">
                <a14:useLocalDpi xmlns="" xmlns:a14="http://schemas.microsoft.com/office/drawing/2010/main" val="0"/>
              </a:ext>
            </a:extLst>
          </a:blip>
          <a:srcRect r="8530"/>
          <a:stretch/>
        </p:blipFill>
        <p:spPr bwMode="auto">
          <a:xfrm>
            <a:off x="1145802"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sp useBgFill="1">
        <p:nvSpPr>
          <p:cNvPr id="13" name="Top Mask"/>
          <p:cNvSpPr/>
          <p:nvPr userDrawn="1"/>
        </p:nvSpPr>
        <p:spPr bwMode="auto">
          <a:xfrm>
            <a:off x="0" y="2"/>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useBgFill="1">
        <p:nvSpPr>
          <p:cNvPr id="14" name="Right Mask"/>
          <p:cNvSpPr/>
          <p:nvPr userDrawn="1"/>
        </p:nvSpPr>
        <p:spPr bwMode="auto">
          <a:xfrm>
            <a:off x="9135584" y="1478675"/>
            <a:ext cx="830742"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2" name="Title 1"/>
          <p:cNvSpPr>
            <a:spLocks noGrp="1"/>
          </p:cNvSpPr>
          <p:nvPr>
            <p:ph type="ctrTitle"/>
          </p:nvPr>
        </p:nvSpPr>
        <p:spPr>
          <a:xfrm>
            <a:off x="3417048" y="2889821"/>
            <a:ext cx="5405185" cy="1381373"/>
          </a:xfrm>
        </p:spPr>
        <p:txBody>
          <a:bodyPr anchor="ctr" anchorCtr="0">
            <a:noAutofit/>
          </a:bodyPr>
          <a:lstStyle>
            <a:lvl1pPr algn="l" defTabSz="776803" rtl="0" eaLnBrk="1" latinLnBrk="0" hangingPunct="1">
              <a:lnSpc>
                <a:spcPct val="90000"/>
              </a:lnSpc>
              <a:spcBef>
                <a:spcPct val="0"/>
              </a:spcBef>
              <a:buNone/>
              <a:defRPr lang="en-US" sz="3300" b="1" kern="1200" cap="none" spc="-86" baseline="0" dirty="0">
                <a:ln w="3175">
                  <a:noFill/>
                </a:ln>
                <a:solidFill>
                  <a:schemeClr val="accent3">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useBgFill="1">
        <p:nvSpPr>
          <p:cNvPr id="15" name="Bottom Mask"/>
          <p:cNvSpPr/>
          <p:nvPr userDrawn="1"/>
        </p:nvSpPr>
        <p:spPr bwMode="auto">
          <a:xfrm>
            <a:off x="3278844" y="5449597"/>
            <a:ext cx="6687484"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grpSp>
        <p:nvGrpSpPr>
          <p:cNvPr id="17" name="Orange Tile"/>
          <p:cNvGrpSpPr/>
          <p:nvPr userDrawn="1"/>
        </p:nvGrpSpPr>
        <p:grpSpPr>
          <a:xfrm>
            <a:off x="830627" y="2890132"/>
            <a:ext cx="2311734" cy="2563506"/>
            <a:chOff x="1351800" y="-1084759"/>
            <a:chExt cx="2827252" cy="2827252"/>
          </a:xfrm>
        </p:grpSpPr>
        <p:sp>
          <p:nvSpPr>
            <p:cNvPr id="18" name="Rectangle 17"/>
            <p:cNvSpPr/>
            <p:nvPr/>
          </p:nvSpPr>
          <p:spPr bwMode="auto">
            <a:xfrm>
              <a:off x="1351800" y="-1084759"/>
              <a:ext cx="2827252" cy="2827252"/>
            </a:xfrm>
            <a:prstGeom prst="rect">
              <a:avLst/>
            </a:prstGeom>
            <a:solidFill>
              <a:schemeClr val="accent3"/>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22" name="Freeform 21"/>
            <p:cNvSpPr>
              <a:spLocks noEditPoints="1"/>
            </p:cNvSpPr>
            <p:nvPr/>
          </p:nvSpPr>
          <p:spPr bwMode="auto">
            <a:xfrm>
              <a:off x="2005011" y="-436308"/>
              <a:ext cx="1522413" cy="1530350"/>
            </a:xfrm>
            <a:custGeom>
              <a:avLst/>
              <a:gdLst>
                <a:gd name="T0" fmla="*/ 6 w 187"/>
                <a:gd name="T1" fmla="*/ 188 h 188"/>
                <a:gd name="T2" fmla="*/ 129 w 187"/>
                <a:gd name="T3" fmla="*/ 64 h 188"/>
                <a:gd name="T4" fmla="*/ 180 w 187"/>
                <a:gd name="T5" fmla="*/ 115 h 188"/>
                <a:gd name="T6" fmla="*/ 185 w 187"/>
                <a:gd name="T7" fmla="*/ 116 h 188"/>
                <a:gd name="T8" fmla="*/ 187 w 187"/>
                <a:gd name="T9" fmla="*/ 112 h 188"/>
                <a:gd name="T10" fmla="*/ 187 w 187"/>
                <a:gd name="T11" fmla="*/ 4 h 188"/>
                <a:gd name="T12" fmla="*/ 183 w 187"/>
                <a:gd name="T13" fmla="*/ 0 h 188"/>
                <a:gd name="T14" fmla="*/ 75 w 187"/>
                <a:gd name="T15" fmla="*/ 0 h 188"/>
                <a:gd name="T16" fmla="*/ 71 w 187"/>
                <a:gd name="T17" fmla="*/ 3 h 188"/>
                <a:gd name="T18" fmla="*/ 71 w 187"/>
                <a:gd name="T19" fmla="*/ 4 h 188"/>
                <a:gd name="T20" fmla="*/ 72 w 187"/>
                <a:gd name="T21" fmla="*/ 7 h 188"/>
                <a:gd name="T22" fmla="*/ 123 w 187"/>
                <a:gd name="T23" fmla="*/ 58 h 188"/>
                <a:gd name="T24" fmla="*/ 0 w 187"/>
                <a:gd name="T25" fmla="*/ 182 h 188"/>
                <a:gd name="T26" fmla="*/ 6 w 187"/>
                <a:gd name="T27" fmla="*/ 188 h 188"/>
                <a:gd name="T28" fmla="*/ 179 w 187"/>
                <a:gd name="T29" fmla="*/ 8 h 188"/>
                <a:gd name="T30" fmla="*/ 179 w 187"/>
                <a:gd name="T31" fmla="*/ 103 h 188"/>
                <a:gd name="T32" fmla="*/ 85 w 187"/>
                <a:gd name="T33" fmla="*/ 8 h 188"/>
                <a:gd name="T34" fmla="*/ 179 w 187"/>
                <a:gd name="T35" fmla="*/ 8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7" h="188">
                  <a:moveTo>
                    <a:pt x="6" y="188"/>
                  </a:moveTo>
                  <a:cubicBezTo>
                    <a:pt x="129" y="64"/>
                    <a:pt x="129" y="64"/>
                    <a:pt x="129" y="64"/>
                  </a:cubicBezTo>
                  <a:cubicBezTo>
                    <a:pt x="180" y="115"/>
                    <a:pt x="180" y="115"/>
                    <a:pt x="180" y="115"/>
                  </a:cubicBezTo>
                  <a:cubicBezTo>
                    <a:pt x="181" y="116"/>
                    <a:pt x="183" y="117"/>
                    <a:pt x="185" y="116"/>
                  </a:cubicBezTo>
                  <a:cubicBezTo>
                    <a:pt x="186" y="116"/>
                    <a:pt x="187" y="114"/>
                    <a:pt x="187" y="112"/>
                  </a:cubicBezTo>
                  <a:cubicBezTo>
                    <a:pt x="187" y="4"/>
                    <a:pt x="187" y="4"/>
                    <a:pt x="187" y="4"/>
                  </a:cubicBezTo>
                  <a:cubicBezTo>
                    <a:pt x="187" y="2"/>
                    <a:pt x="185" y="0"/>
                    <a:pt x="183" y="0"/>
                  </a:cubicBezTo>
                  <a:cubicBezTo>
                    <a:pt x="75" y="0"/>
                    <a:pt x="75" y="0"/>
                    <a:pt x="75" y="0"/>
                  </a:cubicBezTo>
                  <a:cubicBezTo>
                    <a:pt x="73" y="0"/>
                    <a:pt x="72" y="1"/>
                    <a:pt x="71" y="3"/>
                  </a:cubicBezTo>
                  <a:cubicBezTo>
                    <a:pt x="71" y="3"/>
                    <a:pt x="71" y="4"/>
                    <a:pt x="71" y="4"/>
                  </a:cubicBezTo>
                  <a:cubicBezTo>
                    <a:pt x="71" y="6"/>
                    <a:pt x="71" y="7"/>
                    <a:pt x="72" y="7"/>
                  </a:cubicBezTo>
                  <a:cubicBezTo>
                    <a:pt x="123" y="58"/>
                    <a:pt x="123" y="58"/>
                    <a:pt x="123" y="58"/>
                  </a:cubicBezTo>
                  <a:cubicBezTo>
                    <a:pt x="0" y="182"/>
                    <a:pt x="0" y="182"/>
                    <a:pt x="0" y="182"/>
                  </a:cubicBezTo>
                  <a:lnTo>
                    <a:pt x="6" y="188"/>
                  </a:lnTo>
                  <a:close/>
                  <a:moveTo>
                    <a:pt x="179" y="8"/>
                  </a:moveTo>
                  <a:cubicBezTo>
                    <a:pt x="179" y="103"/>
                    <a:pt x="179" y="103"/>
                    <a:pt x="179" y="103"/>
                  </a:cubicBezTo>
                  <a:cubicBezTo>
                    <a:pt x="85" y="8"/>
                    <a:pt x="85" y="8"/>
                    <a:pt x="85" y="8"/>
                  </a:cubicBezTo>
                  <a:lnTo>
                    <a:pt x="179" y="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defTabSz="776803"/>
              <a:endParaRPr lang="en-US" sz="1700">
                <a:solidFill>
                  <a:srgbClr val="FFFFFF"/>
                </a:solidFill>
              </a:endParaRPr>
            </a:p>
          </p:txBody>
        </p:sp>
      </p:grpSp>
    </p:spTree>
    <p:extLst>
      <p:ext uri="{BB962C8B-B14F-4D97-AF65-F5344CB8AC3E}">
        <p14:creationId xmlns="" xmlns:p14="http://schemas.microsoft.com/office/powerpoint/2010/main" val="58519658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Etc., &quot;special&quot; slides">
    <p:spTree>
      <p:nvGrpSpPr>
        <p:cNvPr id="1" name=""/>
        <p:cNvGrpSpPr/>
        <p:nvPr/>
      </p:nvGrpSpPr>
      <p:grpSpPr>
        <a:xfrm>
          <a:off x="0" y="0"/>
          <a:ext cx="0" cy="0"/>
          <a:chOff x="0" y="0"/>
          <a:chExt cx="0" cy="0"/>
        </a:xfrm>
      </p:grpSpPr>
      <p:sp>
        <p:nvSpPr>
          <p:cNvPr id="5" name="Title Tile"/>
          <p:cNvSpPr/>
          <p:nvPr userDrawn="1"/>
        </p:nvSpPr>
        <p:spPr bwMode="auto">
          <a:xfrm>
            <a:off x="3278844" y="2889821"/>
            <a:ext cx="5856742"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6" name="Arrow Bar"/>
          <p:cNvSpPr/>
          <p:nvPr userDrawn="1"/>
        </p:nvSpPr>
        <p:spPr bwMode="auto">
          <a:xfrm>
            <a:off x="3278841" y="1373194"/>
            <a:ext cx="5856742" cy="1359722"/>
          </a:xfrm>
          <a:prstGeom prst="rect">
            <a:avLst/>
          </a:prstGeom>
          <a:solidFill>
            <a:schemeClr val="accent4"/>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7" name="Text Placeholder 6"/>
          <p:cNvSpPr>
            <a:spLocks noGrp="1"/>
          </p:cNvSpPr>
          <p:nvPr>
            <p:ph type="body" sz="quarter" idx="10" hasCustomPrompt="1"/>
          </p:nvPr>
        </p:nvSpPr>
        <p:spPr>
          <a:xfrm>
            <a:off x="3417049" y="1438580"/>
            <a:ext cx="4537806" cy="1250035"/>
          </a:xfrm>
        </p:spPr>
        <p:txBody>
          <a:bodyPr anchor="ctr" anchorCtr="0">
            <a:noAutofit/>
            <a:scene3d>
              <a:camera prst="orthographicFront"/>
              <a:lightRig rig="flat" dir="t"/>
            </a:scene3d>
            <a:sp3d>
              <a:contourClr>
                <a:schemeClr val="tx2"/>
              </a:contourClr>
            </a:sp3d>
          </a:bodyPr>
          <a:lstStyle>
            <a:lvl1pPr marL="0" indent="0" algn="l" defTabSz="776803" rtl="0" eaLnBrk="1" latinLnBrk="0" hangingPunct="1">
              <a:lnSpc>
                <a:spcPct val="90000"/>
              </a:lnSpc>
              <a:spcBef>
                <a:spcPct val="0"/>
              </a:spcBef>
              <a:buFont typeface="Arial" pitchFamily="34" charset="0"/>
              <a:buNone/>
              <a:defRPr lang="en-US" sz="4600" b="1" kern="1200" cap="none" spc="-86" baseline="0" dirty="0" smtClean="0">
                <a:ln w="3175">
                  <a:noFill/>
                </a:ln>
                <a:solidFill>
                  <a:schemeClr val="tx1">
                    <a:alpha val="99000"/>
                  </a:schemeClr>
                </a:solidFill>
                <a:effectLst/>
                <a:latin typeface="Segoe UI" pitchFamily="34" charset="0"/>
                <a:ea typeface="Segoe UI" pitchFamily="34" charset="0"/>
                <a:cs typeface="Segoe UI" pitchFamily="34" charset="0"/>
              </a:defRPr>
            </a:lvl1pPr>
          </a:lstStyle>
          <a:p>
            <a:pPr lvl="0"/>
            <a:r>
              <a:rPr lang="en-US" dirty="0" smtClean="0"/>
              <a:t>Title</a:t>
            </a:r>
          </a:p>
        </p:txBody>
      </p:sp>
      <p:sp useBgFill="1">
        <p:nvSpPr>
          <p:cNvPr id="9" name="Left Mask"/>
          <p:cNvSpPr/>
          <p:nvPr userDrawn="1"/>
        </p:nvSpPr>
        <p:spPr bwMode="auto">
          <a:xfrm>
            <a:off x="2" y="1373195"/>
            <a:ext cx="3278841"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3" name="Subtitle 2"/>
          <p:cNvSpPr>
            <a:spLocks noGrp="1"/>
          </p:cNvSpPr>
          <p:nvPr>
            <p:ph type="subTitle" idx="1"/>
          </p:nvPr>
        </p:nvSpPr>
        <p:spPr>
          <a:xfrm>
            <a:off x="3417048" y="4698227"/>
            <a:ext cx="5405185" cy="418597"/>
          </a:xfrm>
        </p:spPr>
        <p:txBody>
          <a:bodyPr>
            <a:noAutofit/>
          </a:bodyPr>
          <a:lstStyle>
            <a:lvl1pPr marL="0" indent="0" algn="l" defTabSz="776803"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02" indent="0" algn="ctr">
              <a:buNone/>
              <a:defRPr>
                <a:solidFill>
                  <a:schemeClr val="tx1">
                    <a:tint val="75000"/>
                  </a:schemeClr>
                </a:solidFill>
              </a:defRPr>
            </a:lvl2pPr>
            <a:lvl3pPr marL="776803" indent="0" algn="ctr">
              <a:buNone/>
              <a:defRPr>
                <a:solidFill>
                  <a:schemeClr val="tx1">
                    <a:tint val="75000"/>
                  </a:schemeClr>
                </a:solidFill>
              </a:defRPr>
            </a:lvl3pPr>
            <a:lvl4pPr marL="1165205" indent="0" algn="ctr">
              <a:buNone/>
              <a:defRPr>
                <a:solidFill>
                  <a:schemeClr val="tx1">
                    <a:tint val="75000"/>
                  </a:schemeClr>
                </a:solidFill>
              </a:defRPr>
            </a:lvl4pPr>
            <a:lvl5pPr marL="1553605" indent="0" algn="ctr">
              <a:buNone/>
              <a:defRPr>
                <a:solidFill>
                  <a:schemeClr val="tx1">
                    <a:tint val="75000"/>
                  </a:schemeClr>
                </a:solidFill>
              </a:defRPr>
            </a:lvl5pPr>
            <a:lvl6pPr marL="1942007" indent="0" algn="ctr">
              <a:buNone/>
              <a:defRPr>
                <a:solidFill>
                  <a:schemeClr val="tx1">
                    <a:tint val="75000"/>
                  </a:schemeClr>
                </a:solidFill>
              </a:defRPr>
            </a:lvl6pPr>
            <a:lvl7pPr marL="2330408" indent="0" algn="ctr">
              <a:buNone/>
              <a:defRPr>
                <a:solidFill>
                  <a:schemeClr val="tx1">
                    <a:tint val="75000"/>
                  </a:schemeClr>
                </a:solidFill>
              </a:defRPr>
            </a:lvl7pPr>
            <a:lvl8pPr marL="2718810" indent="0" algn="ctr">
              <a:buNone/>
              <a:defRPr>
                <a:solidFill>
                  <a:schemeClr val="tx1">
                    <a:tint val="75000"/>
                  </a:schemeClr>
                </a:solidFill>
              </a:defRPr>
            </a:lvl8pPr>
            <a:lvl9pPr marL="3107210" indent="0" algn="ctr">
              <a:buNone/>
              <a:defRPr>
                <a:solidFill>
                  <a:schemeClr val="tx1">
                    <a:tint val="75000"/>
                  </a:schemeClr>
                </a:solidFill>
              </a:defRPr>
            </a:lvl9pPr>
          </a:lstStyle>
          <a:p>
            <a:r>
              <a:rPr lang="en-US" smtClean="0"/>
              <a:t>Click to edit Master subtitle style</a:t>
            </a:r>
            <a:endParaRPr lang="en-US" dirty="0"/>
          </a:p>
        </p:txBody>
      </p:sp>
      <p:sp>
        <p:nvSpPr>
          <p:cNvPr id="10" name="Circle Arrow"/>
          <p:cNvSpPr>
            <a:spLocks noEditPoints="1"/>
          </p:cNvSpPr>
          <p:nvPr userDrawn="1"/>
        </p:nvSpPr>
        <p:spPr bwMode="auto">
          <a:xfrm rot="5400000">
            <a:off x="8096812"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3" tIns="38843" rIns="77683" bIns="38843" numCol="1" anchor="t" anchorCtr="0" compatLnSpc="1">
            <a:prstTxWarp prst="textNoShape">
              <a:avLst/>
            </a:prstTxWarp>
          </a:bodyPr>
          <a:lstStyle/>
          <a:p>
            <a:pPr defTabSz="776803"/>
            <a:endParaRPr lang="en-US" sz="1700">
              <a:solidFill>
                <a:srgbClr val="FFFFFF"/>
              </a:solidFill>
            </a:endParaRPr>
          </a:p>
        </p:txBody>
      </p:sp>
      <p:sp>
        <p:nvSpPr>
          <p:cNvPr id="11" name="TechEd Tile"/>
          <p:cNvSpPr/>
          <p:nvPr userDrawn="1"/>
        </p:nvSpPr>
        <p:spPr bwMode="auto">
          <a:xfrm>
            <a:off x="835711" y="1373194"/>
            <a:ext cx="2310297"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pic>
        <p:nvPicPr>
          <p:cNvPr id="12" name="TechEd Logo"/>
          <p:cNvPicPr>
            <a:picLocks noChangeAspect="1" noChangeArrowheads="1"/>
          </p:cNvPicPr>
          <p:nvPr userDrawn="1"/>
        </p:nvPicPr>
        <p:blipFill rotWithShape="1">
          <a:blip r:embed="rId2" cstate="print">
            <a:extLst>
              <a:ext uri="{28A0092B-C50C-407E-A947-70E740481C1C}">
                <a14:useLocalDpi xmlns="" xmlns:a14="http://schemas.microsoft.com/office/drawing/2010/main" val="0"/>
              </a:ext>
            </a:extLst>
          </a:blip>
          <a:srcRect r="8530"/>
          <a:stretch/>
        </p:blipFill>
        <p:spPr bwMode="auto">
          <a:xfrm>
            <a:off x="1145802"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sp useBgFill="1">
        <p:nvSpPr>
          <p:cNvPr id="13" name="Top Mask"/>
          <p:cNvSpPr/>
          <p:nvPr userDrawn="1"/>
        </p:nvSpPr>
        <p:spPr bwMode="auto">
          <a:xfrm>
            <a:off x="0" y="2"/>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useBgFill="1">
        <p:nvSpPr>
          <p:cNvPr id="14" name="Right Mask"/>
          <p:cNvSpPr/>
          <p:nvPr userDrawn="1"/>
        </p:nvSpPr>
        <p:spPr bwMode="auto">
          <a:xfrm>
            <a:off x="9135584" y="1478675"/>
            <a:ext cx="830742"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2" name="Title 1"/>
          <p:cNvSpPr>
            <a:spLocks noGrp="1"/>
          </p:cNvSpPr>
          <p:nvPr>
            <p:ph type="ctrTitle"/>
          </p:nvPr>
        </p:nvSpPr>
        <p:spPr>
          <a:xfrm>
            <a:off x="3417048" y="2889821"/>
            <a:ext cx="5405185" cy="1381373"/>
          </a:xfrm>
        </p:spPr>
        <p:txBody>
          <a:bodyPr anchor="ctr" anchorCtr="0">
            <a:noAutofit/>
          </a:bodyPr>
          <a:lstStyle>
            <a:lvl1pPr algn="l" defTabSz="776803" rtl="0" eaLnBrk="1" latinLnBrk="0" hangingPunct="1">
              <a:lnSpc>
                <a:spcPct val="90000"/>
              </a:lnSpc>
              <a:spcBef>
                <a:spcPct val="0"/>
              </a:spcBef>
              <a:buNone/>
              <a:defRPr lang="en-US" sz="3300" b="1" kern="1200" cap="none" spc="-86" baseline="0" dirty="0">
                <a:ln w="3175">
                  <a:noFill/>
                </a:ln>
                <a:solidFill>
                  <a:schemeClr val="accent4">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useBgFill="1">
        <p:nvSpPr>
          <p:cNvPr id="15" name="Bottom Mask"/>
          <p:cNvSpPr/>
          <p:nvPr userDrawn="1"/>
        </p:nvSpPr>
        <p:spPr bwMode="auto">
          <a:xfrm>
            <a:off x="3278844" y="5449597"/>
            <a:ext cx="6687484"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grpSp>
        <p:nvGrpSpPr>
          <p:cNvPr id="19" name="Teal Tile"/>
          <p:cNvGrpSpPr/>
          <p:nvPr userDrawn="1"/>
        </p:nvGrpSpPr>
        <p:grpSpPr>
          <a:xfrm>
            <a:off x="830627" y="2889819"/>
            <a:ext cx="2311734" cy="2563506"/>
            <a:chOff x="823093" y="-1413626"/>
            <a:chExt cx="2827252" cy="2827252"/>
          </a:xfrm>
        </p:grpSpPr>
        <p:sp>
          <p:nvSpPr>
            <p:cNvPr id="20" name="Rectangle 19"/>
            <p:cNvSpPr/>
            <p:nvPr/>
          </p:nvSpPr>
          <p:spPr bwMode="auto">
            <a:xfrm>
              <a:off x="823093" y="-1413626"/>
              <a:ext cx="2827252" cy="2827252"/>
            </a:xfrm>
            <a:prstGeom prst="rect">
              <a:avLst/>
            </a:prstGeom>
            <a:solidFill>
              <a:schemeClr val="accent4"/>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21" name="Freeform 20"/>
            <p:cNvSpPr>
              <a:spLocks noEditPoints="1"/>
            </p:cNvSpPr>
            <p:nvPr/>
          </p:nvSpPr>
          <p:spPr bwMode="auto">
            <a:xfrm>
              <a:off x="1397725" y="-232569"/>
              <a:ext cx="1677988" cy="465138"/>
            </a:xfrm>
            <a:custGeom>
              <a:avLst/>
              <a:gdLst>
                <a:gd name="T0" fmla="*/ 0 w 209"/>
                <a:gd name="T1" fmla="*/ 25 h 58"/>
                <a:gd name="T2" fmla="*/ 20 w 209"/>
                <a:gd name="T3" fmla="*/ 25 h 58"/>
                <a:gd name="T4" fmla="*/ 20 w 209"/>
                <a:gd name="T5" fmla="*/ 33 h 58"/>
                <a:gd name="T6" fmla="*/ 0 w 209"/>
                <a:gd name="T7" fmla="*/ 33 h 58"/>
                <a:gd name="T8" fmla="*/ 0 w 209"/>
                <a:gd name="T9" fmla="*/ 25 h 58"/>
                <a:gd name="T10" fmla="*/ 40 w 209"/>
                <a:gd name="T11" fmla="*/ 33 h 58"/>
                <a:gd name="T12" fmla="*/ 60 w 209"/>
                <a:gd name="T13" fmla="*/ 33 h 58"/>
                <a:gd name="T14" fmla="*/ 60 w 209"/>
                <a:gd name="T15" fmla="*/ 25 h 58"/>
                <a:gd name="T16" fmla="*/ 40 w 209"/>
                <a:gd name="T17" fmla="*/ 25 h 58"/>
                <a:gd name="T18" fmla="*/ 40 w 209"/>
                <a:gd name="T19" fmla="*/ 33 h 58"/>
                <a:gd name="T20" fmla="*/ 120 w 209"/>
                <a:gd name="T21" fmla="*/ 33 h 58"/>
                <a:gd name="T22" fmla="*/ 140 w 209"/>
                <a:gd name="T23" fmla="*/ 33 h 58"/>
                <a:gd name="T24" fmla="*/ 140 w 209"/>
                <a:gd name="T25" fmla="*/ 25 h 58"/>
                <a:gd name="T26" fmla="*/ 120 w 209"/>
                <a:gd name="T27" fmla="*/ 25 h 58"/>
                <a:gd name="T28" fmla="*/ 120 w 209"/>
                <a:gd name="T29" fmla="*/ 33 h 58"/>
                <a:gd name="T30" fmla="*/ 80 w 209"/>
                <a:gd name="T31" fmla="*/ 33 h 58"/>
                <a:gd name="T32" fmla="*/ 100 w 209"/>
                <a:gd name="T33" fmla="*/ 33 h 58"/>
                <a:gd name="T34" fmla="*/ 100 w 209"/>
                <a:gd name="T35" fmla="*/ 25 h 58"/>
                <a:gd name="T36" fmla="*/ 80 w 209"/>
                <a:gd name="T37" fmla="*/ 25 h 58"/>
                <a:gd name="T38" fmla="*/ 80 w 209"/>
                <a:gd name="T39" fmla="*/ 33 h 58"/>
                <a:gd name="T40" fmla="*/ 207 w 209"/>
                <a:gd name="T41" fmla="*/ 26 h 58"/>
                <a:gd name="T42" fmla="*/ 181 w 209"/>
                <a:gd name="T43" fmla="*/ 0 h 58"/>
                <a:gd name="T44" fmla="*/ 175 w 209"/>
                <a:gd name="T45" fmla="*/ 6 h 58"/>
                <a:gd name="T46" fmla="*/ 195 w 209"/>
                <a:gd name="T47" fmla="*/ 25 h 58"/>
                <a:gd name="T48" fmla="*/ 160 w 209"/>
                <a:gd name="T49" fmla="*/ 25 h 58"/>
                <a:gd name="T50" fmla="*/ 160 w 209"/>
                <a:gd name="T51" fmla="*/ 33 h 58"/>
                <a:gd name="T52" fmla="*/ 195 w 209"/>
                <a:gd name="T53" fmla="*/ 33 h 58"/>
                <a:gd name="T54" fmla="*/ 175 w 209"/>
                <a:gd name="T55" fmla="*/ 52 h 58"/>
                <a:gd name="T56" fmla="*/ 181 w 209"/>
                <a:gd name="T57" fmla="*/ 58 h 58"/>
                <a:gd name="T58" fmla="*/ 207 w 209"/>
                <a:gd name="T59" fmla="*/ 32 h 58"/>
                <a:gd name="T60" fmla="*/ 207 w 209"/>
                <a:gd name="T61" fmla="*/ 2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09" h="58">
                  <a:moveTo>
                    <a:pt x="0" y="25"/>
                  </a:moveTo>
                  <a:cubicBezTo>
                    <a:pt x="20" y="25"/>
                    <a:pt x="20" y="25"/>
                    <a:pt x="20" y="25"/>
                  </a:cubicBezTo>
                  <a:cubicBezTo>
                    <a:pt x="20" y="33"/>
                    <a:pt x="20" y="33"/>
                    <a:pt x="20" y="33"/>
                  </a:cubicBezTo>
                  <a:cubicBezTo>
                    <a:pt x="0" y="33"/>
                    <a:pt x="0" y="33"/>
                    <a:pt x="0" y="33"/>
                  </a:cubicBezTo>
                  <a:lnTo>
                    <a:pt x="0" y="25"/>
                  </a:lnTo>
                  <a:close/>
                  <a:moveTo>
                    <a:pt x="40" y="33"/>
                  </a:moveTo>
                  <a:cubicBezTo>
                    <a:pt x="60" y="33"/>
                    <a:pt x="60" y="33"/>
                    <a:pt x="60" y="33"/>
                  </a:cubicBezTo>
                  <a:cubicBezTo>
                    <a:pt x="60" y="25"/>
                    <a:pt x="60" y="25"/>
                    <a:pt x="60" y="25"/>
                  </a:cubicBezTo>
                  <a:cubicBezTo>
                    <a:pt x="40" y="25"/>
                    <a:pt x="40" y="25"/>
                    <a:pt x="40" y="25"/>
                  </a:cubicBezTo>
                  <a:lnTo>
                    <a:pt x="40" y="33"/>
                  </a:lnTo>
                  <a:close/>
                  <a:moveTo>
                    <a:pt x="120" y="33"/>
                  </a:moveTo>
                  <a:cubicBezTo>
                    <a:pt x="140" y="33"/>
                    <a:pt x="140" y="33"/>
                    <a:pt x="140" y="33"/>
                  </a:cubicBezTo>
                  <a:cubicBezTo>
                    <a:pt x="140" y="25"/>
                    <a:pt x="140" y="25"/>
                    <a:pt x="140" y="25"/>
                  </a:cubicBezTo>
                  <a:cubicBezTo>
                    <a:pt x="120" y="25"/>
                    <a:pt x="120" y="25"/>
                    <a:pt x="120" y="25"/>
                  </a:cubicBezTo>
                  <a:lnTo>
                    <a:pt x="120" y="33"/>
                  </a:lnTo>
                  <a:close/>
                  <a:moveTo>
                    <a:pt x="80" y="33"/>
                  </a:moveTo>
                  <a:cubicBezTo>
                    <a:pt x="100" y="33"/>
                    <a:pt x="100" y="33"/>
                    <a:pt x="100" y="33"/>
                  </a:cubicBezTo>
                  <a:cubicBezTo>
                    <a:pt x="100" y="25"/>
                    <a:pt x="100" y="25"/>
                    <a:pt x="100" y="25"/>
                  </a:cubicBezTo>
                  <a:cubicBezTo>
                    <a:pt x="80" y="25"/>
                    <a:pt x="80" y="25"/>
                    <a:pt x="80" y="25"/>
                  </a:cubicBezTo>
                  <a:lnTo>
                    <a:pt x="80" y="33"/>
                  </a:lnTo>
                  <a:close/>
                  <a:moveTo>
                    <a:pt x="207" y="26"/>
                  </a:moveTo>
                  <a:cubicBezTo>
                    <a:pt x="181" y="0"/>
                    <a:pt x="181" y="0"/>
                    <a:pt x="181" y="0"/>
                  </a:cubicBezTo>
                  <a:cubicBezTo>
                    <a:pt x="175" y="6"/>
                    <a:pt x="175" y="6"/>
                    <a:pt x="175" y="6"/>
                  </a:cubicBezTo>
                  <a:cubicBezTo>
                    <a:pt x="195" y="25"/>
                    <a:pt x="195" y="25"/>
                    <a:pt x="195" y="25"/>
                  </a:cubicBezTo>
                  <a:cubicBezTo>
                    <a:pt x="160" y="25"/>
                    <a:pt x="160" y="25"/>
                    <a:pt x="160" y="25"/>
                  </a:cubicBezTo>
                  <a:cubicBezTo>
                    <a:pt x="160" y="33"/>
                    <a:pt x="160" y="33"/>
                    <a:pt x="160" y="33"/>
                  </a:cubicBezTo>
                  <a:cubicBezTo>
                    <a:pt x="195" y="33"/>
                    <a:pt x="195" y="33"/>
                    <a:pt x="195" y="33"/>
                  </a:cubicBezTo>
                  <a:cubicBezTo>
                    <a:pt x="175" y="52"/>
                    <a:pt x="175" y="52"/>
                    <a:pt x="175" y="52"/>
                  </a:cubicBezTo>
                  <a:cubicBezTo>
                    <a:pt x="181" y="58"/>
                    <a:pt x="181" y="58"/>
                    <a:pt x="181" y="58"/>
                  </a:cubicBezTo>
                  <a:cubicBezTo>
                    <a:pt x="207" y="32"/>
                    <a:pt x="207" y="32"/>
                    <a:pt x="207" y="32"/>
                  </a:cubicBezTo>
                  <a:cubicBezTo>
                    <a:pt x="209" y="30"/>
                    <a:pt x="209" y="28"/>
                    <a:pt x="207" y="26"/>
                  </a:cubicBezTo>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03"/>
              <a:endParaRPr lang="en-US" sz="1700">
                <a:solidFill>
                  <a:srgbClr val="FFFFFF"/>
                </a:solidFill>
              </a:endParaRPr>
            </a:p>
          </p:txBody>
        </p:sp>
      </p:grpSp>
    </p:spTree>
    <p:extLst>
      <p:ext uri="{BB962C8B-B14F-4D97-AF65-F5344CB8AC3E}">
        <p14:creationId xmlns="" xmlns:p14="http://schemas.microsoft.com/office/powerpoint/2010/main" val="414568204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24462" y="207276"/>
            <a:ext cx="9116111" cy="511287"/>
          </a:xfrm>
        </p:spPr>
        <p:txBody>
          <a:bodyPr/>
          <a:lstStyle>
            <a:lvl1pPr>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424462" y="1312740"/>
            <a:ext cx="9116111" cy="174201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83971305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idx="1"/>
          </p:nvPr>
        </p:nvSpPr>
        <p:spPr>
          <a:xfrm>
            <a:off x="424462" y="1312740"/>
            <a:ext cx="9116111" cy="1742015"/>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6003354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sz="half" idx="1"/>
          </p:nvPr>
        </p:nvSpPr>
        <p:spPr>
          <a:xfrm>
            <a:off x="424459" y="1312742"/>
            <a:ext cx="4486014" cy="1551194"/>
          </a:xfrm>
        </p:spPr>
        <p:txBody>
          <a:bodyPr/>
          <a:lstStyle>
            <a:lvl1pPr marL="288829" indent="-288829">
              <a:lnSpc>
                <a:spcPct val="90000"/>
              </a:lnSpc>
              <a:defRPr sz="2400"/>
            </a:lvl1pPr>
            <a:lvl2pPr marL="572038" indent="-276466">
              <a:lnSpc>
                <a:spcPct val="90000"/>
              </a:lnSpc>
              <a:defRPr sz="2000"/>
            </a:lvl2pPr>
            <a:lvl3pPr marL="810293" indent="-244998">
              <a:lnSpc>
                <a:spcPct val="90000"/>
              </a:lnSpc>
              <a:defRPr sz="1800"/>
            </a:lvl3pPr>
            <a:lvl4pPr marL="1042929" indent="-232636">
              <a:lnSpc>
                <a:spcPct val="90000"/>
              </a:lnSpc>
              <a:defRPr sz="1700"/>
            </a:lvl4pPr>
            <a:lvl5pPr marL="1287928" indent="-238255">
              <a:lnSpc>
                <a:spcPct val="90000"/>
              </a:lnSpc>
              <a:defRPr sz="1700"/>
            </a:lvl5pPr>
            <a:lvl6pPr>
              <a:defRPr sz="1700"/>
            </a:lvl6pPr>
            <a:lvl7pPr>
              <a:defRPr sz="1700"/>
            </a:lvl7pPr>
            <a:lvl8pPr>
              <a:defRPr sz="1700"/>
            </a:lvl8pPr>
            <a:lvl9pPr>
              <a:defRPr sz="17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54556" y="1312742"/>
            <a:ext cx="4486014" cy="1551194"/>
          </a:xfrm>
        </p:spPr>
        <p:txBody>
          <a:bodyPr/>
          <a:lstStyle>
            <a:lvl1pPr marL="295572" indent="-295572">
              <a:lnSpc>
                <a:spcPct val="90000"/>
              </a:lnSpc>
              <a:defRPr sz="2400"/>
            </a:lvl1pPr>
            <a:lvl2pPr marL="572038" indent="-288829">
              <a:lnSpc>
                <a:spcPct val="90000"/>
              </a:lnSpc>
              <a:defRPr sz="2000"/>
            </a:lvl2pPr>
            <a:lvl3pPr marL="817037" indent="-257360">
              <a:lnSpc>
                <a:spcPct val="90000"/>
              </a:lnSpc>
              <a:defRPr sz="1800"/>
            </a:lvl3pPr>
            <a:lvl4pPr marL="1042929" indent="-225894">
              <a:lnSpc>
                <a:spcPct val="90000"/>
              </a:lnSpc>
              <a:defRPr sz="1700"/>
            </a:lvl4pPr>
            <a:lvl5pPr marL="1287928" indent="-232636">
              <a:lnSpc>
                <a:spcPct val="90000"/>
              </a:lnSpc>
              <a:defRPr sz="1700"/>
            </a:lvl5pPr>
            <a:lvl6pPr>
              <a:defRPr sz="1700"/>
            </a:lvl6pPr>
            <a:lvl7pPr>
              <a:defRPr sz="1700"/>
            </a:lvl7pPr>
            <a:lvl8pPr>
              <a:defRPr sz="1700"/>
            </a:lvl8pPr>
            <a:lvl9pPr>
              <a:defRPr sz="17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9277115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424459" y="1302976"/>
            <a:ext cx="4486014" cy="290849"/>
          </a:xfrm>
        </p:spPr>
        <p:txBody>
          <a:bodyPr anchor="b"/>
          <a:lstStyle>
            <a:lvl1pPr marL="0" indent="0">
              <a:lnSpc>
                <a:spcPct val="90000"/>
              </a:lnSpc>
              <a:spcBef>
                <a:spcPts val="0"/>
              </a:spcBef>
              <a:buNone/>
              <a:defRPr sz="2100" b="1"/>
            </a:lvl1pPr>
            <a:lvl2pPr marL="388402" indent="0">
              <a:buNone/>
              <a:defRPr sz="1800" b="1"/>
            </a:lvl2pPr>
            <a:lvl3pPr marL="776803" indent="0">
              <a:buNone/>
              <a:defRPr sz="1700" b="1"/>
            </a:lvl3pPr>
            <a:lvl4pPr marL="1165205" indent="0">
              <a:buNone/>
              <a:defRPr sz="1400" b="1"/>
            </a:lvl4pPr>
            <a:lvl5pPr marL="1553605" indent="0">
              <a:buNone/>
              <a:defRPr sz="1400" b="1"/>
            </a:lvl5pPr>
            <a:lvl6pPr marL="1942007" indent="0">
              <a:buNone/>
              <a:defRPr sz="1400" b="1"/>
            </a:lvl6pPr>
            <a:lvl7pPr marL="2330408" indent="0">
              <a:buNone/>
              <a:defRPr sz="1400" b="1"/>
            </a:lvl7pPr>
            <a:lvl8pPr marL="2718810" indent="0">
              <a:buNone/>
              <a:defRPr sz="1400" b="1"/>
            </a:lvl8pPr>
            <a:lvl9pPr marL="3107210" indent="0">
              <a:buNone/>
              <a:defRPr sz="1400" b="1"/>
            </a:lvl9pPr>
          </a:lstStyle>
          <a:p>
            <a:pPr lvl="0"/>
            <a:r>
              <a:rPr lang="en-US" smtClean="0"/>
              <a:t>Click to edit Master text styles</a:t>
            </a:r>
          </a:p>
        </p:txBody>
      </p:sp>
      <p:sp>
        <p:nvSpPr>
          <p:cNvPr id="4" name="Content Placeholder 3"/>
          <p:cNvSpPr>
            <a:spLocks noGrp="1"/>
          </p:cNvSpPr>
          <p:nvPr>
            <p:ph sz="half" idx="2"/>
          </p:nvPr>
        </p:nvSpPr>
        <p:spPr>
          <a:xfrm>
            <a:off x="415265" y="1934565"/>
            <a:ext cx="4484846" cy="1377300"/>
          </a:xfrm>
        </p:spPr>
        <p:txBody>
          <a:bodyPr/>
          <a:lstStyle>
            <a:lvl1pPr marL="239380" indent="-239380">
              <a:defRPr sz="2000"/>
            </a:lvl1pPr>
            <a:lvl2pPr marL="477636" indent="-225894">
              <a:defRPr sz="1800"/>
            </a:lvl2pPr>
            <a:lvl3pPr marL="691166" indent="-206788">
              <a:defRPr sz="1700"/>
            </a:lvl3pPr>
            <a:lvl4pPr marL="892335" indent="-194427">
              <a:defRPr sz="1500"/>
            </a:lvl4pPr>
            <a:lvl5pPr marL="1086760" indent="-175321">
              <a:defRPr sz="15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54556" y="1302976"/>
            <a:ext cx="4486014" cy="290849"/>
          </a:xfrm>
        </p:spPr>
        <p:txBody>
          <a:bodyPr anchor="b"/>
          <a:lstStyle>
            <a:lvl1pPr marL="0" indent="0">
              <a:lnSpc>
                <a:spcPct val="90000"/>
              </a:lnSpc>
              <a:spcBef>
                <a:spcPts val="0"/>
              </a:spcBef>
              <a:buNone/>
              <a:defRPr sz="2100" b="1"/>
            </a:lvl1pPr>
            <a:lvl2pPr marL="388402" indent="0">
              <a:buNone/>
              <a:defRPr sz="1800" b="1"/>
            </a:lvl2pPr>
            <a:lvl3pPr marL="776803" indent="0">
              <a:buNone/>
              <a:defRPr sz="1700" b="1"/>
            </a:lvl3pPr>
            <a:lvl4pPr marL="1165205" indent="0">
              <a:buNone/>
              <a:defRPr sz="1400" b="1"/>
            </a:lvl4pPr>
            <a:lvl5pPr marL="1553605" indent="0">
              <a:buNone/>
              <a:defRPr sz="1400" b="1"/>
            </a:lvl5pPr>
            <a:lvl6pPr marL="1942007" indent="0">
              <a:buNone/>
              <a:defRPr sz="1400" b="1"/>
            </a:lvl6pPr>
            <a:lvl7pPr marL="2330408" indent="0">
              <a:buNone/>
              <a:defRPr sz="1400" b="1"/>
            </a:lvl7pPr>
            <a:lvl8pPr marL="2718810" indent="0">
              <a:buNone/>
              <a:defRPr sz="1400" b="1"/>
            </a:lvl8pPr>
            <a:lvl9pPr marL="3107210" indent="0">
              <a:buNone/>
              <a:defRPr sz="1400" b="1"/>
            </a:lvl9pPr>
          </a:lstStyle>
          <a:p>
            <a:pPr lvl="0"/>
            <a:r>
              <a:rPr lang="en-US" smtClean="0"/>
              <a:t>Click to edit Master text styles</a:t>
            </a:r>
          </a:p>
        </p:txBody>
      </p:sp>
      <p:sp>
        <p:nvSpPr>
          <p:cNvPr id="6" name="Content Placeholder 5"/>
          <p:cNvSpPr>
            <a:spLocks noGrp="1"/>
          </p:cNvSpPr>
          <p:nvPr>
            <p:ph sz="quarter" idx="4"/>
          </p:nvPr>
        </p:nvSpPr>
        <p:spPr>
          <a:xfrm>
            <a:off x="5054556" y="1934565"/>
            <a:ext cx="4486014" cy="1377300"/>
          </a:xfrm>
        </p:spPr>
        <p:txBody>
          <a:bodyPr/>
          <a:lstStyle>
            <a:lvl1pPr marL="251741" indent="-251741">
              <a:defRPr sz="2000"/>
            </a:lvl1pPr>
            <a:lvl2pPr marL="484378" indent="-232636">
              <a:defRPr sz="1800"/>
            </a:lvl2pPr>
            <a:lvl3pPr marL="697908" indent="-207912">
              <a:defRPr sz="1700"/>
            </a:lvl3pPr>
            <a:lvl4pPr marL="892335" indent="-201169">
              <a:defRPr sz="1500"/>
            </a:lvl4pPr>
            <a:lvl5pPr marL="1086760" indent="-187682">
              <a:defRPr sz="15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58109833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Tree>
    <p:extLst>
      <p:ext uri="{BB962C8B-B14F-4D97-AF65-F5344CB8AC3E}">
        <p14:creationId xmlns="" xmlns:p14="http://schemas.microsoft.com/office/powerpoint/2010/main" val="57520088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27521301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419795300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MS_logo">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426443255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lack Layout - 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flip="none" rotWithShape="1">
                  <a:gsLst>
                    <a:gs pos="417">
                      <a:srgbClr val="FFFFFF"/>
                    </a:gs>
                    <a:gs pos="100000">
                      <a:srgbClr val="FFFFFF"/>
                    </a:gs>
                  </a:gsLst>
                  <a:lin ang="5400000" scaled="0"/>
                  <a:tileRect/>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424462" y="1312740"/>
            <a:ext cx="9116111" cy="1742015"/>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34563477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417">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424462" y="1312740"/>
            <a:ext cx="9116111" cy="1742015"/>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3" y="5656872"/>
            <a:ext cx="9966327" cy="561369"/>
          </a:xfrm>
          <a:solidFill>
            <a:srgbClr val="FFFF99"/>
          </a:solidFill>
        </p:spPr>
        <p:txBody>
          <a:bodyPr wrap="square" lIns="129467" tIns="64733" rIns="129467" bIns="64733" anchor="b" anchorCtr="0">
            <a:noAutofit/>
          </a:bodyPr>
          <a:lstStyle>
            <a:lvl1pPr algn="r">
              <a:buFont typeface="Arial" pitchFamily="34" charset="0"/>
              <a:buNone/>
              <a:defRPr spc="-43" baseline="0">
                <a:gradFill>
                  <a:gsLst>
                    <a:gs pos="0">
                      <a:srgbClr val="000000"/>
                    </a:gs>
                    <a:gs pos="100000">
                      <a:srgbClr val="000000"/>
                    </a:gs>
                  </a:gsLst>
                  <a:lin ang="5400000" scaled="0"/>
                </a:gradFill>
                <a:effectLst/>
                <a:latin typeface="Segoe UI" pitchFamily="34" charset="0"/>
              </a:defRPr>
            </a:lvl1pPr>
          </a:lstStyle>
          <a:p>
            <a:pPr lvl="0"/>
            <a:r>
              <a:rPr lang="en-US" smtClean="0"/>
              <a:t>Click to edit Master text styles</a:t>
            </a:r>
          </a:p>
        </p:txBody>
      </p:sp>
    </p:spTree>
    <p:extLst>
      <p:ext uri="{BB962C8B-B14F-4D97-AF65-F5344CB8AC3E}">
        <p14:creationId xmlns="" xmlns:p14="http://schemas.microsoft.com/office/powerpoint/2010/main" val="178634683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5" name="Title Tile"/>
          <p:cNvSpPr/>
          <p:nvPr userDrawn="1"/>
        </p:nvSpPr>
        <p:spPr bwMode="auto">
          <a:xfrm>
            <a:off x="3278844" y="2889821"/>
            <a:ext cx="5856742"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26" name="Arrow Bar"/>
          <p:cNvSpPr/>
          <p:nvPr userDrawn="1"/>
        </p:nvSpPr>
        <p:spPr bwMode="auto">
          <a:xfrm>
            <a:off x="3278841" y="1373194"/>
            <a:ext cx="5856742" cy="1359722"/>
          </a:xfrm>
          <a:prstGeom prst="rect">
            <a:avLst/>
          </a:prstGeom>
          <a:solidFill>
            <a:schemeClr val="accent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useBgFill="1">
        <p:nvSpPr>
          <p:cNvPr id="27" name="Left Mask"/>
          <p:cNvSpPr/>
          <p:nvPr userDrawn="1"/>
        </p:nvSpPr>
        <p:spPr bwMode="auto">
          <a:xfrm>
            <a:off x="2" y="1373195"/>
            <a:ext cx="3278841"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28" name="Circle Arrow"/>
          <p:cNvSpPr>
            <a:spLocks noEditPoints="1"/>
          </p:cNvSpPr>
          <p:nvPr userDrawn="1"/>
        </p:nvSpPr>
        <p:spPr bwMode="auto">
          <a:xfrm rot="5400000">
            <a:off x="8096812"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3" tIns="38843" rIns="77683" bIns="38843" numCol="1" anchor="t" anchorCtr="0" compatLnSpc="1">
            <a:prstTxWarp prst="textNoShape">
              <a:avLst/>
            </a:prstTxWarp>
          </a:bodyPr>
          <a:lstStyle/>
          <a:p>
            <a:pPr defTabSz="776803"/>
            <a:endParaRPr lang="en-US" sz="1700">
              <a:solidFill>
                <a:srgbClr val="FFFFFF"/>
              </a:solidFill>
            </a:endParaRPr>
          </a:p>
        </p:txBody>
      </p:sp>
      <p:sp>
        <p:nvSpPr>
          <p:cNvPr id="29" name="TechEd Tile"/>
          <p:cNvSpPr/>
          <p:nvPr userDrawn="1"/>
        </p:nvSpPr>
        <p:spPr bwMode="auto">
          <a:xfrm>
            <a:off x="835711" y="1373194"/>
            <a:ext cx="2310297"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pic>
        <p:nvPicPr>
          <p:cNvPr id="30" name="TechEd Logo"/>
          <p:cNvPicPr>
            <a:picLocks noChangeAspect="1" noChangeArrowheads="1"/>
          </p:cNvPicPr>
          <p:nvPr userDrawn="1"/>
        </p:nvPicPr>
        <p:blipFill rotWithShape="1">
          <a:blip r:embed="rId2" cstate="print">
            <a:extLst>
              <a:ext uri="{28A0092B-C50C-407E-A947-70E740481C1C}">
                <a14:useLocalDpi xmlns="" xmlns:a14="http://schemas.microsoft.com/office/drawing/2010/main" val="0"/>
              </a:ext>
            </a:extLst>
          </a:blip>
          <a:srcRect r="8530"/>
          <a:stretch/>
        </p:blipFill>
        <p:spPr bwMode="auto">
          <a:xfrm>
            <a:off x="1145802"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grpSp>
        <p:nvGrpSpPr>
          <p:cNvPr id="31" name="Fuschia Tile"/>
          <p:cNvGrpSpPr/>
          <p:nvPr userDrawn="1"/>
        </p:nvGrpSpPr>
        <p:grpSpPr>
          <a:xfrm>
            <a:off x="831162" y="2888123"/>
            <a:ext cx="1084119" cy="1202193"/>
            <a:chOff x="1071620" y="3044261"/>
            <a:chExt cx="1325880" cy="1325880"/>
          </a:xfrm>
        </p:grpSpPr>
        <p:sp>
          <p:nvSpPr>
            <p:cNvPr id="32" name="Rectangle 31"/>
            <p:cNvSpPr/>
            <p:nvPr/>
          </p:nvSpPr>
          <p:spPr bwMode="auto">
            <a:xfrm>
              <a:off x="1071620" y="3044261"/>
              <a:ext cx="1325880" cy="1325880"/>
            </a:xfrm>
            <a:prstGeom prst="rect">
              <a:avLst/>
            </a:prstGeom>
            <a:solidFill>
              <a:schemeClr val="accent2"/>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33" name="Freeform 13"/>
            <p:cNvSpPr>
              <a:spLocks noEditPoints="1"/>
            </p:cNvSpPr>
            <p:nvPr/>
          </p:nvSpPr>
          <p:spPr bwMode="auto">
            <a:xfrm>
              <a:off x="1316254" y="3284926"/>
              <a:ext cx="836612" cy="841375"/>
            </a:xfrm>
            <a:custGeom>
              <a:avLst/>
              <a:gdLst>
                <a:gd name="T0" fmla="*/ 183 w 223"/>
                <a:gd name="T1" fmla="*/ 108 h 224"/>
                <a:gd name="T2" fmla="*/ 154 w 223"/>
                <a:gd name="T3" fmla="*/ 120 h 224"/>
                <a:gd name="T4" fmla="*/ 135 w 223"/>
                <a:gd name="T5" fmla="*/ 101 h 224"/>
                <a:gd name="T6" fmla="*/ 154 w 223"/>
                <a:gd name="T7" fmla="*/ 59 h 224"/>
                <a:gd name="T8" fmla="*/ 96 w 223"/>
                <a:gd name="T9" fmla="*/ 0 h 224"/>
                <a:gd name="T10" fmla="*/ 37 w 223"/>
                <a:gd name="T11" fmla="*/ 59 h 224"/>
                <a:gd name="T12" fmla="*/ 64 w 223"/>
                <a:gd name="T13" fmla="*/ 107 h 224"/>
                <a:gd name="T14" fmla="*/ 52 w 223"/>
                <a:gd name="T15" fmla="*/ 145 h 224"/>
                <a:gd name="T16" fmla="*/ 41 w 223"/>
                <a:gd name="T17" fmla="*/ 143 h 224"/>
                <a:gd name="T18" fmla="*/ 0 w 223"/>
                <a:gd name="T19" fmla="*/ 183 h 224"/>
                <a:gd name="T20" fmla="*/ 41 w 223"/>
                <a:gd name="T21" fmla="*/ 224 h 224"/>
                <a:gd name="T22" fmla="*/ 81 w 223"/>
                <a:gd name="T23" fmla="*/ 183 h 224"/>
                <a:gd name="T24" fmla="*/ 60 w 223"/>
                <a:gd name="T25" fmla="*/ 148 h 224"/>
                <a:gd name="T26" fmla="*/ 71 w 223"/>
                <a:gd name="T27" fmla="*/ 111 h 224"/>
                <a:gd name="T28" fmla="*/ 96 w 223"/>
                <a:gd name="T29" fmla="*/ 117 h 224"/>
                <a:gd name="T30" fmla="*/ 129 w 223"/>
                <a:gd name="T31" fmla="*/ 106 h 224"/>
                <a:gd name="T32" fmla="*/ 149 w 223"/>
                <a:gd name="T33" fmla="*/ 126 h 224"/>
                <a:gd name="T34" fmla="*/ 143 w 223"/>
                <a:gd name="T35" fmla="*/ 148 h 224"/>
                <a:gd name="T36" fmla="*/ 183 w 223"/>
                <a:gd name="T37" fmla="*/ 189 h 224"/>
                <a:gd name="T38" fmla="*/ 223 w 223"/>
                <a:gd name="T39" fmla="*/ 148 h 224"/>
                <a:gd name="T40" fmla="*/ 183 w 223"/>
                <a:gd name="T41" fmla="*/ 108 h 224"/>
                <a:gd name="T42" fmla="*/ 73 w 223"/>
                <a:gd name="T43" fmla="*/ 183 h 224"/>
                <a:gd name="T44" fmla="*/ 41 w 223"/>
                <a:gd name="T45" fmla="*/ 216 h 224"/>
                <a:gd name="T46" fmla="*/ 8 w 223"/>
                <a:gd name="T47" fmla="*/ 183 h 224"/>
                <a:gd name="T48" fmla="*/ 41 w 223"/>
                <a:gd name="T49" fmla="*/ 151 h 224"/>
                <a:gd name="T50" fmla="*/ 73 w 223"/>
                <a:gd name="T51" fmla="*/ 183 h 224"/>
                <a:gd name="T52" fmla="*/ 45 w 223"/>
                <a:gd name="T53" fmla="*/ 59 h 224"/>
                <a:gd name="T54" fmla="*/ 96 w 223"/>
                <a:gd name="T55" fmla="*/ 8 h 224"/>
                <a:gd name="T56" fmla="*/ 146 w 223"/>
                <a:gd name="T57" fmla="*/ 59 h 224"/>
                <a:gd name="T58" fmla="*/ 96 w 223"/>
                <a:gd name="T59" fmla="*/ 109 h 224"/>
                <a:gd name="T60" fmla="*/ 45 w 223"/>
                <a:gd name="T61" fmla="*/ 59 h 224"/>
                <a:gd name="T62" fmla="*/ 183 w 223"/>
                <a:gd name="T63" fmla="*/ 181 h 224"/>
                <a:gd name="T64" fmla="*/ 151 w 223"/>
                <a:gd name="T65" fmla="*/ 148 h 224"/>
                <a:gd name="T66" fmla="*/ 183 w 223"/>
                <a:gd name="T67" fmla="*/ 116 h 224"/>
                <a:gd name="T68" fmla="*/ 215 w 223"/>
                <a:gd name="T69" fmla="*/ 148 h 224"/>
                <a:gd name="T70" fmla="*/ 183 w 223"/>
                <a:gd name="T71" fmla="*/ 181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3" h="224">
                  <a:moveTo>
                    <a:pt x="183" y="108"/>
                  </a:moveTo>
                  <a:cubicBezTo>
                    <a:pt x="172" y="108"/>
                    <a:pt x="162" y="113"/>
                    <a:pt x="154" y="120"/>
                  </a:cubicBezTo>
                  <a:cubicBezTo>
                    <a:pt x="135" y="101"/>
                    <a:pt x="135" y="101"/>
                    <a:pt x="135" y="101"/>
                  </a:cubicBezTo>
                  <a:cubicBezTo>
                    <a:pt x="147" y="90"/>
                    <a:pt x="154" y="75"/>
                    <a:pt x="154" y="59"/>
                  </a:cubicBezTo>
                  <a:cubicBezTo>
                    <a:pt x="154" y="26"/>
                    <a:pt x="128" y="0"/>
                    <a:pt x="96" y="0"/>
                  </a:cubicBezTo>
                  <a:cubicBezTo>
                    <a:pt x="64" y="0"/>
                    <a:pt x="37" y="26"/>
                    <a:pt x="37" y="59"/>
                  </a:cubicBezTo>
                  <a:cubicBezTo>
                    <a:pt x="37" y="79"/>
                    <a:pt x="48" y="97"/>
                    <a:pt x="64" y="107"/>
                  </a:cubicBezTo>
                  <a:cubicBezTo>
                    <a:pt x="52" y="145"/>
                    <a:pt x="52" y="145"/>
                    <a:pt x="52" y="145"/>
                  </a:cubicBezTo>
                  <a:cubicBezTo>
                    <a:pt x="49" y="144"/>
                    <a:pt x="45" y="143"/>
                    <a:pt x="41" y="143"/>
                  </a:cubicBezTo>
                  <a:cubicBezTo>
                    <a:pt x="18" y="143"/>
                    <a:pt x="0" y="161"/>
                    <a:pt x="0" y="183"/>
                  </a:cubicBezTo>
                  <a:cubicBezTo>
                    <a:pt x="0" y="206"/>
                    <a:pt x="18" y="224"/>
                    <a:pt x="41" y="224"/>
                  </a:cubicBezTo>
                  <a:cubicBezTo>
                    <a:pt x="63" y="224"/>
                    <a:pt x="81" y="206"/>
                    <a:pt x="81" y="183"/>
                  </a:cubicBezTo>
                  <a:cubicBezTo>
                    <a:pt x="81" y="168"/>
                    <a:pt x="72" y="155"/>
                    <a:pt x="60" y="148"/>
                  </a:cubicBezTo>
                  <a:cubicBezTo>
                    <a:pt x="71" y="111"/>
                    <a:pt x="71" y="111"/>
                    <a:pt x="71" y="111"/>
                  </a:cubicBezTo>
                  <a:cubicBezTo>
                    <a:pt x="78" y="115"/>
                    <a:pt x="87" y="117"/>
                    <a:pt x="96" y="117"/>
                  </a:cubicBezTo>
                  <a:cubicBezTo>
                    <a:pt x="108" y="117"/>
                    <a:pt x="120" y="113"/>
                    <a:pt x="129" y="106"/>
                  </a:cubicBezTo>
                  <a:cubicBezTo>
                    <a:pt x="149" y="126"/>
                    <a:pt x="149" y="126"/>
                    <a:pt x="149" y="126"/>
                  </a:cubicBezTo>
                  <a:cubicBezTo>
                    <a:pt x="145" y="133"/>
                    <a:pt x="143" y="140"/>
                    <a:pt x="143" y="148"/>
                  </a:cubicBezTo>
                  <a:cubicBezTo>
                    <a:pt x="143" y="171"/>
                    <a:pt x="161" y="189"/>
                    <a:pt x="183" y="189"/>
                  </a:cubicBezTo>
                  <a:cubicBezTo>
                    <a:pt x="205" y="189"/>
                    <a:pt x="223" y="171"/>
                    <a:pt x="223" y="148"/>
                  </a:cubicBezTo>
                  <a:cubicBezTo>
                    <a:pt x="223" y="126"/>
                    <a:pt x="205" y="108"/>
                    <a:pt x="183" y="108"/>
                  </a:cubicBezTo>
                  <a:close/>
                  <a:moveTo>
                    <a:pt x="73" y="183"/>
                  </a:moveTo>
                  <a:cubicBezTo>
                    <a:pt x="73" y="201"/>
                    <a:pt x="58" y="216"/>
                    <a:pt x="41" y="216"/>
                  </a:cubicBezTo>
                  <a:cubicBezTo>
                    <a:pt x="23" y="216"/>
                    <a:pt x="8" y="201"/>
                    <a:pt x="8" y="183"/>
                  </a:cubicBezTo>
                  <a:cubicBezTo>
                    <a:pt x="8" y="166"/>
                    <a:pt x="23" y="151"/>
                    <a:pt x="41" y="151"/>
                  </a:cubicBezTo>
                  <a:cubicBezTo>
                    <a:pt x="58" y="151"/>
                    <a:pt x="73" y="166"/>
                    <a:pt x="73" y="183"/>
                  </a:cubicBezTo>
                  <a:close/>
                  <a:moveTo>
                    <a:pt x="45" y="59"/>
                  </a:moveTo>
                  <a:cubicBezTo>
                    <a:pt x="45" y="31"/>
                    <a:pt x="68" y="8"/>
                    <a:pt x="96" y="8"/>
                  </a:cubicBezTo>
                  <a:cubicBezTo>
                    <a:pt x="123" y="8"/>
                    <a:pt x="146" y="31"/>
                    <a:pt x="146" y="59"/>
                  </a:cubicBezTo>
                  <a:cubicBezTo>
                    <a:pt x="146" y="86"/>
                    <a:pt x="123" y="109"/>
                    <a:pt x="96" y="109"/>
                  </a:cubicBezTo>
                  <a:cubicBezTo>
                    <a:pt x="68" y="109"/>
                    <a:pt x="45" y="86"/>
                    <a:pt x="45" y="59"/>
                  </a:cubicBezTo>
                  <a:close/>
                  <a:moveTo>
                    <a:pt x="183" y="181"/>
                  </a:moveTo>
                  <a:cubicBezTo>
                    <a:pt x="165" y="181"/>
                    <a:pt x="151" y="166"/>
                    <a:pt x="151" y="148"/>
                  </a:cubicBezTo>
                  <a:cubicBezTo>
                    <a:pt x="151" y="130"/>
                    <a:pt x="165" y="116"/>
                    <a:pt x="183" y="116"/>
                  </a:cubicBezTo>
                  <a:cubicBezTo>
                    <a:pt x="201" y="116"/>
                    <a:pt x="215" y="130"/>
                    <a:pt x="215" y="148"/>
                  </a:cubicBezTo>
                  <a:cubicBezTo>
                    <a:pt x="215" y="166"/>
                    <a:pt x="201" y="181"/>
                    <a:pt x="183" y="181"/>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03"/>
              <a:endParaRPr lang="en-US" sz="1700">
                <a:solidFill>
                  <a:srgbClr val="FFFFFF"/>
                </a:solidFill>
              </a:endParaRPr>
            </a:p>
          </p:txBody>
        </p:sp>
      </p:grpSp>
      <p:grpSp>
        <p:nvGrpSpPr>
          <p:cNvPr id="34" name="Orange Tile"/>
          <p:cNvGrpSpPr/>
          <p:nvPr userDrawn="1"/>
        </p:nvGrpSpPr>
        <p:grpSpPr>
          <a:xfrm>
            <a:off x="2055658" y="2888123"/>
            <a:ext cx="1084119" cy="1202193"/>
            <a:chOff x="2487267" y="3044261"/>
            <a:chExt cx="1325880" cy="1325880"/>
          </a:xfrm>
        </p:grpSpPr>
        <p:sp>
          <p:nvSpPr>
            <p:cNvPr id="35" name="Rectangle 34"/>
            <p:cNvSpPr/>
            <p:nvPr/>
          </p:nvSpPr>
          <p:spPr bwMode="auto">
            <a:xfrm>
              <a:off x="2487267" y="3044261"/>
              <a:ext cx="1325880" cy="1325880"/>
            </a:xfrm>
            <a:prstGeom prst="rect">
              <a:avLst/>
            </a:prstGeom>
            <a:solidFill>
              <a:schemeClr val="accent3"/>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36" name="Freeform 30"/>
            <p:cNvSpPr>
              <a:spLocks noEditPoints="1"/>
            </p:cNvSpPr>
            <p:nvPr/>
          </p:nvSpPr>
          <p:spPr bwMode="auto">
            <a:xfrm>
              <a:off x="2774763" y="3284926"/>
              <a:ext cx="750888" cy="844550"/>
            </a:xfrm>
            <a:custGeom>
              <a:avLst/>
              <a:gdLst>
                <a:gd name="T0" fmla="*/ 15 w 200"/>
                <a:gd name="T1" fmla="*/ 0 h 225"/>
                <a:gd name="T2" fmla="*/ 11 w 200"/>
                <a:gd name="T3" fmla="*/ 17 h 225"/>
                <a:gd name="T4" fmla="*/ 11 w 200"/>
                <a:gd name="T5" fmla="*/ 35 h 225"/>
                <a:gd name="T6" fmla="*/ 0 w 200"/>
                <a:gd name="T7" fmla="*/ 55 h 225"/>
                <a:gd name="T8" fmla="*/ 11 w 200"/>
                <a:gd name="T9" fmla="*/ 75 h 225"/>
                <a:gd name="T10" fmla="*/ 11 w 200"/>
                <a:gd name="T11" fmla="*/ 94 h 225"/>
                <a:gd name="T12" fmla="*/ 0 w 200"/>
                <a:gd name="T13" fmla="*/ 114 h 225"/>
                <a:gd name="T14" fmla="*/ 11 w 200"/>
                <a:gd name="T15" fmla="*/ 134 h 225"/>
                <a:gd name="T16" fmla="*/ 11 w 200"/>
                <a:gd name="T17" fmla="*/ 153 h 225"/>
                <a:gd name="T18" fmla="*/ 0 w 200"/>
                <a:gd name="T19" fmla="*/ 173 h 225"/>
                <a:gd name="T20" fmla="*/ 11 w 200"/>
                <a:gd name="T21" fmla="*/ 193 h 225"/>
                <a:gd name="T22" fmla="*/ 11 w 200"/>
                <a:gd name="T23" fmla="*/ 211 h 225"/>
                <a:gd name="T24" fmla="*/ 15 w 200"/>
                <a:gd name="T25" fmla="*/ 225 h 225"/>
                <a:gd name="T26" fmla="*/ 200 w 200"/>
                <a:gd name="T27" fmla="*/ 185 h 225"/>
                <a:gd name="T28" fmla="*/ 160 w 200"/>
                <a:gd name="T29" fmla="*/ 0 h 225"/>
                <a:gd name="T30" fmla="*/ 11 w 200"/>
                <a:gd name="T31" fmla="*/ 25 h 225"/>
                <a:gd name="T32" fmla="*/ 8 w 200"/>
                <a:gd name="T33" fmla="*/ 26 h 225"/>
                <a:gd name="T34" fmla="*/ 11 w 200"/>
                <a:gd name="T35" fmla="*/ 54 h 225"/>
                <a:gd name="T36" fmla="*/ 8 w 200"/>
                <a:gd name="T37" fmla="*/ 55 h 225"/>
                <a:gd name="T38" fmla="*/ 11 w 200"/>
                <a:gd name="T39" fmla="*/ 83 h 225"/>
                <a:gd name="T40" fmla="*/ 8 w 200"/>
                <a:gd name="T41" fmla="*/ 85 h 225"/>
                <a:gd name="T42" fmla="*/ 11 w 200"/>
                <a:gd name="T43" fmla="*/ 113 h 225"/>
                <a:gd name="T44" fmla="*/ 8 w 200"/>
                <a:gd name="T45" fmla="*/ 114 h 225"/>
                <a:gd name="T46" fmla="*/ 11 w 200"/>
                <a:gd name="T47" fmla="*/ 142 h 225"/>
                <a:gd name="T48" fmla="*/ 8 w 200"/>
                <a:gd name="T49" fmla="*/ 143 h 225"/>
                <a:gd name="T50" fmla="*/ 11 w 200"/>
                <a:gd name="T51" fmla="*/ 171 h 225"/>
                <a:gd name="T52" fmla="*/ 8 w 200"/>
                <a:gd name="T53" fmla="*/ 173 h 225"/>
                <a:gd name="T54" fmla="*/ 11 w 200"/>
                <a:gd name="T55" fmla="*/ 201 h 225"/>
                <a:gd name="T56" fmla="*/ 8 w 200"/>
                <a:gd name="T57" fmla="*/ 202 h 225"/>
                <a:gd name="T58" fmla="*/ 160 w 200"/>
                <a:gd name="T59" fmla="*/ 217 h 225"/>
                <a:gd name="T60" fmla="*/ 19 w 200"/>
                <a:gd name="T61" fmla="*/ 201 h 225"/>
                <a:gd name="T62" fmla="*/ 21 w 200"/>
                <a:gd name="T63" fmla="*/ 205 h 225"/>
                <a:gd name="T64" fmla="*/ 27 w 200"/>
                <a:gd name="T65" fmla="*/ 198 h 225"/>
                <a:gd name="T66" fmla="*/ 19 w 200"/>
                <a:gd name="T67" fmla="*/ 172 h 225"/>
                <a:gd name="T68" fmla="*/ 21 w 200"/>
                <a:gd name="T69" fmla="*/ 175 h 225"/>
                <a:gd name="T70" fmla="*/ 27 w 200"/>
                <a:gd name="T71" fmla="*/ 168 h 225"/>
                <a:gd name="T72" fmla="*/ 19 w 200"/>
                <a:gd name="T73" fmla="*/ 142 h 225"/>
                <a:gd name="T74" fmla="*/ 21 w 200"/>
                <a:gd name="T75" fmla="*/ 146 h 225"/>
                <a:gd name="T76" fmla="*/ 27 w 200"/>
                <a:gd name="T77" fmla="*/ 139 h 225"/>
                <a:gd name="T78" fmla="*/ 19 w 200"/>
                <a:gd name="T79" fmla="*/ 113 h 225"/>
                <a:gd name="T80" fmla="*/ 21 w 200"/>
                <a:gd name="T81" fmla="*/ 117 h 225"/>
                <a:gd name="T82" fmla="*/ 27 w 200"/>
                <a:gd name="T83" fmla="*/ 110 h 225"/>
                <a:gd name="T84" fmla="*/ 19 w 200"/>
                <a:gd name="T85" fmla="*/ 83 h 225"/>
                <a:gd name="T86" fmla="*/ 21 w 200"/>
                <a:gd name="T87" fmla="*/ 87 h 225"/>
                <a:gd name="T88" fmla="*/ 27 w 200"/>
                <a:gd name="T89" fmla="*/ 80 h 225"/>
                <a:gd name="T90" fmla="*/ 19 w 200"/>
                <a:gd name="T91" fmla="*/ 54 h 225"/>
                <a:gd name="T92" fmla="*/ 21 w 200"/>
                <a:gd name="T93" fmla="*/ 58 h 225"/>
                <a:gd name="T94" fmla="*/ 27 w 200"/>
                <a:gd name="T95" fmla="*/ 51 h 225"/>
                <a:gd name="T96" fmla="*/ 19 w 200"/>
                <a:gd name="T97" fmla="*/ 25 h 225"/>
                <a:gd name="T98" fmla="*/ 21 w 200"/>
                <a:gd name="T99" fmla="*/ 29 h 225"/>
                <a:gd name="T100" fmla="*/ 27 w 200"/>
                <a:gd name="T101" fmla="*/ 22 h 225"/>
                <a:gd name="T102" fmla="*/ 19 w 200"/>
                <a:gd name="T103" fmla="*/ 8 h 225"/>
                <a:gd name="T104" fmla="*/ 192 w 200"/>
                <a:gd name="T105" fmla="*/ 4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0" h="225">
                  <a:moveTo>
                    <a:pt x="160" y="0"/>
                  </a:moveTo>
                  <a:cubicBezTo>
                    <a:pt x="15" y="0"/>
                    <a:pt x="15" y="0"/>
                    <a:pt x="15" y="0"/>
                  </a:cubicBezTo>
                  <a:cubicBezTo>
                    <a:pt x="12" y="0"/>
                    <a:pt x="11" y="2"/>
                    <a:pt x="11" y="4"/>
                  </a:cubicBezTo>
                  <a:cubicBezTo>
                    <a:pt x="11" y="17"/>
                    <a:pt x="11" y="17"/>
                    <a:pt x="11" y="17"/>
                  </a:cubicBezTo>
                  <a:cubicBezTo>
                    <a:pt x="4" y="18"/>
                    <a:pt x="0" y="21"/>
                    <a:pt x="0" y="26"/>
                  </a:cubicBezTo>
                  <a:cubicBezTo>
                    <a:pt x="0" y="30"/>
                    <a:pt x="4" y="34"/>
                    <a:pt x="11" y="35"/>
                  </a:cubicBezTo>
                  <a:cubicBezTo>
                    <a:pt x="11" y="46"/>
                    <a:pt x="11" y="46"/>
                    <a:pt x="11" y="46"/>
                  </a:cubicBezTo>
                  <a:cubicBezTo>
                    <a:pt x="4" y="47"/>
                    <a:pt x="0" y="51"/>
                    <a:pt x="0" y="55"/>
                  </a:cubicBezTo>
                  <a:cubicBezTo>
                    <a:pt x="0" y="60"/>
                    <a:pt x="4" y="63"/>
                    <a:pt x="11" y="65"/>
                  </a:cubicBezTo>
                  <a:cubicBezTo>
                    <a:pt x="11" y="75"/>
                    <a:pt x="11" y="75"/>
                    <a:pt x="11" y="75"/>
                  </a:cubicBezTo>
                  <a:cubicBezTo>
                    <a:pt x="4" y="76"/>
                    <a:pt x="0" y="80"/>
                    <a:pt x="0" y="85"/>
                  </a:cubicBezTo>
                  <a:cubicBezTo>
                    <a:pt x="0" y="89"/>
                    <a:pt x="4" y="93"/>
                    <a:pt x="11" y="94"/>
                  </a:cubicBezTo>
                  <a:cubicBezTo>
                    <a:pt x="11" y="105"/>
                    <a:pt x="11" y="105"/>
                    <a:pt x="11" y="105"/>
                  </a:cubicBezTo>
                  <a:cubicBezTo>
                    <a:pt x="4" y="106"/>
                    <a:pt x="0" y="109"/>
                    <a:pt x="0" y="114"/>
                  </a:cubicBezTo>
                  <a:cubicBezTo>
                    <a:pt x="0" y="119"/>
                    <a:pt x="4" y="122"/>
                    <a:pt x="11" y="123"/>
                  </a:cubicBezTo>
                  <a:cubicBezTo>
                    <a:pt x="11" y="134"/>
                    <a:pt x="11" y="134"/>
                    <a:pt x="11" y="134"/>
                  </a:cubicBezTo>
                  <a:cubicBezTo>
                    <a:pt x="4" y="135"/>
                    <a:pt x="0" y="139"/>
                    <a:pt x="0" y="143"/>
                  </a:cubicBezTo>
                  <a:cubicBezTo>
                    <a:pt x="0" y="148"/>
                    <a:pt x="4" y="152"/>
                    <a:pt x="11" y="153"/>
                  </a:cubicBezTo>
                  <a:cubicBezTo>
                    <a:pt x="11" y="163"/>
                    <a:pt x="11" y="163"/>
                    <a:pt x="11" y="163"/>
                  </a:cubicBezTo>
                  <a:cubicBezTo>
                    <a:pt x="4" y="164"/>
                    <a:pt x="0" y="168"/>
                    <a:pt x="0" y="173"/>
                  </a:cubicBezTo>
                  <a:cubicBezTo>
                    <a:pt x="0" y="177"/>
                    <a:pt x="4" y="181"/>
                    <a:pt x="11" y="182"/>
                  </a:cubicBezTo>
                  <a:cubicBezTo>
                    <a:pt x="11" y="193"/>
                    <a:pt x="11" y="193"/>
                    <a:pt x="11" y="193"/>
                  </a:cubicBezTo>
                  <a:cubicBezTo>
                    <a:pt x="4" y="194"/>
                    <a:pt x="0" y="197"/>
                    <a:pt x="0" y="202"/>
                  </a:cubicBezTo>
                  <a:cubicBezTo>
                    <a:pt x="0" y="207"/>
                    <a:pt x="4" y="210"/>
                    <a:pt x="11" y="211"/>
                  </a:cubicBezTo>
                  <a:cubicBezTo>
                    <a:pt x="11" y="221"/>
                    <a:pt x="11" y="221"/>
                    <a:pt x="11" y="221"/>
                  </a:cubicBezTo>
                  <a:cubicBezTo>
                    <a:pt x="11" y="223"/>
                    <a:pt x="12" y="225"/>
                    <a:pt x="15" y="225"/>
                  </a:cubicBezTo>
                  <a:cubicBezTo>
                    <a:pt x="160" y="225"/>
                    <a:pt x="160" y="225"/>
                    <a:pt x="160" y="225"/>
                  </a:cubicBezTo>
                  <a:cubicBezTo>
                    <a:pt x="182" y="225"/>
                    <a:pt x="200" y="207"/>
                    <a:pt x="200" y="185"/>
                  </a:cubicBezTo>
                  <a:cubicBezTo>
                    <a:pt x="200" y="40"/>
                    <a:pt x="200" y="40"/>
                    <a:pt x="200" y="40"/>
                  </a:cubicBezTo>
                  <a:cubicBezTo>
                    <a:pt x="200" y="18"/>
                    <a:pt x="182" y="0"/>
                    <a:pt x="160" y="0"/>
                  </a:cubicBezTo>
                  <a:close/>
                  <a:moveTo>
                    <a:pt x="8" y="26"/>
                  </a:moveTo>
                  <a:cubicBezTo>
                    <a:pt x="9" y="26"/>
                    <a:pt x="9" y="25"/>
                    <a:pt x="11" y="25"/>
                  </a:cubicBezTo>
                  <a:cubicBezTo>
                    <a:pt x="11" y="27"/>
                    <a:pt x="11" y="27"/>
                    <a:pt x="11" y="27"/>
                  </a:cubicBezTo>
                  <a:cubicBezTo>
                    <a:pt x="9" y="27"/>
                    <a:pt x="9" y="26"/>
                    <a:pt x="8" y="26"/>
                  </a:cubicBezTo>
                  <a:close/>
                  <a:moveTo>
                    <a:pt x="8" y="55"/>
                  </a:moveTo>
                  <a:cubicBezTo>
                    <a:pt x="9" y="55"/>
                    <a:pt x="9" y="54"/>
                    <a:pt x="11" y="54"/>
                  </a:cubicBezTo>
                  <a:cubicBezTo>
                    <a:pt x="11" y="56"/>
                    <a:pt x="11" y="56"/>
                    <a:pt x="11" y="56"/>
                  </a:cubicBezTo>
                  <a:cubicBezTo>
                    <a:pt x="9" y="56"/>
                    <a:pt x="9" y="56"/>
                    <a:pt x="8" y="55"/>
                  </a:cubicBezTo>
                  <a:close/>
                  <a:moveTo>
                    <a:pt x="8" y="85"/>
                  </a:moveTo>
                  <a:cubicBezTo>
                    <a:pt x="9" y="84"/>
                    <a:pt x="9" y="84"/>
                    <a:pt x="11" y="83"/>
                  </a:cubicBezTo>
                  <a:cubicBezTo>
                    <a:pt x="11" y="86"/>
                    <a:pt x="11" y="86"/>
                    <a:pt x="11" y="86"/>
                  </a:cubicBezTo>
                  <a:cubicBezTo>
                    <a:pt x="9" y="85"/>
                    <a:pt x="9" y="85"/>
                    <a:pt x="8" y="85"/>
                  </a:cubicBezTo>
                  <a:close/>
                  <a:moveTo>
                    <a:pt x="8" y="114"/>
                  </a:moveTo>
                  <a:cubicBezTo>
                    <a:pt x="9" y="114"/>
                    <a:pt x="9" y="113"/>
                    <a:pt x="11" y="113"/>
                  </a:cubicBezTo>
                  <a:cubicBezTo>
                    <a:pt x="11" y="115"/>
                    <a:pt x="11" y="115"/>
                    <a:pt x="11" y="115"/>
                  </a:cubicBezTo>
                  <a:cubicBezTo>
                    <a:pt x="9" y="115"/>
                    <a:pt x="9" y="114"/>
                    <a:pt x="8" y="114"/>
                  </a:cubicBezTo>
                  <a:close/>
                  <a:moveTo>
                    <a:pt x="8" y="143"/>
                  </a:moveTo>
                  <a:cubicBezTo>
                    <a:pt x="9" y="143"/>
                    <a:pt x="9" y="142"/>
                    <a:pt x="11" y="142"/>
                  </a:cubicBezTo>
                  <a:cubicBezTo>
                    <a:pt x="11" y="144"/>
                    <a:pt x="11" y="144"/>
                    <a:pt x="11" y="144"/>
                  </a:cubicBezTo>
                  <a:cubicBezTo>
                    <a:pt x="9" y="144"/>
                    <a:pt x="9" y="144"/>
                    <a:pt x="8" y="143"/>
                  </a:cubicBezTo>
                  <a:close/>
                  <a:moveTo>
                    <a:pt x="8" y="173"/>
                  </a:moveTo>
                  <a:cubicBezTo>
                    <a:pt x="9" y="172"/>
                    <a:pt x="9" y="172"/>
                    <a:pt x="11" y="171"/>
                  </a:cubicBezTo>
                  <a:cubicBezTo>
                    <a:pt x="11" y="174"/>
                    <a:pt x="11" y="174"/>
                    <a:pt x="11" y="174"/>
                  </a:cubicBezTo>
                  <a:cubicBezTo>
                    <a:pt x="9" y="173"/>
                    <a:pt x="9" y="173"/>
                    <a:pt x="8" y="173"/>
                  </a:cubicBezTo>
                  <a:close/>
                  <a:moveTo>
                    <a:pt x="8" y="202"/>
                  </a:moveTo>
                  <a:cubicBezTo>
                    <a:pt x="9" y="202"/>
                    <a:pt x="9" y="201"/>
                    <a:pt x="11" y="201"/>
                  </a:cubicBezTo>
                  <a:cubicBezTo>
                    <a:pt x="11" y="203"/>
                    <a:pt x="11" y="203"/>
                    <a:pt x="11" y="203"/>
                  </a:cubicBezTo>
                  <a:cubicBezTo>
                    <a:pt x="9" y="203"/>
                    <a:pt x="9" y="202"/>
                    <a:pt x="8" y="202"/>
                  </a:cubicBezTo>
                  <a:close/>
                  <a:moveTo>
                    <a:pt x="192" y="185"/>
                  </a:moveTo>
                  <a:cubicBezTo>
                    <a:pt x="192" y="202"/>
                    <a:pt x="177" y="217"/>
                    <a:pt x="160" y="217"/>
                  </a:cubicBezTo>
                  <a:cubicBezTo>
                    <a:pt x="19" y="217"/>
                    <a:pt x="19" y="217"/>
                    <a:pt x="19" y="217"/>
                  </a:cubicBezTo>
                  <a:cubicBezTo>
                    <a:pt x="19" y="201"/>
                    <a:pt x="19" y="201"/>
                    <a:pt x="19" y="201"/>
                  </a:cubicBezTo>
                  <a:cubicBezTo>
                    <a:pt x="20" y="201"/>
                    <a:pt x="20" y="202"/>
                    <a:pt x="21" y="202"/>
                  </a:cubicBezTo>
                  <a:cubicBezTo>
                    <a:pt x="21" y="203"/>
                    <a:pt x="22" y="203"/>
                    <a:pt x="21" y="205"/>
                  </a:cubicBezTo>
                  <a:cubicBezTo>
                    <a:pt x="29" y="207"/>
                    <a:pt x="29" y="207"/>
                    <a:pt x="29" y="207"/>
                  </a:cubicBezTo>
                  <a:cubicBezTo>
                    <a:pt x="30" y="203"/>
                    <a:pt x="29" y="200"/>
                    <a:pt x="27" y="198"/>
                  </a:cubicBezTo>
                  <a:cubicBezTo>
                    <a:pt x="26" y="195"/>
                    <a:pt x="22" y="193"/>
                    <a:pt x="19" y="193"/>
                  </a:cubicBezTo>
                  <a:cubicBezTo>
                    <a:pt x="19" y="172"/>
                    <a:pt x="19" y="172"/>
                    <a:pt x="19" y="172"/>
                  </a:cubicBezTo>
                  <a:cubicBezTo>
                    <a:pt x="20" y="172"/>
                    <a:pt x="20" y="172"/>
                    <a:pt x="21" y="173"/>
                  </a:cubicBezTo>
                  <a:cubicBezTo>
                    <a:pt x="21" y="173"/>
                    <a:pt x="22" y="174"/>
                    <a:pt x="21" y="175"/>
                  </a:cubicBezTo>
                  <a:cubicBezTo>
                    <a:pt x="29" y="178"/>
                    <a:pt x="29" y="178"/>
                    <a:pt x="29" y="178"/>
                  </a:cubicBezTo>
                  <a:cubicBezTo>
                    <a:pt x="30" y="173"/>
                    <a:pt x="29" y="170"/>
                    <a:pt x="27" y="168"/>
                  </a:cubicBezTo>
                  <a:cubicBezTo>
                    <a:pt x="26" y="166"/>
                    <a:pt x="22" y="164"/>
                    <a:pt x="19" y="163"/>
                  </a:cubicBezTo>
                  <a:cubicBezTo>
                    <a:pt x="19" y="142"/>
                    <a:pt x="19" y="142"/>
                    <a:pt x="19" y="142"/>
                  </a:cubicBezTo>
                  <a:cubicBezTo>
                    <a:pt x="20" y="143"/>
                    <a:pt x="20" y="143"/>
                    <a:pt x="21" y="144"/>
                  </a:cubicBezTo>
                  <a:cubicBezTo>
                    <a:pt x="21" y="144"/>
                    <a:pt x="22" y="145"/>
                    <a:pt x="21" y="146"/>
                  </a:cubicBezTo>
                  <a:cubicBezTo>
                    <a:pt x="29" y="148"/>
                    <a:pt x="29" y="148"/>
                    <a:pt x="29" y="148"/>
                  </a:cubicBezTo>
                  <a:cubicBezTo>
                    <a:pt x="30" y="144"/>
                    <a:pt x="29" y="141"/>
                    <a:pt x="27" y="139"/>
                  </a:cubicBezTo>
                  <a:cubicBezTo>
                    <a:pt x="26" y="136"/>
                    <a:pt x="22" y="135"/>
                    <a:pt x="19" y="134"/>
                  </a:cubicBezTo>
                  <a:cubicBezTo>
                    <a:pt x="19" y="113"/>
                    <a:pt x="19" y="113"/>
                    <a:pt x="19" y="113"/>
                  </a:cubicBezTo>
                  <a:cubicBezTo>
                    <a:pt x="20" y="113"/>
                    <a:pt x="20" y="114"/>
                    <a:pt x="21" y="114"/>
                  </a:cubicBezTo>
                  <a:cubicBezTo>
                    <a:pt x="21" y="115"/>
                    <a:pt x="22" y="115"/>
                    <a:pt x="21" y="117"/>
                  </a:cubicBezTo>
                  <a:cubicBezTo>
                    <a:pt x="29" y="119"/>
                    <a:pt x="29" y="119"/>
                    <a:pt x="29" y="119"/>
                  </a:cubicBezTo>
                  <a:cubicBezTo>
                    <a:pt x="30" y="115"/>
                    <a:pt x="29" y="111"/>
                    <a:pt x="27" y="110"/>
                  </a:cubicBezTo>
                  <a:cubicBezTo>
                    <a:pt x="26" y="107"/>
                    <a:pt x="22" y="105"/>
                    <a:pt x="19" y="105"/>
                  </a:cubicBezTo>
                  <a:cubicBezTo>
                    <a:pt x="19" y="83"/>
                    <a:pt x="19" y="83"/>
                    <a:pt x="19" y="83"/>
                  </a:cubicBezTo>
                  <a:cubicBezTo>
                    <a:pt x="20" y="84"/>
                    <a:pt x="20" y="84"/>
                    <a:pt x="21" y="85"/>
                  </a:cubicBezTo>
                  <a:cubicBezTo>
                    <a:pt x="21" y="85"/>
                    <a:pt x="22" y="86"/>
                    <a:pt x="21" y="87"/>
                  </a:cubicBezTo>
                  <a:cubicBezTo>
                    <a:pt x="29" y="90"/>
                    <a:pt x="29" y="90"/>
                    <a:pt x="29" y="90"/>
                  </a:cubicBezTo>
                  <a:cubicBezTo>
                    <a:pt x="30" y="85"/>
                    <a:pt x="29" y="82"/>
                    <a:pt x="27" y="80"/>
                  </a:cubicBezTo>
                  <a:cubicBezTo>
                    <a:pt x="26" y="78"/>
                    <a:pt x="22" y="76"/>
                    <a:pt x="19" y="75"/>
                  </a:cubicBezTo>
                  <a:cubicBezTo>
                    <a:pt x="19" y="54"/>
                    <a:pt x="19" y="54"/>
                    <a:pt x="19" y="54"/>
                  </a:cubicBezTo>
                  <a:cubicBezTo>
                    <a:pt x="20" y="54"/>
                    <a:pt x="20" y="55"/>
                    <a:pt x="21" y="56"/>
                  </a:cubicBezTo>
                  <a:cubicBezTo>
                    <a:pt x="21" y="56"/>
                    <a:pt x="22" y="56"/>
                    <a:pt x="21" y="58"/>
                  </a:cubicBezTo>
                  <a:cubicBezTo>
                    <a:pt x="29" y="60"/>
                    <a:pt x="29" y="60"/>
                    <a:pt x="29" y="60"/>
                  </a:cubicBezTo>
                  <a:cubicBezTo>
                    <a:pt x="30" y="56"/>
                    <a:pt x="29" y="53"/>
                    <a:pt x="27" y="51"/>
                  </a:cubicBezTo>
                  <a:cubicBezTo>
                    <a:pt x="26" y="48"/>
                    <a:pt x="22" y="47"/>
                    <a:pt x="19" y="46"/>
                  </a:cubicBezTo>
                  <a:cubicBezTo>
                    <a:pt x="19" y="25"/>
                    <a:pt x="19" y="25"/>
                    <a:pt x="19" y="25"/>
                  </a:cubicBezTo>
                  <a:cubicBezTo>
                    <a:pt x="20" y="25"/>
                    <a:pt x="20" y="26"/>
                    <a:pt x="21" y="26"/>
                  </a:cubicBezTo>
                  <a:cubicBezTo>
                    <a:pt x="21" y="26"/>
                    <a:pt x="22" y="27"/>
                    <a:pt x="21" y="29"/>
                  </a:cubicBezTo>
                  <a:cubicBezTo>
                    <a:pt x="29" y="31"/>
                    <a:pt x="29" y="31"/>
                    <a:pt x="29" y="31"/>
                  </a:cubicBezTo>
                  <a:cubicBezTo>
                    <a:pt x="30" y="27"/>
                    <a:pt x="29" y="23"/>
                    <a:pt x="27" y="22"/>
                  </a:cubicBezTo>
                  <a:cubicBezTo>
                    <a:pt x="26" y="19"/>
                    <a:pt x="22" y="17"/>
                    <a:pt x="19" y="16"/>
                  </a:cubicBezTo>
                  <a:cubicBezTo>
                    <a:pt x="19" y="8"/>
                    <a:pt x="19" y="8"/>
                    <a:pt x="19" y="8"/>
                  </a:cubicBezTo>
                  <a:cubicBezTo>
                    <a:pt x="160" y="8"/>
                    <a:pt x="160" y="8"/>
                    <a:pt x="160" y="8"/>
                  </a:cubicBezTo>
                  <a:cubicBezTo>
                    <a:pt x="177" y="8"/>
                    <a:pt x="192" y="22"/>
                    <a:pt x="192" y="40"/>
                  </a:cubicBezTo>
                  <a:lnTo>
                    <a:pt x="192" y="185"/>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03"/>
              <a:endParaRPr lang="en-US" sz="1700">
                <a:solidFill>
                  <a:srgbClr val="FFFFFF"/>
                </a:solidFill>
              </a:endParaRPr>
            </a:p>
          </p:txBody>
        </p:sp>
      </p:grpSp>
      <p:grpSp>
        <p:nvGrpSpPr>
          <p:cNvPr id="37" name="Teal Tile"/>
          <p:cNvGrpSpPr/>
          <p:nvPr userDrawn="1"/>
        </p:nvGrpSpPr>
        <p:grpSpPr>
          <a:xfrm>
            <a:off x="831162" y="4245981"/>
            <a:ext cx="1084119" cy="1202193"/>
            <a:chOff x="1020317" y="4686638"/>
            <a:chExt cx="1325880" cy="1325880"/>
          </a:xfrm>
        </p:grpSpPr>
        <p:sp>
          <p:nvSpPr>
            <p:cNvPr id="38" name="Rectangle 37"/>
            <p:cNvSpPr/>
            <p:nvPr/>
          </p:nvSpPr>
          <p:spPr bwMode="auto">
            <a:xfrm>
              <a:off x="1020317" y="4686638"/>
              <a:ext cx="1325880" cy="1325880"/>
            </a:xfrm>
            <a:prstGeom prst="rect">
              <a:avLst/>
            </a:prstGeom>
            <a:solidFill>
              <a:schemeClr val="accent4"/>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39" name="Freeform 13"/>
            <p:cNvSpPr>
              <a:spLocks noEditPoints="1"/>
            </p:cNvSpPr>
            <p:nvPr/>
          </p:nvSpPr>
          <p:spPr bwMode="auto">
            <a:xfrm>
              <a:off x="1455948" y="4930478"/>
              <a:ext cx="454618" cy="838200"/>
            </a:xfrm>
            <a:custGeom>
              <a:avLst/>
              <a:gdLst>
                <a:gd name="T0" fmla="*/ 2 w 122"/>
                <a:gd name="T1" fmla="*/ 65 h 225"/>
                <a:gd name="T2" fmla="*/ 14 w 122"/>
                <a:gd name="T3" fmla="*/ 77 h 225"/>
                <a:gd name="T4" fmla="*/ 17 w 122"/>
                <a:gd name="T5" fmla="*/ 76 h 225"/>
                <a:gd name="T6" fmla="*/ 119 w 122"/>
                <a:gd name="T7" fmla="*/ 42 h 225"/>
                <a:gd name="T8" fmla="*/ 119 w 122"/>
                <a:gd name="T9" fmla="*/ 30 h 225"/>
                <a:gd name="T10" fmla="*/ 105 w 122"/>
                <a:gd name="T11" fmla="*/ 23 h 225"/>
                <a:gd name="T12" fmla="*/ 3 w 122"/>
                <a:gd name="T13" fmla="*/ 57 h 225"/>
                <a:gd name="T14" fmla="*/ 108 w 122"/>
                <a:gd name="T15" fmla="*/ 28 h 225"/>
                <a:gd name="T16" fmla="*/ 114 w 122"/>
                <a:gd name="T17" fmla="*/ 35 h 225"/>
                <a:gd name="T18" fmla="*/ 111 w 122"/>
                <a:gd name="T19" fmla="*/ 42 h 225"/>
                <a:gd name="T20" fmla="*/ 14 w 122"/>
                <a:gd name="T21" fmla="*/ 71 h 225"/>
                <a:gd name="T22" fmla="*/ 9 w 122"/>
                <a:gd name="T23" fmla="*/ 67 h 225"/>
                <a:gd name="T24" fmla="*/ 8 w 122"/>
                <a:gd name="T25" fmla="*/ 59 h 225"/>
                <a:gd name="T26" fmla="*/ 106 w 122"/>
                <a:gd name="T27" fmla="*/ 28 h 225"/>
                <a:gd name="T28" fmla="*/ 14 w 122"/>
                <a:gd name="T29" fmla="*/ 43 h 225"/>
                <a:gd name="T30" fmla="*/ 66 w 122"/>
                <a:gd name="T31" fmla="*/ 28 h 225"/>
                <a:gd name="T32" fmla="*/ 73 w 122"/>
                <a:gd name="T33" fmla="*/ 10 h 225"/>
                <a:gd name="T34" fmla="*/ 9 w 122"/>
                <a:gd name="T35" fmla="*/ 17 h 225"/>
                <a:gd name="T36" fmla="*/ 3 w 122"/>
                <a:gd name="T37" fmla="*/ 35 h 225"/>
                <a:gd name="T38" fmla="*/ 61 w 122"/>
                <a:gd name="T39" fmla="*/ 8 h 225"/>
                <a:gd name="T40" fmla="*/ 67 w 122"/>
                <a:gd name="T41" fmla="*/ 12 h 225"/>
                <a:gd name="T42" fmla="*/ 65 w 122"/>
                <a:gd name="T43" fmla="*/ 22 h 225"/>
                <a:gd name="T44" fmla="*/ 14 w 122"/>
                <a:gd name="T45" fmla="*/ 37 h 225"/>
                <a:gd name="T46" fmla="*/ 8 w 122"/>
                <a:gd name="T47" fmla="*/ 30 h 225"/>
                <a:gd name="T48" fmla="*/ 120 w 122"/>
                <a:gd name="T49" fmla="*/ 101 h 225"/>
                <a:gd name="T50" fmla="*/ 105 w 122"/>
                <a:gd name="T51" fmla="*/ 90 h 225"/>
                <a:gd name="T52" fmla="*/ 72 w 122"/>
                <a:gd name="T53" fmla="*/ 110 h 225"/>
                <a:gd name="T54" fmla="*/ 55 w 122"/>
                <a:gd name="T55" fmla="*/ 138 h 225"/>
                <a:gd name="T56" fmla="*/ 53 w 122"/>
                <a:gd name="T57" fmla="*/ 99 h 225"/>
                <a:gd name="T58" fmla="*/ 119 w 122"/>
                <a:gd name="T59" fmla="*/ 76 h 225"/>
                <a:gd name="T60" fmla="*/ 119 w 122"/>
                <a:gd name="T61" fmla="*/ 64 h 225"/>
                <a:gd name="T62" fmla="*/ 9 w 122"/>
                <a:gd name="T63" fmla="*/ 85 h 225"/>
                <a:gd name="T64" fmla="*/ 1 w 122"/>
                <a:gd name="T65" fmla="*/ 97 h 225"/>
                <a:gd name="T66" fmla="*/ 3 w 122"/>
                <a:gd name="T67" fmla="*/ 102 h 225"/>
                <a:gd name="T68" fmla="*/ 11 w 122"/>
                <a:gd name="T69" fmla="*/ 110 h 225"/>
                <a:gd name="T70" fmla="*/ 28 w 122"/>
                <a:gd name="T71" fmla="*/ 121 h 225"/>
                <a:gd name="T72" fmla="*/ 17 w 122"/>
                <a:gd name="T73" fmla="*/ 138 h 225"/>
                <a:gd name="T74" fmla="*/ 40 w 122"/>
                <a:gd name="T75" fmla="*/ 209 h 225"/>
                <a:gd name="T76" fmla="*/ 53 w 122"/>
                <a:gd name="T77" fmla="*/ 225 h 225"/>
                <a:gd name="T78" fmla="*/ 87 w 122"/>
                <a:gd name="T79" fmla="*/ 214 h 225"/>
                <a:gd name="T80" fmla="*/ 110 w 122"/>
                <a:gd name="T81" fmla="*/ 187 h 225"/>
                <a:gd name="T82" fmla="*/ 99 w 122"/>
                <a:gd name="T83" fmla="*/ 138 h 225"/>
                <a:gd name="T84" fmla="*/ 104 w 122"/>
                <a:gd name="T85" fmla="*/ 117 h 225"/>
                <a:gd name="T86" fmla="*/ 120 w 122"/>
                <a:gd name="T87" fmla="*/ 101 h 225"/>
                <a:gd name="T88" fmla="*/ 47 w 122"/>
                <a:gd name="T89" fmla="*/ 101 h 225"/>
                <a:gd name="T90" fmla="*/ 49 w 122"/>
                <a:gd name="T91" fmla="*/ 138 h 225"/>
                <a:gd name="T92" fmla="*/ 35 w 122"/>
                <a:gd name="T93" fmla="*/ 121 h 225"/>
                <a:gd name="T94" fmla="*/ 24 w 122"/>
                <a:gd name="T95" fmla="*/ 108 h 225"/>
                <a:gd name="T96" fmla="*/ 12 w 122"/>
                <a:gd name="T97" fmla="*/ 104 h 225"/>
                <a:gd name="T98" fmla="*/ 8 w 122"/>
                <a:gd name="T99" fmla="*/ 97 h 225"/>
                <a:gd name="T100" fmla="*/ 8 w 122"/>
                <a:gd name="T101" fmla="*/ 93 h 225"/>
                <a:gd name="T102" fmla="*/ 12 w 122"/>
                <a:gd name="T103" fmla="*/ 90 h 225"/>
                <a:gd name="T104" fmla="*/ 24 w 122"/>
                <a:gd name="T105" fmla="*/ 86 h 225"/>
                <a:gd name="T106" fmla="*/ 108 w 122"/>
                <a:gd name="T107" fmla="*/ 62 h 225"/>
                <a:gd name="T108" fmla="*/ 114 w 122"/>
                <a:gd name="T109" fmla="*/ 69 h 225"/>
                <a:gd name="T110" fmla="*/ 111 w 122"/>
                <a:gd name="T111" fmla="*/ 76 h 225"/>
                <a:gd name="T112" fmla="*/ 43 w 122"/>
                <a:gd name="T113" fmla="*/ 98 h 225"/>
                <a:gd name="T114" fmla="*/ 103 w 122"/>
                <a:gd name="T115" fmla="*/ 111 h 225"/>
                <a:gd name="T116" fmla="*/ 92 w 122"/>
                <a:gd name="T117" fmla="*/ 138 h 225"/>
                <a:gd name="T118" fmla="*/ 78 w 122"/>
                <a:gd name="T119" fmla="*/ 110 h 225"/>
                <a:gd name="T120" fmla="*/ 106 w 122"/>
                <a:gd name="T121" fmla="*/ 96 h 225"/>
                <a:gd name="T122" fmla="*/ 114 w 122"/>
                <a:gd name="T123" fmla="*/ 103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2" h="225">
                  <a:moveTo>
                    <a:pt x="3" y="57"/>
                  </a:moveTo>
                  <a:cubicBezTo>
                    <a:pt x="1" y="59"/>
                    <a:pt x="1" y="62"/>
                    <a:pt x="2" y="65"/>
                  </a:cubicBezTo>
                  <a:cubicBezTo>
                    <a:pt x="3" y="69"/>
                    <a:pt x="3" y="69"/>
                    <a:pt x="3" y="69"/>
                  </a:cubicBezTo>
                  <a:cubicBezTo>
                    <a:pt x="4" y="74"/>
                    <a:pt x="9" y="77"/>
                    <a:pt x="14" y="77"/>
                  </a:cubicBezTo>
                  <a:cubicBezTo>
                    <a:pt x="14" y="77"/>
                    <a:pt x="14" y="77"/>
                    <a:pt x="14" y="77"/>
                  </a:cubicBezTo>
                  <a:cubicBezTo>
                    <a:pt x="15" y="77"/>
                    <a:pt x="16" y="77"/>
                    <a:pt x="17" y="76"/>
                  </a:cubicBezTo>
                  <a:cubicBezTo>
                    <a:pt x="112" y="48"/>
                    <a:pt x="112" y="48"/>
                    <a:pt x="112" y="48"/>
                  </a:cubicBezTo>
                  <a:cubicBezTo>
                    <a:pt x="115" y="47"/>
                    <a:pt x="118" y="45"/>
                    <a:pt x="119" y="42"/>
                  </a:cubicBezTo>
                  <a:cubicBezTo>
                    <a:pt x="120" y="40"/>
                    <a:pt x="121" y="37"/>
                    <a:pt x="120" y="34"/>
                  </a:cubicBezTo>
                  <a:cubicBezTo>
                    <a:pt x="119" y="30"/>
                    <a:pt x="119" y="30"/>
                    <a:pt x="119" y="30"/>
                  </a:cubicBezTo>
                  <a:cubicBezTo>
                    <a:pt x="117" y="25"/>
                    <a:pt x="113" y="22"/>
                    <a:pt x="108" y="22"/>
                  </a:cubicBezTo>
                  <a:cubicBezTo>
                    <a:pt x="107" y="22"/>
                    <a:pt x="106" y="22"/>
                    <a:pt x="105" y="23"/>
                  </a:cubicBezTo>
                  <a:cubicBezTo>
                    <a:pt x="9" y="51"/>
                    <a:pt x="9" y="51"/>
                    <a:pt x="9" y="51"/>
                  </a:cubicBezTo>
                  <a:cubicBezTo>
                    <a:pt x="6" y="52"/>
                    <a:pt x="4" y="54"/>
                    <a:pt x="3" y="57"/>
                  </a:cubicBezTo>
                  <a:close/>
                  <a:moveTo>
                    <a:pt x="106" y="28"/>
                  </a:moveTo>
                  <a:cubicBezTo>
                    <a:pt x="107" y="28"/>
                    <a:pt x="107" y="28"/>
                    <a:pt x="108" y="28"/>
                  </a:cubicBezTo>
                  <a:cubicBezTo>
                    <a:pt x="110" y="28"/>
                    <a:pt x="112" y="30"/>
                    <a:pt x="113" y="32"/>
                  </a:cubicBezTo>
                  <a:cubicBezTo>
                    <a:pt x="114" y="35"/>
                    <a:pt x="114" y="35"/>
                    <a:pt x="114" y="35"/>
                  </a:cubicBezTo>
                  <a:cubicBezTo>
                    <a:pt x="115" y="37"/>
                    <a:pt x="114" y="38"/>
                    <a:pt x="114" y="40"/>
                  </a:cubicBezTo>
                  <a:cubicBezTo>
                    <a:pt x="113" y="41"/>
                    <a:pt x="112" y="42"/>
                    <a:pt x="111" y="42"/>
                  </a:cubicBezTo>
                  <a:cubicBezTo>
                    <a:pt x="15" y="71"/>
                    <a:pt x="15" y="71"/>
                    <a:pt x="15" y="71"/>
                  </a:cubicBezTo>
                  <a:cubicBezTo>
                    <a:pt x="15" y="71"/>
                    <a:pt x="14" y="71"/>
                    <a:pt x="14" y="71"/>
                  </a:cubicBezTo>
                  <a:cubicBezTo>
                    <a:pt x="14" y="71"/>
                    <a:pt x="14" y="71"/>
                    <a:pt x="14" y="71"/>
                  </a:cubicBezTo>
                  <a:cubicBezTo>
                    <a:pt x="11" y="71"/>
                    <a:pt x="9" y="69"/>
                    <a:pt x="9" y="67"/>
                  </a:cubicBezTo>
                  <a:cubicBezTo>
                    <a:pt x="8" y="63"/>
                    <a:pt x="8" y="63"/>
                    <a:pt x="8" y="63"/>
                  </a:cubicBezTo>
                  <a:cubicBezTo>
                    <a:pt x="7" y="62"/>
                    <a:pt x="7" y="61"/>
                    <a:pt x="8" y="59"/>
                  </a:cubicBezTo>
                  <a:cubicBezTo>
                    <a:pt x="9" y="58"/>
                    <a:pt x="10" y="57"/>
                    <a:pt x="11" y="57"/>
                  </a:cubicBezTo>
                  <a:lnTo>
                    <a:pt x="106" y="28"/>
                  </a:lnTo>
                  <a:close/>
                  <a:moveTo>
                    <a:pt x="3" y="35"/>
                  </a:moveTo>
                  <a:cubicBezTo>
                    <a:pt x="4" y="40"/>
                    <a:pt x="9" y="43"/>
                    <a:pt x="14" y="43"/>
                  </a:cubicBezTo>
                  <a:cubicBezTo>
                    <a:pt x="15" y="43"/>
                    <a:pt x="16" y="43"/>
                    <a:pt x="17" y="43"/>
                  </a:cubicBezTo>
                  <a:cubicBezTo>
                    <a:pt x="66" y="28"/>
                    <a:pt x="66" y="28"/>
                    <a:pt x="66" y="28"/>
                  </a:cubicBezTo>
                  <a:cubicBezTo>
                    <a:pt x="72" y="26"/>
                    <a:pt x="76" y="19"/>
                    <a:pt x="74" y="13"/>
                  </a:cubicBezTo>
                  <a:cubicBezTo>
                    <a:pt x="73" y="10"/>
                    <a:pt x="73" y="10"/>
                    <a:pt x="73" y="10"/>
                  </a:cubicBezTo>
                  <a:cubicBezTo>
                    <a:pt x="71" y="4"/>
                    <a:pt x="65" y="0"/>
                    <a:pt x="59" y="2"/>
                  </a:cubicBezTo>
                  <a:cubicBezTo>
                    <a:pt x="9" y="17"/>
                    <a:pt x="9" y="17"/>
                    <a:pt x="9" y="17"/>
                  </a:cubicBezTo>
                  <a:cubicBezTo>
                    <a:pt x="3" y="19"/>
                    <a:pt x="0" y="25"/>
                    <a:pt x="2" y="31"/>
                  </a:cubicBezTo>
                  <a:lnTo>
                    <a:pt x="3" y="35"/>
                  </a:lnTo>
                  <a:close/>
                  <a:moveTo>
                    <a:pt x="11" y="23"/>
                  </a:moveTo>
                  <a:cubicBezTo>
                    <a:pt x="61" y="8"/>
                    <a:pt x="61" y="8"/>
                    <a:pt x="61" y="8"/>
                  </a:cubicBezTo>
                  <a:cubicBezTo>
                    <a:pt x="61" y="8"/>
                    <a:pt x="62" y="8"/>
                    <a:pt x="62" y="8"/>
                  </a:cubicBezTo>
                  <a:cubicBezTo>
                    <a:pt x="64" y="8"/>
                    <a:pt x="67" y="9"/>
                    <a:pt x="67" y="12"/>
                  </a:cubicBezTo>
                  <a:cubicBezTo>
                    <a:pt x="68" y="15"/>
                    <a:pt x="68" y="15"/>
                    <a:pt x="68" y="15"/>
                  </a:cubicBezTo>
                  <a:cubicBezTo>
                    <a:pt x="69" y="18"/>
                    <a:pt x="68" y="21"/>
                    <a:pt x="65" y="22"/>
                  </a:cubicBezTo>
                  <a:cubicBezTo>
                    <a:pt x="15" y="37"/>
                    <a:pt x="15" y="37"/>
                    <a:pt x="15" y="37"/>
                  </a:cubicBezTo>
                  <a:cubicBezTo>
                    <a:pt x="15" y="37"/>
                    <a:pt x="14" y="37"/>
                    <a:pt x="14" y="37"/>
                  </a:cubicBezTo>
                  <a:cubicBezTo>
                    <a:pt x="11" y="37"/>
                    <a:pt x="9" y="36"/>
                    <a:pt x="9" y="33"/>
                  </a:cubicBezTo>
                  <a:cubicBezTo>
                    <a:pt x="8" y="30"/>
                    <a:pt x="8" y="30"/>
                    <a:pt x="8" y="30"/>
                  </a:cubicBezTo>
                  <a:cubicBezTo>
                    <a:pt x="7" y="27"/>
                    <a:pt x="8" y="24"/>
                    <a:pt x="11" y="23"/>
                  </a:cubicBezTo>
                  <a:close/>
                  <a:moveTo>
                    <a:pt x="120" y="101"/>
                  </a:moveTo>
                  <a:cubicBezTo>
                    <a:pt x="119" y="97"/>
                    <a:pt x="119" y="97"/>
                    <a:pt x="119" y="97"/>
                  </a:cubicBezTo>
                  <a:cubicBezTo>
                    <a:pt x="117" y="92"/>
                    <a:pt x="110" y="88"/>
                    <a:pt x="105" y="90"/>
                  </a:cubicBezTo>
                  <a:cubicBezTo>
                    <a:pt x="82" y="96"/>
                    <a:pt x="82" y="96"/>
                    <a:pt x="82" y="96"/>
                  </a:cubicBezTo>
                  <a:cubicBezTo>
                    <a:pt x="76" y="98"/>
                    <a:pt x="72" y="104"/>
                    <a:pt x="72" y="110"/>
                  </a:cubicBezTo>
                  <a:cubicBezTo>
                    <a:pt x="72" y="138"/>
                    <a:pt x="72" y="138"/>
                    <a:pt x="72" y="138"/>
                  </a:cubicBezTo>
                  <a:cubicBezTo>
                    <a:pt x="55" y="138"/>
                    <a:pt x="55" y="138"/>
                    <a:pt x="55" y="138"/>
                  </a:cubicBezTo>
                  <a:cubicBezTo>
                    <a:pt x="55" y="106"/>
                    <a:pt x="55" y="106"/>
                    <a:pt x="55" y="106"/>
                  </a:cubicBezTo>
                  <a:cubicBezTo>
                    <a:pt x="55" y="104"/>
                    <a:pt x="54" y="101"/>
                    <a:pt x="53" y="99"/>
                  </a:cubicBezTo>
                  <a:cubicBezTo>
                    <a:pt x="112" y="82"/>
                    <a:pt x="112" y="82"/>
                    <a:pt x="112" y="82"/>
                  </a:cubicBezTo>
                  <a:cubicBezTo>
                    <a:pt x="115" y="81"/>
                    <a:pt x="118" y="79"/>
                    <a:pt x="119" y="76"/>
                  </a:cubicBezTo>
                  <a:cubicBezTo>
                    <a:pt x="120" y="73"/>
                    <a:pt x="121" y="70"/>
                    <a:pt x="120" y="67"/>
                  </a:cubicBezTo>
                  <a:cubicBezTo>
                    <a:pt x="119" y="64"/>
                    <a:pt x="119" y="64"/>
                    <a:pt x="119" y="64"/>
                  </a:cubicBezTo>
                  <a:cubicBezTo>
                    <a:pt x="117" y="58"/>
                    <a:pt x="110" y="54"/>
                    <a:pt x="105" y="56"/>
                  </a:cubicBezTo>
                  <a:cubicBezTo>
                    <a:pt x="9" y="85"/>
                    <a:pt x="9" y="85"/>
                    <a:pt x="9" y="85"/>
                  </a:cubicBezTo>
                  <a:cubicBezTo>
                    <a:pt x="6" y="86"/>
                    <a:pt x="4" y="88"/>
                    <a:pt x="3" y="90"/>
                  </a:cubicBezTo>
                  <a:cubicBezTo>
                    <a:pt x="1" y="92"/>
                    <a:pt x="1" y="95"/>
                    <a:pt x="1" y="97"/>
                  </a:cubicBezTo>
                  <a:cubicBezTo>
                    <a:pt x="2" y="98"/>
                    <a:pt x="2" y="98"/>
                    <a:pt x="2" y="99"/>
                  </a:cubicBezTo>
                  <a:cubicBezTo>
                    <a:pt x="3" y="102"/>
                    <a:pt x="3" y="102"/>
                    <a:pt x="3" y="102"/>
                  </a:cubicBezTo>
                  <a:cubicBezTo>
                    <a:pt x="4" y="106"/>
                    <a:pt x="7" y="109"/>
                    <a:pt x="10" y="110"/>
                  </a:cubicBezTo>
                  <a:cubicBezTo>
                    <a:pt x="11" y="110"/>
                    <a:pt x="11" y="110"/>
                    <a:pt x="11" y="110"/>
                  </a:cubicBezTo>
                  <a:cubicBezTo>
                    <a:pt x="23" y="113"/>
                    <a:pt x="23" y="113"/>
                    <a:pt x="23" y="113"/>
                  </a:cubicBezTo>
                  <a:cubicBezTo>
                    <a:pt x="26" y="114"/>
                    <a:pt x="28" y="118"/>
                    <a:pt x="28" y="121"/>
                  </a:cubicBezTo>
                  <a:cubicBezTo>
                    <a:pt x="28" y="138"/>
                    <a:pt x="28" y="138"/>
                    <a:pt x="28" y="138"/>
                  </a:cubicBezTo>
                  <a:cubicBezTo>
                    <a:pt x="17" y="138"/>
                    <a:pt x="17" y="138"/>
                    <a:pt x="17" y="138"/>
                  </a:cubicBezTo>
                  <a:cubicBezTo>
                    <a:pt x="17" y="187"/>
                    <a:pt x="17" y="187"/>
                    <a:pt x="17" y="187"/>
                  </a:cubicBezTo>
                  <a:cubicBezTo>
                    <a:pt x="17" y="199"/>
                    <a:pt x="28" y="208"/>
                    <a:pt x="40" y="209"/>
                  </a:cubicBezTo>
                  <a:cubicBezTo>
                    <a:pt x="40" y="214"/>
                    <a:pt x="40" y="214"/>
                    <a:pt x="40" y="214"/>
                  </a:cubicBezTo>
                  <a:cubicBezTo>
                    <a:pt x="40" y="220"/>
                    <a:pt x="46" y="225"/>
                    <a:pt x="53" y="225"/>
                  </a:cubicBezTo>
                  <a:cubicBezTo>
                    <a:pt x="74" y="225"/>
                    <a:pt x="74" y="225"/>
                    <a:pt x="74" y="225"/>
                  </a:cubicBezTo>
                  <a:cubicBezTo>
                    <a:pt x="81" y="225"/>
                    <a:pt x="87" y="220"/>
                    <a:pt x="87" y="214"/>
                  </a:cubicBezTo>
                  <a:cubicBezTo>
                    <a:pt x="87" y="209"/>
                    <a:pt x="87" y="209"/>
                    <a:pt x="87" y="209"/>
                  </a:cubicBezTo>
                  <a:cubicBezTo>
                    <a:pt x="99" y="208"/>
                    <a:pt x="110" y="199"/>
                    <a:pt x="110" y="187"/>
                  </a:cubicBezTo>
                  <a:cubicBezTo>
                    <a:pt x="110" y="138"/>
                    <a:pt x="110" y="138"/>
                    <a:pt x="110" y="138"/>
                  </a:cubicBezTo>
                  <a:cubicBezTo>
                    <a:pt x="99" y="138"/>
                    <a:pt x="99" y="138"/>
                    <a:pt x="99" y="138"/>
                  </a:cubicBezTo>
                  <a:cubicBezTo>
                    <a:pt x="99" y="125"/>
                    <a:pt x="99" y="125"/>
                    <a:pt x="99" y="125"/>
                  </a:cubicBezTo>
                  <a:cubicBezTo>
                    <a:pt x="99" y="122"/>
                    <a:pt x="101" y="118"/>
                    <a:pt x="104" y="117"/>
                  </a:cubicBezTo>
                  <a:cubicBezTo>
                    <a:pt x="112" y="115"/>
                    <a:pt x="112" y="115"/>
                    <a:pt x="112" y="115"/>
                  </a:cubicBezTo>
                  <a:cubicBezTo>
                    <a:pt x="118" y="113"/>
                    <a:pt x="122" y="107"/>
                    <a:pt x="120" y="101"/>
                  </a:cubicBezTo>
                  <a:close/>
                  <a:moveTo>
                    <a:pt x="43" y="98"/>
                  </a:moveTo>
                  <a:cubicBezTo>
                    <a:pt x="45" y="99"/>
                    <a:pt x="46" y="100"/>
                    <a:pt x="47" y="101"/>
                  </a:cubicBezTo>
                  <a:cubicBezTo>
                    <a:pt x="48" y="103"/>
                    <a:pt x="49" y="104"/>
                    <a:pt x="49" y="106"/>
                  </a:cubicBezTo>
                  <a:cubicBezTo>
                    <a:pt x="49" y="138"/>
                    <a:pt x="49" y="138"/>
                    <a:pt x="49" y="138"/>
                  </a:cubicBezTo>
                  <a:cubicBezTo>
                    <a:pt x="35" y="138"/>
                    <a:pt x="35" y="138"/>
                    <a:pt x="35" y="138"/>
                  </a:cubicBezTo>
                  <a:cubicBezTo>
                    <a:pt x="35" y="121"/>
                    <a:pt x="35" y="121"/>
                    <a:pt x="35" y="121"/>
                  </a:cubicBezTo>
                  <a:cubicBezTo>
                    <a:pt x="35" y="116"/>
                    <a:pt x="30" y="110"/>
                    <a:pt x="25" y="108"/>
                  </a:cubicBezTo>
                  <a:cubicBezTo>
                    <a:pt x="25" y="108"/>
                    <a:pt x="24" y="108"/>
                    <a:pt x="24" y="108"/>
                  </a:cubicBezTo>
                  <a:cubicBezTo>
                    <a:pt x="13" y="104"/>
                    <a:pt x="13" y="104"/>
                    <a:pt x="13" y="104"/>
                  </a:cubicBezTo>
                  <a:cubicBezTo>
                    <a:pt x="12" y="104"/>
                    <a:pt x="12" y="104"/>
                    <a:pt x="12" y="104"/>
                  </a:cubicBezTo>
                  <a:cubicBezTo>
                    <a:pt x="10" y="104"/>
                    <a:pt x="9" y="102"/>
                    <a:pt x="9" y="101"/>
                  </a:cubicBezTo>
                  <a:cubicBezTo>
                    <a:pt x="8" y="97"/>
                    <a:pt x="8" y="97"/>
                    <a:pt x="8" y="97"/>
                  </a:cubicBezTo>
                  <a:cubicBezTo>
                    <a:pt x="8" y="97"/>
                    <a:pt x="8" y="97"/>
                    <a:pt x="8" y="97"/>
                  </a:cubicBezTo>
                  <a:cubicBezTo>
                    <a:pt x="7" y="96"/>
                    <a:pt x="7" y="94"/>
                    <a:pt x="8" y="93"/>
                  </a:cubicBezTo>
                  <a:cubicBezTo>
                    <a:pt x="9" y="92"/>
                    <a:pt x="10" y="91"/>
                    <a:pt x="11" y="90"/>
                  </a:cubicBezTo>
                  <a:cubicBezTo>
                    <a:pt x="12" y="90"/>
                    <a:pt x="12" y="90"/>
                    <a:pt x="12" y="90"/>
                  </a:cubicBezTo>
                  <a:cubicBezTo>
                    <a:pt x="13" y="90"/>
                    <a:pt x="13" y="90"/>
                    <a:pt x="13" y="90"/>
                  </a:cubicBezTo>
                  <a:cubicBezTo>
                    <a:pt x="24" y="86"/>
                    <a:pt x="24" y="86"/>
                    <a:pt x="24" y="86"/>
                  </a:cubicBezTo>
                  <a:cubicBezTo>
                    <a:pt x="106" y="62"/>
                    <a:pt x="106" y="62"/>
                    <a:pt x="106" y="62"/>
                  </a:cubicBezTo>
                  <a:cubicBezTo>
                    <a:pt x="107" y="62"/>
                    <a:pt x="107" y="62"/>
                    <a:pt x="108" y="62"/>
                  </a:cubicBezTo>
                  <a:cubicBezTo>
                    <a:pt x="110" y="62"/>
                    <a:pt x="112" y="63"/>
                    <a:pt x="113" y="66"/>
                  </a:cubicBezTo>
                  <a:cubicBezTo>
                    <a:pt x="114" y="69"/>
                    <a:pt x="114" y="69"/>
                    <a:pt x="114" y="69"/>
                  </a:cubicBezTo>
                  <a:cubicBezTo>
                    <a:pt x="115" y="71"/>
                    <a:pt x="114" y="72"/>
                    <a:pt x="114" y="73"/>
                  </a:cubicBezTo>
                  <a:cubicBezTo>
                    <a:pt x="113" y="74"/>
                    <a:pt x="112" y="75"/>
                    <a:pt x="111" y="76"/>
                  </a:cubicBezTo>
                  <a:cubicBezTo>
                    <a:pt x="49" y="94"/>
                    <a:pt x="49" y="94"/>
                    <a:pt x="49" y="94"/>
                  </a:cubicBezTo>
                  <a:cubicBezTo>
                    <a:pt x="39" y="97"/>
                    <a:pt x="43" y="98"/>
                    <a:pt x="43" y="98"/>
                  </a:cubicBezTo>
                  <a:close/>
                  <a:moveTo>
                    <a:pt x="111" y="109"/>
                  </a:moveTo>
                  <a:cubicBezTo>
                    <a:pt x="103" y="111"/>
                    <a:pt x="103" y="111"/>
                    <a:pt x="103" y="111"/>
                  </a:cubicBezTo>
                  <a:cubicBezTo>
                    <a:pt x="97" y="113"/>
                    <a:pt x="92" y="119"/>
                    <a:pt x="92" y="125"/>
                  </a:cubicBezTo>
                  <a:cubicBezTo>
                    <a:pt x="92" y="138"/>
                    <a:pt x="92" y="138"/>
                    <a:pt x="92" y="138"/>
                  </a:cubicBezTo>
                  <a:cubicBezTo>
                    <a:pt x="78" y="138"/>
                    <a:pt x="78" y="138"/>
                    <a:pt x="78" y="138"/>
                  </a:cubicBezTo>
                  <a:cubicBezTo>
                    <a:pt x="78" y="110"/>
                    <a:pt x="78" y="110"/>
                    <a:pt x="78" y="110"/>
                  </a:cubicBezTo>
                  <a:cubicBezTo>
                    <a:pt x="78" y="107"/>
                    <a:pt x="81" y="103"/>
                    <a:pt x="84" y="102"/>
                  </a:cubicBezTo>
                  <a:cubicBezTo>
                    <a:pt x="106" y="96"/>
                    <a:pt x="106" y="96"/>
                    <a:pt x="106" y="96"/>
                  </a:cubicBezTo>
                  <a:cubicBezTo>
                    <a:pt x="109" y="95"/>
                    <a:pt x="112" y="96"/>
                    <a:pt x="113" y="99"/>
                  </a:cubicBezTo>
                  <a:cubicBezTo>
                    <a:pt x="114" y="103"/>
                    <a:pt x="114" y="103"/>
                    <a:pt x="114" y="103"/>
                  </a:cubicBezTo>
                  <a:cubicBezTo>
                    <a:pt x="115" y="106"/>
                    <a:pt x="113" y="109"/>
                    <a:pt x="111" y="10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defTabSz="776803"/>
              <a:endParaRPr lang="en-US" sz="1700">
                <a:solidFill>
                  <a:srgbClr val="FFFFFF"/>
                </a:solidFill>
              </a:endParaRPr>
            </a:p>
          </p:txBody>
        </p:sp>
      </p:grpSp>
      <p:grpSp>
        <p:nvGrpSpPr>
          <p:cNvPr id="5" name="Green Tile"/>
          <p:cNvGrpSpPr/>
          <p:nvPr userDrawn="1"/>
        </p:nvGrpSpPr>
        <p:grpSpPr>
          <a:xfrm>
            <a:off x="2055658" y="4245981"/>
            <a:ext cx="1084119" cy="1202193"/>
            <a:chOff x="2514069" y="4682828"/>
            <a:chExt cx="1325880" cy="1325880"/>
          </a:xfrm>
        </p:grpSpPr>
        <p:sp>
          <p:nvSpPr>
            <p:cNvPr id="41" name="Rectangle 40"/>
            <p:cNvSpPr/>
            <p:nvPr/>
          </p:nvSpPr>
          <p:spPr bwMode="auto">
            <a:xfrm>
              <a:off x="2514069" y="4682828"/>
              <a:ext cx="1325880" cy="1325880"/>
            </a:xfrm>
            <a:prstGeom prst="rect">
              <a:avLst/>
            </a:prstGeom>
            <a:solidFill>
              <a:schemeClr val="accent5"/>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46" name="Freeform 73"/>
            <p:cNvSpPr>
              <a:spLocks noEditPoints="1"/>
            </p:cNvSpPr>
            <p:nvPr userDrawn="1"/>
          </p:nvSpPr>
          <p:spPr bwMode="auto">
            <a:xfrm>
              <a:off x="2757463" y="5062311"/>
              <a:ext cx="839092" cy="702557"/>
            </a:xfrm>
            <a:custGeom>
              <a:avLst/>
              <a:gdLst>
                <a:gd name="T0" fmla="*/ 339 w 411"/>
                <a:gd name="T1" fmla="*/ 344 h 344"/>
                <a:gd name="T2" fmla="*/ 334 w 411"/>
                <a:gd name="T3" fmla="*/ 342 h 344"/>
                <a:gd name="T4" fmla="*/ 270 w 411"/>
                <a:gd name="T5" fmla="*/ 277 h 344"/>
                <a:gd name="T6" fmla="*/ 74 w 411"/>
                <a:gd name="T7" fmla="*/ 277 h 344"/>
                <a:gd name="T8" fmla="*/ 0 w 411"/>
                <a:gd name="T9" fmla="*/ 203 h 344"/>
                <a:gd name="T10" fmla="*/ 0 w 411"/>
                <a:gd name="T11" fmla="*/ 74 h 344"/>
                <a:gd name="T12" fmla="*/ 74 w 411"/>
                <a:gd name="T13" fmla="*/ 0 h 344"/>
                <a:gd name="T14" fmla="*/ 338 w 411"/>
                <a:gd name="T15" fmla="*/ 0 h 344"/>
                <a:gd name="T16" fmla="*/ 411 w 411"/>
                <a:gd name="T17" fmla="*/ 74 h 344"/>
                <a:gd name="T18" fmla="*/ 411 w 411"/>
                <a:gd name="T19" fmla="*/ 203 h 344"/>
                <a:gd name="T20" fmla="*/ 347 w 411"/>
                <a:gd name="T21" fmla="*/ 277 h 344"/>
                <a:gd name="T22" fmla="*/ 347 w 411"/>
                <a:gd name="T23" fmla="*/ 337 h 344"/>
                <a:gd name="T24" fmla="*/ 342 w 411"/>
                <a:gd name="T25" fmla="*/ 344 h 344"/>
                <a:gd name="T26" fmla="*/ 339 w 411"/>
                <a:gd name="T27" fmla="*/ 344 h 344"/>
                <a:gd name="T28" fmla="*/ 74 w 411"/>
                <a:gd name="T29" fmla="*/ 15 h 344"/>
                <a:gd name="T30" fmla="*/ 14 w 411"/>
                <a:gd name="T31" fmla="*/ 74 h 344"/>
                <a:gd name="T32" fmla="*/ 14 w 411"/>
                <a:gd name="T33" fmla="*/ 203 h 344"/>
                <a:gd name="T34" fmla="*/ 74 w 411"/>
                <a:gd name="T35" fmla="*/ 262 h 344"/>
                <a:gd name="T36" fmla="*/ 273 w 411"/>
                <a:gd name="T37" fmla="*/ 262 h 344"/>
                <a:gd name="T38" fmla="*/ 278 w 411"/>
                <a:gd name="T39" fmla="*/ 264 h 344"/>
                <a:gd name="T40" fmla="*/ 332 w 411"/>
                <a:gd name="T41" fmla="*/ 319 h 344"/>
                <a:gd name="T42" fmla="*/ 332 w 411"/>
                <a:gd name="T43" fmla="*/ 270 h 344"/>
                <a:gd name="T44" fmla="*/ 339 w 411"/>
                <a:gd name="T45" fmla="*/ 262 h 344"/>
                <a:gd name="T46" fmla="*/ 397 w 411"/>
                <a:gd name="T47" fmla="*/ 203 h 344"/>
                <a:gd name="T48" fmla="*/ 397 w 411"/>
                <a:gd name="T49" fmla="*/ 74 h 344"/>
                <a:gd name="T50" fmla="*/ 338 w 411"/>
                <a:gd name="T51" fmla="*/ 15 h 344"/>
                <a:gd name="T52" fmla="*/ 74 w 411"/>
                <a:gd name="T53" fmla="*/ 15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1" h="344">
                  <a:moveTo>
                    <a:pt x="339" y="344"/>
                  </a:moveTo>
                  <a:cubicBezTo>
                    <a:pt x="337" y="344"/>
                    <a:pt x="336" y="343"/>
                    <a:pt x="334" y="342"/>
                  </a:cubicBezTo>
                  <a:cubicBezTo>
                    <a:pt x="270" y="277"/>
                    <a:pt x="270" y="277"/>
                    <a:pt x="270" y="277"/>
                  </a:cubicBezTo>
                  <a:cubicBezTo>
                    <a:pt x="74" y="277"/>
                    <a:pt x="74" y="277"/>
                    <a:pt x="74" y="277"/>
                  </a:cubicBezTo>
                  <a:cubicBezTo>
                    <a:pt x="33" y="277"/>
                    <a:pt x="0" y="244"/>
                    <a:pt x="0" y="203"/>
                  </a:cubicBezTo>
                  <a:cubicBezTo>
                    <a:pt x="0" y="74"/>
                    <a:pt x="0" y="74"/>
                    <a:pt x="0" y="74"/>
                  </a:cubicBezTo>
                  <a:cubicBezTo>
                    <a:pt x="0" y="33"/>
                    <a:pt x="33" y="0"/>
                    <a:pt x="74" y="0"/>
                  </a:cubicBezTo>
                  <a:cubicBezTo>
                    <a:pt x="338" y="0"/>
                    <a:pt x="338" y="0"/>
                    <a:pt x="338" y="0"/>
                  </a:cubicBezTo>
                  <a:cubicBezTo>
                    <a:pt x="378" y="0"/>
                    <a:pt x="411" y="33"/>
                    <a:pt x="411" y="74"/>
                  </a:cubicBezTo>
                  <a:cubicBezTo>
                    <a:pt x="411" y="203"/>
                    <a:pt x="411" y="203"/>
                    <a:pt x="411" y="203"/>
                  </a:cubicBezTo>
                  <a:cubicBezTo>
                    <a:pt x="411" y="242"/>
                    <a:pt x="384" y="273"/>
                    <a:pt x="347" y="277"/>
                  </a:cubicBezTo>
                  <a:cubicBezTo>
                    <a:pt x="347" y="337"/>
                    <a:pt x="347" y="337"/>
                    <a:pt x="347" y="337"/>
                  </a:cubicBezTo>
                  <a:cubicBezTo>
                    <a:pt x="347" y="340"/>
                    <a:pt x="345" y="342"/>
                    <a:pt x="342" y="344"/>
                  </a:cubicBezTo>
                  <a:cubicBezTo>
                    <a:pt x="341" y="344"/>
                    <a:pt x="340" y="344"/>
                    <a:pt x="339" y="344"/>
                  </a:cubicBezTo>
                  <a:close/>
                  <a:moveTo>
                    <a:pt x="74" y="15"/>
                  </a:moveTo>
                  <a:cubicBezTo>
                    <a:pt x="41" y="15"/>
                    <a:pt x="14" y="41"/>
                    <a:pt x="14" y="74"/>
                  </a:cubicBezTo>
                  <a:cubicBezTo>
                    <a:pt x="14" y="203"/>
                    <a:pt x="14" y="203"/>
                    <a:pt x="14" y="203"/>
                  </a:cubicBezTo>
                  <a:cubicBezTo>
                    <a:pt x="14" y="236"/>
                    <a:pt x="41" y="262"/>
                    <a:pt x="74" y="262"/>
                  </a:cubicBezTo>
                  <a:cubicBezTo>
                    <a:pt x="273" y="262"/>
                    <a:pt x="273" y="262"/>
                    <a:pt x="273" y="262"/>
                  </a:cubicBezTo>
                  <a:cubicBezTo>
                    <a:pt x="275" y="262"/>
                    <a:pt x="277" y="263"/>
                    <a:pt x="278" y="264"/>
                  </a:cubicBezTo>
                  <a:cubicBezTo>
                    <a:pt x="332" y="319"/>
                    <a:pt x="332" y="319"/>
                    <a:pt x="332" y="319"/>
                  </a:cubicBezTo>
                  <a:cubicBezTo>
                    <a:pt x="332" y="270"/>
                    <a:pt x="332" y="270"/>
                    <a:pt x="332" y="270"/>
                  </a:cubicBezTo>
                  <a:cubicBezTo>
                    <a:pt x="332" y="266"/>
                    <a:pt x="335" y="262"/>
                    <a:pt x="339" y="262"/>
                  </a:cubicBezTo>
                  <a:cubicBezTo>
                    <a:pt x="371" y="262"/>
                    <a:pt x="397" y="236"/>
                    <a:pt x="397" y="203"/>
                  </a:cubicBezTo>
                  <a:cubicBezTo>
                    <a:pt x="397" y="74"/>
                    <a:pt x="397" y="74"/>
                    <a:pt x="397" y="74"/>
                  </a:cubicBezTo>
                  <a:cubicBezTo>
                    <a:pt x="397" y="41"/>
                    <a:pt x="370" y="15"/>
                    <a:pt x="338" y="15"/>
                  </a:cubicBezTo>
                  <a:lnTo>
                    <a:pt x="74" y="15"/>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776803"/>
              <a:endParaRPr lang="en-US" sz="1700">
                <a:solidFill>
                  <a:srgbClr val="FFFFFF"/>
                </a:solidFill>
              </a:endParaRPr>
            </a:p>
          </p:txBody>
        </p:sp>
      </p:grpSp>
      <p:sp useBgFill="1">
        <p:nvSpPr>
          <p:cNvPr id="43" name="Top Mask"/>
          <p:cNvSpPr/>
          <p:nvPr userDrawn="1"/>
        </p:nvSpPr>
        <p:spPr bwMode="auto">
          <a:xfrm>
            <a:off x="0" y="2"/>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useBgFill="1">
        <p:nvSpPr>
          <p:cNvPr id="44" name="Right Mask"/>
          <p:cNvSpPr/>
          <p:nvPr userDrawn="1"/>
        </p:nvSpPr>
        <p:spPr bwMode="auto">
          <a:xfrm>
            <a:off x="9135584" y="1478675"/>
            <a:ext cx="830742"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2" name="Title 1"/>
          <p:cNvSpPr>
            <a:spLocks noGrp="1"/>
          </p:cNvSpPr>
          <p:nvPr>
            <p:ph type="ctrTitle"/>
          </p:nvPr>
        </p:nvSpPr>
        <p:spPr>
          <a:xfrm>
            <a:off x="3419011" y="2930476"/>
            <a:ext cx="5493293" cy="1117490"/>
          </a:xfrm>
        </p:spPr>
        <p:txBody>
          <a:bodyPr anchor="ctr">
            <a:noAutofit/>
          </a:bodyPr>
          <a:lstStyle>
            <a:lvl1pPr algn="l" defTabSz="776803" rtl="0" eaLnBrk="1" latinLnBrk="0" hangingPunct="1">
              <a:lnSpc>
                <a:spcPct val="90000"/>
              </a:lnSpc>
              <a:spcBef>
                <a:spcPct val="0"/>
              </a:spcBef>
              <a:buNone/>
              <a:defRPr lang="en-US" sz="3300" b="1" kern="1200" cap="none" spc="-86" baseline="0" dirty="0">
                <a:ln w="3175">
                  <a:noFill/>
                </a:ln>
                <a:solidFill>
                  <a:schemeClr val="accent1">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p:nvSpPr>
          <p:cNvPr id="3" name="Subtitle 2"/>
          <p:cNvSpPr>
            <a:spLocks noGrp="1"/>
          </p:cNvSpPr>
          <p:nvPr>
            <p:ph type="subTitle" idx="1"/>
          </p:nvPr>
        </p:nvSpPr>
        <p:spPr>
          <a:xfrm>
            <a:off x="3419013" y="4560045"/>
            <a:ext cx="5617905" cy="420039"/>
          </a:xfrm>
        </p:spPr>
        <p:txBody>
          <a:bodyPr>
            <a:noAutofit/>
          </a:bodyPr>
          <a:lstStyle>
            <a:lvl1pPr marL="0" indent="0" algn="l" defTabSz="776803"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02" indent="0" algn="ctr">
              <a:buNone/>
              <a:defRPr>
                <a:solidFill>
                  <a:schemeClr val="tx1">
                    <a:tint val="75000"/>
                  </a:schemeClr>
                </a:solidFill>
              </a:defRPr>
            </a:lvl2pPr>
            <a:lvl3pPr marL="776803" indent="0" algn="ctr">
              <a:buNone/>
              <a:defRPr>
                <a:solidFill>
                  <a:schemeClr val="tx1">
                    <a:tint val="75000"/>
                  </a:schemeClr>
                </a:solidFill>
              </a:defRPr>
            </a:lvl3pPr>
            <a:lvl4pPr marL="1165205" indent="0" algn="ctr">
              <a:buNone/>
              <a:defRPr>
                <a:solidFill>
                  <a:schemeClr val="tx1">
                    <a:tint val="75000"/>
                  </a:schemeClr>
                </a:solidFill>
              </a:defRPr>
            </a:lvl4pPr>
            <a:lvl5pPr marL="1553605" indent="0" algn="ctr">
              <a:buNone/>
              <a:defRPr>
                <a:solidFill>
                  <a:schemeClr val="tx1">
                    <a:tint val="75000"/>
                  </a:schemeClr>
                </a:solidFill>
              </a:defRPr>
            </a:lvl5pPr>
            <a:lvl6pPr marL="1942007" indent="0" algn="ctr">
              <a:buNone/>
              <a:defRPr>
                <a:solidFill>
                  <a:schemeClr val="tx1">
                    <a:tint val="75000"/>
                  </a:schemeClr>
                </a:solidFill>
              </a:defRPr>
            </a:lvl6pPr>
            <a:lvl7pPr marL="2330408" indent="0" algn="ctr">
              <a:buNone/>
              <a:defRPr>
                <a:solidFill>
                  <a:schemeClr val="tx1">
                    <a:tint val="75000"/>
                  </a:schemeClr>
                </a:solidFill>
              </a:defRPr>
            </a:lvl7pPr>
            <a:lvl8pPr marL="2718810" indent="0" algn="ctr">
              <a:buNone/>
              <a:defRPr>
                <a:solidFill>
                  <a:schemeClr val="tx1">
                    <a:tint val="75000"/>
                  </a:schemeClr>
                </a:solidFill>
              </a:defRPr>
            </a:lvl8pPr>
            <a:lvl9pPr marL="3107210" indent="0" algn="ctr">
              <a:buNone/>
              <a:defRPr>
                <a:solidFill>
                  <a:schemeClr val="tx1">
                    <a:tint val="75000"/>
                  </a:schemeClr>
                </a:solidFill>
              </a:defRPr>
            </a:lvl9pPr>
          </a:lstStyle>
          <a:p>
            <a:r>
              <a:rPr lang="en-US" smtClean="0"/>
              <a:t>Click to edit Master subtitle style</a:t>
            </a:r>
            <a:endParaRPr lang="en-US" dirty="0"/>
          </a:p>
        </p:txBody>
      </p:sp>
      <p:sp useBgFill="1">
        <p:nvSpPr>
          <p:cNvPr id="45" name="Bottom Mask"/>
          <p:cNvSpPr/>
          <p:nvPr userDrawn="1"/>
        </p:nvSpPr>
        <p:spPr bwMode="auto">
          <a:xfrm>
            <a:off x="1" y="5449597"/>
            <a:ext cx="9966327"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Tree>
    <p:extLst>
      <p:ext uri="{BB962C8B-B14F-4D97-AF65-F5344CB8AC3E}">
        <p14:creationId xmlns="" xmlns:p14="http://schemas.microsoft.com/office/powerpoint/2010/main" val="347354889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emo, &quot;special&quot; slides">
    <p:spTree>
      <p:nvGrpSpPr>
        <p:cNvPr id="1" name=""/>
        <p:cNvGrpSpPr/>
        <p:nvPr/>
      </p:nvGrpSpPr>
      <p:grpSpPr>
        <a:xfrm>
          <a:off x="0" y="0"/>
          <a:ext cx="0" cy="0"/>
          <a:chOff x="0" y="0"/>
          <a:chExt cx="0" cy="0"/>
        </a:xfrm>
      </p:grpSpPr>
      <p:sp>
        <p:nvSpPr>
          <p:cNvPr id="5" name="Title Tile"/>
          <p:cNvSpPr/>
          <p:nvPr userDrawn="1"/>
        </p:nvSpPr>
        <p:spPr bwMode="auto">
          <a:xfrm>
            <a:off x="3278844" y="2889821"/>
            <a:ext cx="5856742"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6" name="Arrow Bar"/>
          <p:cNvSpPr/>
          <p:nvPr userDrawn="1"/>
        </p:nvSpPr>
        <p:spPr bwMode="auto">
          <a:xfrm>
            <a:off x="3278841" y="1373194"/>
            <a:ext cx="5856742" cy="1359722"/>
          </a:xfrm>
          <a:prstGeom prst="rect">
            <a:avLst/>
          </a:prstGeom>
          <a:solidFill>
            <a:schemeClr val="accent6"/>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7" name="Text Placeholder 6"/>
          <p:cNvSpPr>
            <a:spLocks noGrp="1"/>
          </p:cNvSpPr>
          <p:nvPr>
            <p:ph type="body" sz="quarter" idx="10" hasCustomPrompt="1"/>
          </p:nvPr>
        </p:nvSpPr>
        <p:spPr>
          <a:xfrm>
            <a:off x="3417049" y="1438580"/>
            <a:ext cx="4537806" cy="1250035"/>
          </a:xfrm>
        </p:spPr>
        <p:txBody>
          <a:bodyPr anchor="ctr" anchorCtr="0">
            <a:noAutofit/>
            <a:scene3d>
              <a:camera prst="orthographicFront"/>
              <a:lightRig rig="flat" dir="t"/>
            </a:scene3d>
            <a:sp3d>
              <a:contourClr>
                <a:schemeClr val="tx2"/>
              </a:contourClr>
            </a:sp3d>
          </a:bodyPr>
          <a:lstStyle>
            <a:lvl1pPr marL="0" indent="0" algn="l" defTabSz="776803" rtl="0" eaLnBrk="1" latinLnBrk="0" hangingPunct="1">
              <a:lnSpc>
                <a:spcPct val="90000"/>
              </a:lnSpc>
              <a:spcBef>
                <a:spcPct val="0"/>
              </a:spcBef>
              <a:buFont typeface="Arial" pitchFamily="34" charset="0"/>
              <a:buNone/>
              <a:defRPr lang="en-US" sz="4600" b="1" kern="1200" cap="none" spc="-86" baseline="0" dirty="0" smtClean="0">
                <a:ln w="3175">
                  <a:noFill/>
                </a:ln>
                <a:solidFill>
                  <a:schemeClr val="tx1">
                    <a:alpha val="99000"/>
                  </a:schemeClr>
                </a:solidFill>
                <a:effectLst/>
                <a:latin typeface="Segoe UI" pitchFamily="34" charset="0"/>
                <a:ea typeface="Segoe UI" pitchFamily="34" charset="0"/>
                <a:cs typeface="Segoe UI" pitchFamily="34" charset="0"/>
              </a:defRPr>
            </a:lvl1pPr>
          </a:lstStyle>
          <a:p>
            <a:pPr lvl="0"/>
            <a:r>
              <a:rPr lang="en-US" dirty="0" smtClean="0"/>
              <a:t>Demo</a:t>
            </a:r>
          </a:p>
        </p:txBody>
      </p:sp>
      <p:sp useBgFill="1">
        <p:nvSpPr>
          <p:cNvPr id="9" name="Left Mask"/>
          <p:cNvSpPr/>
          <p:nvPr userDrawn="1"/>
        </p:nvSpPr>
        <p:spPr bwMode="auto">
          <a:xfrm>
            <a:off x="2" y="1373195"/>
            <a:ext cx="3278841"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3" name="Subtitle 2"/>
          <p:cNvSpPr>
            <a:spLocks noGrp="1"/>
          </p:cNvSpPr>
          <p:nvPr>
            <p:ph type="subTitle" idx="1"/>
          </p:nvPr>
        </p:nvSpPr>
        <p:spPr>
          <a:xfrm>
            <a:off x="3417048" y="4698227"/>
            <a:ext cx="5405185" cy="418597"/>
          </a:xfrm>
        </p:spPr>
        <p:txBody>
          <a:bodyPr>
            <a:noAutofit/>
          </a:bodyPr>
          <a:lstStyle>
            <a:lvl1pPr marL="0" indent="0" algn="l" defTabSz="776803"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02" indent="0" algn="ctr">
              <a:buNone/>
              <a:defRPr>
                <a:solidFill>
                  <a:schemeClr val="tx1">
                    <a:tint val="75000"/>
                  </a:schemeClr>
                </a:solidFill>
              </a:defRPr>
            </a:lvl2pPr>
            <a:lvl3pPr marL="776803" indent="0" algn="ctr">
              <a:buNone/>
              <a:defRPr>
                <a:solidFill>
                  <a:schemeClr val="tx1">
                    <a:tint val="75000"/>
                  </a:schemeClr>
                </a:solidFill>
              </a:defRPr>
            </a:lvl3pPr>
            <a:lvl4pPr marL="1165205" indent="0" algn="ctr">
              <a:buNone/>
              <a:defRPr>
                <a:solidFill>
                  <a:schemeClr val="tx1">
                    <a:tint val="75000"/>
                  </a:schemeClr>
                </a:solidFill>
              </a:defRPr>
            </a:lvl4pPr>
            <a:lvl5pPr marL="1553605" indent="0" algn="ctr">
              <a:buNone/>
              <a:defRPr>
                <a:solidFill>
                  <a:schemeClr val="tx1">
                    <a:tint val="75000"/>
                  </a:schemeClr>
                </a:solidFill>
              </a:defRPr>
            </a:lvl5pPr>
            <a:lvl6pPr marL="1942007" indent="0" algn="ctr">
              <a:buNone/>
              <a:defRPr>
                <a:solidFill>
                  <a:schemeClr val="tx1">
                    <a:tint val="75000"/>
                  </a:schemeClr>
                </a:solidFill>
              </a:defRPr>
            </a:lvl6pPr>
            <a:lvl7pPr marL="2330408" indent="0" algn="ctr">
              <a:buNone/>
              <a:defRPr>
                <a:solidFill>
                  <a:schemeClr val="tx1">
                    <a:tint val="75000"/>
                  </a:schemeClr>
                </a:solidFill>
              </a:defRPr>
            </a:lvl7pPr>
            <a:lvl8pPr marL="2718810" indent="0" algn="ctr">
              <a:buNone/>
              <a:defRPr>
                <a:solidFill>
                  <a:schemeClr val="tx1">
                    <a:tint val="75000"/>
                  </a:schemeClr>
                </a:solidFill>
              </a:defRPr>
            </a:lvl8pPr>
            <a:lvl9pPr marL="3107210" indent="0" algn="ctr">
              <a:buNone/>
              <a:defRPr>
                <a:solidFill>
                  <a:schemeClr val="tx1">
                    <a:tint val="75000"/>
                  </a:schemeClr>
                </a:solidFill>
              </a:defRPr>
            </a:lvl9pPr>
          </a:lstStyle>
          <a:p>
            <a:r>
              <a:rPr lang="en-US" smtClean="0"/>
              <a:t>Click to edit Master subtitle style</a:t>
            </a:r>
            <a:endParaRPr lang="en-US" dirty="0"/>
          </a:p>
        </p:txBody>
      </p:sp>
      <p:sp>
        <p:nvSpPr>
          <p:cNvPr id="10" name="Circle Arrow"/>
          <p:cNvSpPr>
            <a:spLocks noEditPoints="1"/>
          </p:cNvSpPr>
          <p:nvPr userDrawn="1"/>
        </p:nvSpPr>
        <p:spPr bwMode="auto">
          <a:xfrm rot="5400000">
            <a:off x="8096812"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3" tIns="38843" rIns="77683" bIns="38843" numCol="1" anchor="t" anchorCtr="0" compatLnSpc="1">
            <a:prstTxWarp prst="textNoShape">
              <a:avLst/>
            </a:prstTxWarp>
          </a:bodyPr>
          <a:lstStyle/>
          <a:p>
            <a:pPr defTabSz="776803"/>
            <a:endParaRPr lang="en-US" sz="1700">
              <a:solidFill>
                <a:srgbClr val="FFFFFF"/>
              </a:solidFill>
            </a:endParaRPr>
          </a:p>
        </p:txBody>
      </p:sp>
      <p:sp>
        <p:nvSpPr>
          <p:cNvPr id="11" name="TechEd Tile"/>
          <p:cNvSpPr/>
          <p:nvPr userDrawn="1"/>
        </p:nvSpPr>
        <p:spPr bwMode="auto">
          <a:xfrm>
            <a:off x="835711" y="1373194"/>
            <a:ext cx="2310297"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pic>
        <p:nvPicPr>
          <p:cNvPr id="12" name="TechEd Logo"/>
          <p:cNvPicPr>
            <a:picLocks noChangeAspect="1" noChangeArrowheads="1"/>
          </p:cNvPicPr>
          <p:nvPr userDrawn="1"/>
        </p:nvPicPr>
        <p:blipFill rotWithShape="1">
          <a:blip r:embed="rId2" cstate="print">
            <a:extLst>
              <a:ext uri="{28A0092B-C50C-407E-A947-70E740481C1C}">
                <a14:useLocalDpi xmlns="" xmlns:a14="http://schemas.microsoft.com/office/drawing/2010/main" val="0"/>
              </a:ext>
            </a:extLst>
          </a:blip>
          <a:srcRect r="8530"/>
          <a:stretch/>
        </p:blipFill>
        <p:spPr bwMode="auto">
          <a:xfrm>
            <a:off x="1145802"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sp useBgFill="1">
        <p:nvSpPr>
          <p:cNvPr id="13" name="Top Mask"/>
          <p:cNvSpPr/>
          <p:nvPr userDrawn="1"/>
        </p:nvSpPr>
        <p:spPr bwMode="auto">
          <a:xfrm>
            <a:off x="0" y="2"/>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useBgFill="1">
        <p:nvSpPr>
          <p:cNvPr id="14" name="Right Mask"/>
          <p:cNvSpPr/>
          <p:nvPr userDrawn="1"/>
        </p:nvSpPr>
        <p:spPr bwMode="auto">
          <a:xfrm>
            <a:off x="9135584" y="1478675"/>
            <a:ext cx="830742"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grpSp>
        <p:nvGrpSpPr>
          <p:cNvPr id="16" name="Demo Tile"/>
          <p:cNvGrpSpPr/>
          <p:nvPr userDrawn="1"/>
        </p:nvGrpSpPr>
        <p:grpSpPr>
          <a:xfrm>
            <a:off x="832063" y="2890497"/>
            <a:ext cx="2311734" cy="2563506"/>
            <a:chOff x="1022073" y="-1135906"/>
            <a:chExt cx="2827252" cy="2827252"/>
          </a:xfrm>
        </p:grpSpPr>
        <p:sp>
          <p:nvSpPr>
            <p:cNvPr id="17" name="Rectangle 16"/>
            <p:cNvSpPr/>
            <p:nvPr/>
          </p:nvSpPr>
          <p:spPr bwMode="auto">
            <a:xfrm>
              <a:off x="1022073" y="-1135906"/>
              <a:ext cx="2827252" cy="2827252"/>
            </a:xfrm>
            <a:prstGeom prst="rect">
              <a:avLst/>
            </a:prstGeom>
            <a:solidFill>
              <a:schemeClr val="accent6"/>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18" name="Light bulb Icon"/>
            <p:cNvSpPr>
              <a:spLocks noEditPoints="1"/>
            </p:cNvSpPr>
            <p:nvPr/>
          </p:nvSpPr>
          <p:spPr bwMode="auto">
            <a:xfrm>
              <a:off x="1945077" y="-620805"/>
              <a:ext cx="979488" cy="1797050"/>
            </a:xfrm>
            <a:custGeom>
              <a:avLst/>
              <a:gdLst>
                <a:gd name="T0" fmla="*/ 18 w 122"/>
                <a:gd name="T1" fmla="*/ 137 h 224"/>
                <a:gd name="T2" fmla="*/ 105 w 122"/>
                <a:gd name="T3" fmla="*/ 22 h 224"/>
                <a:gd name="T4" fmla="*/ 119 w 122"/>
                <a:gd name="T5" fmla="*/ 29 h 224"/>
                <a:gd name="T6" fmla="*/ 119 w 122"/>
                <a:gd name="T7" fmla="*/ 41 h 224"/>
                <a:gd name="T8" fmla="*/ 17 w 122"/>
                <a:gd name="T9" fmla="*/ 75 h 224"/>
                <a:gd name="T10" fmla="*/ 14 w 122"/>
                <a:gd name="T11" fmla="*/ 76 h 224"/>
                <a:gd name="T12" fmla="*/ 2 w 122"/>
                <a:gd name="T13" fmla="*/ 64 h 224"/>
                <a:gd name="T14" fmla="*/ 10 w 122"/>
                <a:gd name="T15" fmla="*/ 50 h 224"/>
                <a:gd name="T16" fmla="*/ 8 w 122"/>
                <a:gd name="T17" fmla="*/ 58 h 224"/>
                <a:gd name="T18" fmla="*/ 9 w 122"/>
                <a:gd name="T19" fmla="*/ 66 h 224"/>
                <a:gd name="T20" fmla="*/ 14 w 122"/>
                <a:gd name="T21" fmla="*/ 70 h 224"/>
                <a:gd name="T22" fmla="*/ 111 w 122"/>
                <a:gd name="T23" fmla="*/ 41 h 224"/>
                <a:gd name="T24" fmla="*/ 115 w 122"/>
                <a:gd name="T25" fmla="*/ 35 h 224"/>
                <a:gd name="T26" fmla="*/ 108 w 122"/>
                <a:gd name="T27" fmla="*/ 27 h 224"/>
                <a:gd name="T28" fmla="*/ 12 w 122"/>
                <a:gd name="T29" fmla="*/ 56 h 224"/>
                <a:gd name="T30" fmla="*/ 10 w 122"/>
                <a:gd name="T31" fmla="*/ 16 h 224"/>
                <a:gd name="T32" fmla="*/ 73 w 122"/>
                <a:gd name="T33" fmla="*/ 9 h 224"/>
                <a:gd name="T34" fmla="*/ 67 w 122"/>
                <a:gd name="T35" fmla="*/ 27 h 224"/>
                <a:gd name="T36" fmla="*/ 14 w 122"/>
                <a:gd name="T37" fmla="*/ 42 h 224"/>
                <a:gd name="T38" fmla="*/ 2 w 122"/>
                <a:gd name="T39" fmla="*/ 31 h 224"/>
                <a:gd name="T40" fmla="*/ 9 w 122"/>
                <a:gd name="T41" fmla="*/ 32 h 224"/>
                <a:gd name="T42" fmla="*/ 16 w 122"/>
                <a:gd name="T43" fmla="*/ 36 h 224"/>
                <a:gd name="T44" fmla="*/ 69 w 122"/>
                <a:gd name="T45" fmla="*/ 14 h 224"/>
                <a:gd name="T46" fmla="*/ 63 w 122"/>
                <a:gd name="T47" fmla="*/ 7 h 224"/>
                <a:gd name="T48" fmla="*/ 12 w 122"/>
                <a:gd name="T49" fmla="*/ 22 h 224"/>
                <a:gd name="T50" fmla="*/ 113 w 122"/>
                <a:gd name="T51" fmla="*/ 114 h 224"/>
                <a:gd name="T52" fmla="*/ 99 w 122"/>
                <a:gd name="T53" fmla="*/ 124 h 224"/>
                <a:gd name="T54" fmla="*/ 110 w 122"/>
                <a:gd name="T55" fmla="*/ 137 h 224"/>
                <a:gd name="T56" fmla="*/ 87 w 122"/>
                <a:gd name="T57" fmla="*/ 208 h 224"/>
                <a:gd name="T58" fmla="*/ 74 w 122"/>
                <a:gd name="T59" fmla="*/ 224 h 224"/>
                <a:gd name="T60" fmla="*/ 41 w 122"/>
                <a:gd name="T61" fmla="*/ 213 h 224"/>
                <a:gd name="T62" fmla="*/ 18 w 122"/>
                <a:gd name="T63" fmla="*/ 187 h 224"/>
                <a:gd name="T64" fmla="*/ 29 w 122"/>
                <a:gd name="T65" fmla="*/ 137 h 224"/>
                <a:gd name="T66" fmla="*/ 23 w 122"/>
                <a:gd name="T67" fmla="*/ 113 h 224"/>
                <a:gd name="T68" fmla="*/ 10 w 122"/>
                <a:gd name="T69" fmla="*/ 109 h 224"/>
                <a:gd name="T70" fmla="*/ 2 w 122"/>
                <a:gd name="T71" fmla="*/ 98 h 224"/>
                <a:gd name="T72" fmla="*/ 3 w 122"/>
                <a:gd name="T73" fmla="*/ 89 h 224"/>
                <a:gd name="T74" fmla="*/ 105 w 122"/>
                <a:gd name="T75" fmla="*/ 55 h 224"/>
                <a:gd name="T76" fmla="*/ 120 w 122"/>
                <a:gd name="T77" fmla="*/ 66 h 224"/>
                <a:gd name="T78" fmla="*/ 113 w 122"/>
                <a:gd name="T79" fmla="*/ 81 h 224"/>
                <a:gd name="T80" fmla="*/ 56 w 122"/>
                <a:gd name="T81" fmla="*/ 105 h 224"/>
                <a:gd name="T82" fmla="*/ 72 w 122"/>
                <a:gd name="T83" fmla="*/ 137 h 224"/>
                <a:gd name="T84" fmla="*/ 82 w 122"/>
                <a:gd name="T85" fmla="*/ 95 h 224"/>
                <a:gd name="T86" fmla="*/ 119 w 122"/>
                <a:gd name="T87" fmla="*/ 96 h 224"/>
                <a:gd name="T88" fmla="*/ 113 w 122"/>
                <a:gd name="T89" fmla="*/ 114 h 224"/>
                <a:gd name="T90" fmla="*/ 111 w 122"/>
                <a:gd name="T91" fmla="*/ 75 h 224"/>
                <a:gd name="T92" fmla="*/ 115 w 122"/>
                <a:gd name="T93" fmla="*/ 68 h 224"/>
                <a:gd name="T94" fmla="*/ 108 w 122"/>
                <a:gd name="T95" fmla="*/ 61 h 224"/>
                <a:gd name="T96" fmla="*/ 25 w 122"/>
                <a:gd name="T97" fmla="*/ 86 h 224"/>
                <a:gd name="T98" fmla="*/ 12 w 122"/>
                <a:gd name="T99" fmla="*/ 89 h 224"/>
                <a:gd name="T100" fmla="*/ 8 w 122"/>
                <a:gd name="T101" fmla="*/ 92 h 224"/>
                <a:gd name="T102" fmla="*/ 8 w 122"/>
                <a:gd name="T103" fmla="*/ 96 h 224"/>
                <a:gd name="T104" fmla="*/ 12 w 122"/>
                <a:gd name="T105" fmla="*/ 103 h 224"/>
                <a:gd name="T106" fmla="*/ 25 w 122"/>
                <a:gd name="T107" fmla="*/ 107 h 224"/>
                <a:gd name="T108" fmla="*/ 35 w 122"/>
                <a:gd name="T109" fmla="*/ 120 h 224"/>
                <a:gd name="T110" fmla="*/ 50 w 122"/>
                <a:gd name="T111" fmla="*/ 137 h 224"/>
                <a:gd name="T112" fmla="*/ 48 w 122"/>
                <a:gd name="T113" fmla="*/ 100 h 224"/>
                <a:gd name="T114" fmla="*/ 49 w 122"/>
                <a:gd name="T115" fmla="*/ 93 h 224"/>
                <a:gd name="T116" fmla="*/ 113 w 122"/>
                <a:gd name="T117" fmla="*/ 98 h 224"/>
                <a:gd name="T118" fmla="*/ 84 w 122"/>
                <a:gd name="T119" fmla="*/ 101 h 224"/>
                <a:gd name="T120" fmla="*/ 78 w 122"/>
                <a:gd name="T121" fmla="*/ 137 h 224"/>
                <a:gd name="T122" fmla="*/ 93 w 122"/>
                <a:gd name="T123" fmla="*/ 124 h 224"/>
                <a:gd name="T124" fmla="*/ 111 w 122"/>
                <a:gd name="T125" fmla="*/ 108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2" h="224">
                  <a:moveTo>
                    <a:pt x="18" y="137"/>
                  </a:moveTo>
                  <a:cubicBezTo>
                    <a:pt x="18" y="137"/>
                    <a:pt x="18" y="137"/>
                    <a:pt x="18" y="137"/>
                  </a:cubicBezTo>
                  <a:moveTo>
                    <a:pt x="10" y="50"/>
                  </a:moveTo>
                  <a:cubicBezTo>
                    <a:pt x="105" y="22"/>
                    <a:pt x="105" y="22"/>
                    <a:pt x="105" y="22"/>
                  </a:cubicBezTo>
                  <a:cubicBezTo>
                    <a:pt x="106" y="21"/>
                    <a:pt x="107" y="21"/>
                    <a:pt x="108" y="21"/>
                  </a:cubicBezTo>
                  <a:cubicBezTo>
                    <a:pt x="113" y="21"/>
                    <a:pt x="118" y="24"/>
                    <a:pt x="119" y="29"/>
                  </a:cubicBezTo>
                  <a:cubicBezTo>
                    <a:pt x="120" y="33"/>
                    <a:pt x="120" y="33"/>
                    <a:pt x="120" y="33"/>
                  </a:cubicBezTo>
                  <a:cubicBezTo>
                    <a:pt x="121" y="36"/>
                    <a:pt x="121" y="39"/>
                    <a:pt x="119" y="41"/>
                  </a:cubicBezTo>
                  <a:cubicBezTo>
                    <a:pt x="118" y="44"/>
                    <a:pt x="116" y="46"/>
                    <a:pt x="113" y="47"/>
                  </a:cubicBezTo>
                  <a:cubicBezTo>
                    <a:pt x="17" y="75"/>
                    <a:pt x="17" y="75"/>
                    <a:pt x="17" y="75"/>
                  </a:cubicBezTo>
                  <a:cubicBezTo>
                    <a:pt x="16" y="76"/>
                    <a:pt x="15" y="76"/>
                    <a:pt x="14" y="76"/>
                  </a:cubicBezTo>
                  <a:cubicBezTo>
                    <a:pt x="14" y="76"/>
                    <a:pt x="14" y="76"/>
                    <a:pt x="14" y="76"/>
                  </a:cubicBezTo>
                  <a:cubicBezTo>
                    <a:pt x="9" y="76"/>
                    <a:pt x="5" y="73"/>
                    <a:pt x="3" y="68"/>
                  </a:cubicBezTo>
                  <a:cubicBezTo>
                    <a:pt x="2" y="64"/>
                    <a:pt x="2" y="64"/>
                    <a:pt x="2" y="64"/>
                  </a:cubicBezTo>
                  <a:cubicBezTo>
                    <a:pt x="1" y="61"/>
                    <a:pt x="2" y="58"/>
                    <a:pt x="3" y="56"/>
                  </a:cubicBezTo>
                  <a:cubicBezTo>
                    <a:pt x="5" y="53"/>
                    <a:pt x="7" y="51"/>
                    <a:pt x="10" y="50"/>
                  </a:cubicBezTo>
                  <a:close/>
                  <a:moveTo>
                    <a:pt x="12" y="56"/>
                  </a:moveTo>
                  <a:cubicBezTo>
                    <a:pt x="10" y="56"/>
                    <a:pt x="9" y="57"/>
                    <a:pt x="8" y="58"/>
                  </a:cubicBezTo>
                  <a:cubicBezTo>
                    <a:pt x="8" y="60"/>
                    <a:pt x="8" y="61"/>
                    <a:pt x="8" y="62"/>
                  </a:cubicBezTo>
                  <a:cubicBezTo>
                    <a:pt x="9" y="66"/>
                    <a:pt x="9" y="66"/>
                    <a:pt x="9" y="66"/>
                  </a:cubicBezTo>
                  <a:cubicBezTo>
                    <a:pt x="10" y="68"/>
                    <a:pt x="12" y="70"/>
                    <a:pt x="14" y="70"/>
                  </a:cubicBezTo>
                  <a:cubicBezTo>
                    <a:pt x="14" y="70"/>
                    <a:pt x="14" y="70"/>
                    <a:pt x="14" y="70"/>
                  </a:cubicBezTo>
                  <a:cubicBezTo>
                    <a:pt x="15" y="70"/>
                    <a:pt x="15" y="70"/>
                    <a:pt x="16" y="70"/>
                  </a:cubicBezTo>
                  <a:cubicBezTo>
                    <a:pt x="111" y="41"/>
                    <a:pt x="111" y="41"/>
                    <a:pt x="111" y="41"/>
                  </a:cubicBezTo>
                  <a:cubicBezTo>
                    <a:pt x="112" y="41"/>
                    <a:pt x="113" y="40"/>
                    <a:pt x="114" y="39"/>
                  </a:cubicBezTo>
                  <a:cubicBezTo>
                    <a:pt x="115" y="37"/>
                    <a:pt x="115" y="36"/>
                    <a:pt x="115" y="35"/>
                  </a:cubicBezTo>
                  <a:cubicBezTo>
                    <a:pt x="113" y="31"/>
                    <a:pt x="113" y="31"/>
                    <a:pt x="113" y="31"/>
                  </a:cubicBezTo>
                  <a:cubicBezTo>
                    <a:pt x="113" y="29"/>
                    <a:pt x="111" y="27"/>
                    <a:pt x="108" y="27"/>
                  </a:cubicBezTo>
                  <a:cubicBezTo>
                    <a:pt x="108" y="27"/>
                    <a:pt x="107" y="27"/>
                    <a:pt x="107" y="27"/>
                  </a:cubicBezTo>
                  <a:lnTo>
                    <a:pt x="12" y="56"/>
                  </a:lnTo>
                  <a:close/>
                  <a:moveTo>
                    <a:pt x="2" y="31"/>
                  </a:moveTo>
                  <a:cubicBezTo>
                    <a:pt x="0" y="25"/>
                    <a:pt x="4" y="18"/>
                    <a:pt x="10" y="16"/>
                  </a:cubicBezTo>
                  <a:cubicBezTo>
                    <a:pt x="59" y="1"/>
                    <a:pt x="59" y="1"/>
                    <a:pt x="59" y="1"/>
                  </a:cubicBezTo>
                  <a:cubicBezTo>
                    <a:pt x="65" y="0"/>
                    <a:pt x="72" y="3"/>
                    <a:pt x="73" y="9"/>
                  </a:cubicBezTo>
                  <a:cubicBezTo>
                    <a:pt x="75" y="12"/>
                    <a:pt x="75" y="12"/>
                    <a:pt x="75" y="12"/>
                  </a:cubicBezTo>
                  <a:cubicBezTo>
                    <a:pt x="76" y="18"/>
                    <a:pt x="73" y="25"/>
                    <a:pt x="67" y="27"/>
                  </a:cubicBezTo>
                  <a:cubicBezTo>
                    <a:pt x="18" y="42"/>
                    <a:pt x="18" y="42"/>
                    <a:pt x="18" y="42"/>
                  </a:cubicBezTo>
                  <a:cubicBezTo>
                    <a:pt x="16" y="42"/>
                    <a:pt x="15" y="42"/>
                    <a:pt x="14" y="42"/>
                  </a:cubicBezTo>
                  <a:cubicBezTo>
                    <a:pt x="9" y="42"/>
                    <a:pt x="5" y="39"/>
                    <a:pt x="3" y="34"/>
                  </a:cubicBezTo>
                  <a:lnTo>
                    <a:pt x="2" y="31"/>
                  </a:lnTo>
                  <a:close/>
                  <a:moveTo>
                    <a:pt x="8" y="29"/>
                  </a:moveTo>
                  <a:cubicBezTo>
                    <a:pt x="9" y="32"/>
                    <a:pt x="9" y="32"/>
                    <a:pt x="9" y="32"/>
                  </a:cubicBezTo>
                  <a:cubicBezTo>
                    <a:pt x="10" y="35"/>
                    <a:pt x="12" y="36"/>
                    <a:pt x="14" y="36"/>
                  </a:cubicBezTo>
                  <a:cubicBezTo>
                    <a:pt x="15" y="36"/>
                    <a:pt x="15" y="36"/>
                    <a:pt x="16" y="36"/>
                  </a:cubicBezTo>
                  <a:cubicBezTo>
                    <a:pt x="65" y="21"/>
                    <a:pt x="65" y="21"/>
                    <a:pt x="65" y="21"/>
                  </a:cubicBezTo>
                  <a:cubicBezTo>
                    <a:pt x="68" y="20"/>
                    <a:pt x="70" y="17"/>
                    <a:pt x="69" y="14"/>
                  </a:cubicBezTo>
                  <a:cubicBezTo>
                    <a:pt x="68" y="11"/>
                    <a:pt x="68" y="11"/>
                    <a:pt x="68" y="11"/>
                  </a:cubicBezTo>
                  <a:cubicBezTo>
                    <a:pt x="67" y="8"/>
                    <a:pt x="65" y="7"/>
                    <a:pt x="63" y="7"/>
                  </a:cubicBezTo>
                  <a:cubicBezTo>
                    <a:pt x="62" y="7"/>
                    <a:pt x="62" y="7"/>
                    <a:pt x="61" y="7"/>
                  </a:cubicBezTo>
                  <a:cubicBezTo>
                    <a:pt x="12" y="22"/>
                    <a:pt x="12" y="22"/>
                    <a:pt x="12" y="22"/>
                  </a:cubicBezTo>
                  <a:cubicBezTo>
                    <a:pt x="9" y="23"/>
                    <a:pt x="7" y="26"/>
                    <a:pt x="8" y="29"/>
                  </a:cubicBezTo>
                  <a:close/>
                  <a:moveTo>
                    <a:pt x="113" y="114"/>
                  </a:moveTo>
                  <a:cubicBezTo>
                    <a:pt x="105" y="116"/>
                    <a:pt x="105" y="116"/>
                    <a:pt x="105" y="116"/>
                  </a:cubicBezTo>
                  <a:cubicBezTo>
                    <a:pt x="102" y="117"/>
                    <a:pt x="99" y="121"/>
                    <a:pt x="99" y="124"/>
                  </a:cubicBezTo>
                  <a:cubicBezTo>
                    <a:pt x="99" y="137"/>
                    <a:pt x="99" y="137"/>
                    <a:pt x="99" y="137"/>
                  </a:cubicBezTo>
                  <a:cubicBezTo>
                    <a:pt x="110" y="137"/>
                    <a:pt x="110" y="137"/>
                    <a:pt x="110" y="137"/>
                  </a:cubicBezTo>
                  <a:cubicBezTo>
                    <a:pt x="110" y="187"/>
                    <a:pt x="110" y="187"/>
                    <a:pt x="110" y="187"/>
                  </a:cubicBezTo>
                  <a:cubicBezTo>
                    <a:pt x="110" y="198"/>
                    <a:pt x="100" y="207"/>
                    <a:pt x="87" y="208"/>
                  </a:cubicBezTo>
                  <a:cubicBezTo>
                    <a:pt x="87" y="213"/>
                    <a:pt x="87" y="213"/>
                    <a:pt x="87" y="213"/>
                  </a:cubicBezTo>
                  <a:cubicBezTo>
                    <a:pt x="87" y="219"/>
                    <a:pt x="81" y="224"/>
                    <a:pt x="74" y="224"/>
                  </a:cubicBezTo>
                  <a:cubicBezTo>
                    <a:pt x="54" y="224"/>
                    <a:pt x="54" y="224"/>
                    <a:pt x="54" y="224"/>
                  </a:cubicBezTo>
                  <a:cubicBezTo>
                    <a:pt x="47" y="224"/>
                    <a:pt x="41" y="219"/>
                    <a:pt x="41" y="213"/>
                  </a:cubicBezTo>
                  <a:cubicBezTo>
                    <a:pt x="41" y="208"/>
                    <a:pt x="41" y="208"/>
                    <a:pt x="41" y="208"/>
                  </a:cubicBezTo>
                  <a:cubicBezTo>
                    <a:pt x="28" y="207"/>
                    <a:pt x="18" y="198"/>
                    <a:pt x="18" y="187"/>
                  </a:cubicBezTo>
                  <a:cubicBezTo>
                    <a:pt x="18" y="137"/>
                    <a:pt x="18" y="137"/>
                    <a:pt x="18" y="137"/>
                  </a:cubicBezTo>
                  <a:cubicBezTo>
                    <a:pt x="29" y="137"/>
                    <a:pt x="29" y="137"/>
                    <a:pt x="29" y="137"/>
                  </a:cubicBezTo>
                  <a:cubicBezTo>
                    <a:pt x="29" y="120"/>
                    <a:pt x="29" y="120"/>
                    <a:pt x="29" y="120"/>
                  </a:cubicBezTo>
                  <a:cubicBezTo>
                    <a:pt x="29" y="117"/>
                    <a:pt x="26" y="113"/>
                    <a:pt x="23" y="113"/>
                  </a:cubicBezTo>
                  <a:cubicBezTo>
                    <a:pt x="12" y="109"/>
                    <a:pt x="12" y="109"/>
                    <a:pt x="12" y="109"/>
                  </a:cubicBezTo>
                  <a:cubicBezTo>
                    <a:pt x="10" y="109"/>
                    <a:pt x="10" y="109"/>
                    <a:pt x="10" y="109"/>
                  </a:cubicBezTo>
                  <a:cubicBezTo>
                    <a:pt x="7" y="108"/>
                    <a:pt x="4" y="105"/>
                    <a:pt x="3" y="102"/>
                  </a:cubicBezTo>
                  <a:cubicBezTo>
                    <a:pt x="2" y="98"/>
                    <a:pt x="2" y="98"/>
                    <a:pt x="2" y="98"/>
                  </a:cubicBezTo>
                  <a:cubicBezTo>
                    <a:pt x="2" y="97"/>
                    <a:pt x="2" y="97"/>
                    <a:pt x="2" y="96"/>
                  </a:cubicBezTo>
                  <a:cubicBezTo>
                    <a:pt x="2" y="94"/>
                    <a:pt x="2" y="91"/>
                    <a:pt x="3" y="89"/>
                  </a:cubicBezTo>
                  <a:cubicBezTo>
                    <a:pt x="5" y="87"/>
                    <a:pt x="7" y="85"/>
                    <a:pt x="10" y="84"/>
                  </a:cubicBezTo>
                  <a:cubicBezTo>
                    <a:pt x="105" y="55"/>
                    <a:pt x="105" y="55"/>
                    <a:pt x="105" y="55"/>
                  </a:cubicBezTo>
                  <a:cubicBezTo>
                    <a:pt x="111" y="54"/>
                    <a:pt x="118" y="57"/>
                    <a:pt x="119" y="63"/>
                  </a:cubicBezTo>
                  <a:cubicBezTo>
                    <a:pt x="120" y="66"/>
                    <a:pt x="120" y="66"/>
                    <a:pt x="120" y="66"/>
                  </a:cubicBezTo>
                  <a:cubicBezTo>
                    <a:pt x="121" y="69"/>
                    <a:pt x="121" y="72"/>
                    <a:pt x="119" y="75"/>
                  </a:cubicBezTo>
                  <a:cubicBezTo>
                    <a:pt x="118" y="78"/>
                    <a:pt x="116" y="80"/>
                    <a:pt x="113" y="81"/>
                  </a:cubicBezTo>
                  <a:cubicBezTo>
                    <a:pt x="54" y="98"/>
                    <a:pt x="54" y="98"/>
                    <a:pt x="54" y="98"/>
                  </a:cubicBezTo>
                  <a:cubicBezTo>
                    <a:pt x="55" y="100"/>
                    <a:pt x="56" y="103"/>
                    <a:pt x="56" y="105"/>
                  </a:cubicBezTo>
                  <a:cubicBezTo>
                    <a:pt x="56" y="137"/>
                    <a:pt x="56" y="137"/>
                    <a:pt x="56" y="137"/>
                  </a:cubicBezTo>
                  <a:cubicBezTo>
                    <a:pt x="72" y="137"/>
                    <a:pt x="72" y="137"/>
                    <a:pt x="72" y="137"/>
                  </a:cubicBezTo>
                  <a:cubicBezTo>
                    <a:pt x="72" y="109"/>
                    <a:pt x="72" y="109"/>
                    <a:pt x="72" y="109"/>
                  </a:cubicBezTo>
                  <a:cubicBezTo>
                    <a:pt x="72" y="103"/>
                    <a:pt x="77" y="97"/>
                    <a:pt x="82" y="95"/>
                  </a:cubicBezTo>
                  <a:cubicBezTo>
                    <a:pt x="105" y="89"/>
                    <a:pt x="105" y="89"/>
                    <a:pt x="105" y="89"/>
                  </a:cubicBezTo>
                  <a:cubicBezTo>
                    <a:pt x="111" y="87"/>
                    <a:pt x="118" y="91"/>
                    <a:pt x="119" y="96"/>
                  </a:cubicBezTo>
                  <a:cubicBezTo>
                    <a:pt x="120" y="100"/>
                    <a:pt x="120" y="100"/>
                    <a:pt x="120" y="100"/>
                  </a:cubicBezTo>
                  <a:cubicBezTo>
                    <a:pt x="122" y="106"/>
                    <a:pt x="119" y="112"/>
                    <a:pt x="113" y="114"/>
                  </a:cubicBezTo>
                  <a:close/>
                  <a:moveTo>
                    <a:pt x="49" y="93"/>
                  </a:moveTo>
                  <a:cubicBezTo>
                    <a:pt x="111" y="75"/>
                    <a:pt x="111" y="75"/>
                    <a:pt x="111" y="75"/>
                  </a:cubicBezTo>
                  <a:cubicBezTo>
                    <a:pt x="112" y="74"/>
                    <a:pt x="113" y="74"/>
                    <a:pt x="114" y="72"/>
                  </a:cubicBezTo>
                  <a:cubicBezTo>
                    <a:pt x="115" y="71"/>
                    <a:pt x="115" y="70"/>
                    <a:pt x="115" y="68"/>
                  </a:cubicBezTo>
                  <a:cubicBezTo>
                    <a:pt x="113" y="65"/>
                    <a:pt x="113" y="65"/>
                    <a:pt x="113" y="65"/>
                  </a:cubicBezTo>
                  <a:cubicBezTo>
                    <a:pt x="113" y="62"/>
                    <a:pt x="111" y="61"/>
                    <a:pt x="108" y="61"/>
                  </a:cubicBezTo>
                  <a:cubicBezTo>
                    <a:pt x="108" y="61"/>
                    <a:pt x="107" y="61"/>
                    <a:pt x="107" y="61"/>
                  </a:cubicBezTo>
                  <a:cubicBezTo>
                    <a:pt x="25" y="86"/>
                    <a:pt x="25" y="86"/>
                    <a:pt x="25" y="86"/>
                  </a:cubicBezTo>
                  <a:cubicBezTo>
                    <a:pt x="13" y="89"/>
                    <a:pt x="13" y="89"/>
                    <a:pt x="13" y="89"/>
                  </a:cubicBezTo>
                  <a:cubicBezTo>
                    <a:pt x="12" y="89"/>
                    <a:pt x="12" y="89"/>
                    <a:pt x="12" y="89"/>
                  </a:cubicBezTo>
                  <a:cubicBezTo>
                    <a:pt x="12" y="90"/>
                    <a:pt x="12" y="90"/>
                    <a:pt x="12" y="90"/>
                  </a:cubicBezTo>
                  <a:cubicBezTo>
                    <a:pt x="10" y="90"/>
                    <a:pt x="9" y="91"/>
                    <a:pt x="8" y="92"/>
                  </a:cubicBezTo>
                  <a:cubicBezTo>
                    <a:pt x="8" y="93"/>
                    <a:pt x="8" y="95"/>
                    <a:pt x="8" y="96"/>
                  </a:cubicBezTo>
                  <a:cubicBezTo>
                    <a:pt x="8" y="96"/>
                    <a:pt x="8" y="96"/>
                    <a:pt x="8" y="96"/>
                  </a:cubicBezTo>
                  <a:cubicBezTo>
                    <a:pt x="9" y="100"/>
                    <a:pt x="9" y="100"/>
                    <a:pt x="9" y="100"/>
                  </a:cubicBezTo>
                  <a:cubicBezTo>
                    <a:pt x="10" y="101"/>
                    <a:pt x="11" y="103"/>
                    <a:pt x="12" y="103"/>
                  </a:cubicBezTo>
                  <a:cubicBezTo>
                    <a:pt x="13" y="103"/>
                    <a:pt x="13" y="103"/>
                    <a:pt x="13" y="103"/>
                  </a:cubicBezTo>
                  <a:cubicBezTo>
                    <a:pt x="25" y="107"/>
                    <a:pt x="25" y="107"/>
                    <a:pt x="25" y="107"/>
                  </a:cubicBezTo>
                  <a:cubicBezTo>
                    <a:pt x="25" y="107"/>
                    <a:pt x="25" y="107"/>
                    <a:pt x="25" y="107"/>
                  </a:cubicBezTo>
                  <a:cubicBezTo>
                    <a:pt x="31" y="109"/>
                    <a:pt x="35" y="115"/>
                    <a:pt x="35" y="120"/>
                  </a:cubicBezTo>
                  <a:cubicBezTo>
                    <a:pt x="35" y="137"/>
                    <a:pt x="35" y="137"/>
                    <a:pt x="35" y="137"/>
                  </a:cubicBezTo>
                  <a:cubicBezTo>
                    <a:pt x="50" y="137"/>
                    <a:pt x="50" y="137"/>
                    <a:pt x="50" y="137"/>
                  </a:cubicBezTo>
                  <a:cubicBezTo>
                    <a:pt x="50" y="105"/>
                    <a:pt x="50" y="105"/>
                    <a:pt x="50" y="105"/>
                  </a:cubicBezTo>
                  <a:cubicBezTo>
                    <a:pt x="50" y="104"/>
                    <a:pt x="49" y="102"/>
                    <a:pt x="48" y="100"/>
                  </a:cubicBezTo>
                  <a:cubicBezTo>
                    <a:pt x="47" y="99"/>
                    <a:pt x="45" y="98"/>
                    <a:pt x="44" y="97"/>
                  </a:cubicBezTo>
                  <a:cubicBezTo>
                    <a:pt x="44" y="97"/>
                    <a:pt x="40" y="96"/>
                    <a:pt x="49" y="93"/>
                  </a:cubicBezTo>
                  <a:close/>
                  <a:moveTo>
                    <a:pt x="115" y="102"/>
                  </a:moveTo>
                  <a:cubicBezTo>
                    <a:pt x="113" y="98"/>
                    <a:pt x="113" y="98"/>
                    <a:pt x="113" y="98"/>
                  </a:cubicBezTo>
                  <a:cubicBezTo>
                    <a:pt x="113" y="95"/>
                    <a:pt x="110" y="94"/>
                    <a:pt x="107" y="95"/>
                  </a:cubicBezTo>
                  <a:cubicBezTo>
                    <a:pt x="84" y="101"/>
                    <a:pt x="84" y="101"/>
                    <a:pt x="84" y="101"/>
                  </a:cubicBezTo>
                  <a:cubicBezTo>
                    <a:pt x="81" y="102"/>
                    <a:pt x="78" y="106"/>
                    <a:pt x="78" y="109"/>
                  </a:cubicBezTo>
                  <a:cubicBezTo>
                    <a:pt x="78" y="137"/>
                    <a:pt x="78" y="137"/>
                    <a:pt x="78" y="137"/>
                  </a:cubicBezTo>
                  <a:cubicBezTo>
                    <a:pt x="93" y="137"/>
                    <a:pt x="93" y="137"/>
                    <a:pt x="93" y="137"/>
                  </a:cubicBezTo>
                  <a:cubicBezTo>
                    <a:pt x="93" y="124"/>
                    <a:pt x="93" y="124"/>
                    <a:pt x="93" y="124"/>
                  </a:cubicBezTo>
                  <a:cubicBezTo>
                    <a:pt x="93" y="118"/>
                    <a:pt x="97" y="112"/>
                    <a:pt x="103" y="111"/>
                  </a:cubicBezTo>
                  <a:cubicBezTo>
                    <a:pt x="111" y="108"/>
                    <a:pt x="111" y="108"/>
                    <a:pt x="111" y="108"/>
                  </a:cubicBezTo>
                  <a:cubicBezTo>
                    <a:pt x="114" y="108"/>
                    <a:pt x="115" y="105"/>
                    <a:pt x="115" y="10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03"/>
              <a:endParaRPr lang="en-US" sz="1700">
                <a:solidFill>
                  <a:srgbClr val="FFFFFF"/>
                </a:solidFill>
              </a:endParaRPr>
            </a:p>
          </p:txBody>
        </p:sp>
      </p:grpSp>
      <p:sp>
        <p:nvSpPr>
          <p:cNvPr id="2" name="Title 1"/>
          <p:cNvSpPr>
            <a:spLocks noGrp="1"/>
          </p:cNvSpPr>
          <p:nvPr>
            <p:ph type="ctrTitle"/>
          </p:nvPr>
        </p:nvSpPr>
        <p:spPr>
          <a:xfrm>
            <a:off x="3417048" y="2889821"/>
            <a:ext cx="5405185" cy="1381373"/>
          </a:xfrm>
        </p:spPr>
        <p:txBody>
          <a:bodyPr anchor="ctr" anchorCtr="0">
            <a:noAutofit/>
          </a:bodyPr>
          <a:lstStyle>
            <a:lvl1pPr algn="l" defTabSz="776803" rtl="0" eaLnBrk="1" latinLnBrk="0" hangingPunct="1">
              <a:lnSpc>
                <a:spcPct val="90000"/>
              </a:lnSpc>
              <a:spcBef>
                <a:spcPct val="0"/>
              </a:spcBef>
              <a:buNone/>
              <a:defRPr lang="en-US" sz="3300" b="1" kern="1200" cap="none" spc="-86" baseline="0" dirty="0">
                <a:ln w="3175">
                  <a:noFill/>
                </a:ln>
                <a:solidFill>
                  <a:schemeClr val="accent6">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useBgFill="1">
        <p:nvSpPr>
          <p:cNvPr id="15" name="Bottom Mask"/>
          <p:cNvSpPr/>
          <p:nvPr userDrawn="1"/>
        </p:nvSpPr>
        <p:spPr bwMode="auto">
          <a:xfrm>
            <a:off x="3278844" y="5449597"/>
            <a:ext cx="6687484"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Tree>
    <p:extLst>
      <p:ext uri="{BB962C8B-B14F-4D97-AF65-F5344CB8AC3E}">
        <p14:creationId xmlns="" xmlns:p14="http://schemas.microsoft.com/office/powerpoint/2010/main" val="150744120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Video, &quot;special&quot; slides">
    <p:spTree>
      <p:nvGrpSpPr>
        <p:cNvPr id="1" name=""/>
        <p:cNvGrpSpPr/>
        <p:nvPr/>
      </p:nvGrpSpPr>
      <p:grpSpPr>
        <a:xfrm>
          <a:off x="0" y="0"/>
          <a:ext cx="0" cy="0"/>
          <a:chOff x="0" y="0"/>
          <a:chExt cx="0" cy="0"/>
        </a:xfrm>
      </p:grpSpPr>
      <p:sp>
        <p:nvSpPr>
          <p:cNvPr id="5" name="Title Tile"/>
          <p:cNvSpPr/>
          <p:nvPr userDrawn="1"/>
        </p:nvSpPr>
        <p:spPr bwMode="auto">
          <a:xfrm>
            <a:off x="3278844" y="2889821"/>
            <a:ext cx="5856742"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6" name="Arrow Bar"/>
          <p:cNvSpPr/>
          <p:nvPr userDrawn="1"/>
        </p:nvSpPr>
        <p:spPr bwMode="auto">
          <a:xfrm>
            <a:off x="3278841" y="1373194"/>
            <a:ext cx="5856742" cy="1359722"/>
          </a:xfrm>
          <a:prstGeom prst="rect">
            <a:avLst/>
          </a:prstGeom>
          <a:solidFill>
            <a:schemeClr val="accent5"/>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7" name="Text Placeholder 6"/>
          <p:cNvSpPr>
            <a:spLocks noGrp="1"/>
          </p:cNvSpPr>
          <p:nvPr>
            <p:ph type="body" sz="quarter" idx="10" hasCustomPrompt="1"/>
          </p:nvPr>
        </p:nvSpPr>
        <p:spPr>
          <a:xfrm>
            <a:off x="3417049" y="1438580"/>
            <a:ext cx="4537806" cy="1250035"/>
          </a:xfrm>
        </p:spPr>
        <p:txBody>
          <a:bodyPr anchor="ctr" anchorCtr="0">
            <a:noAutofit/>
            <a:scene3d>
              <a:camera prst="orthographicFront"/>
              <a:lightRig rig="flat" dir="t"/>
            </a:scene3d>
            <a:sp3d>
              <a:contourClr>
                <a:schemeClr val="tx2"/>
              </a:contourClr>
            </a:sp3d>
          </a:bodyPr>
          <a:lstStyle>
            <a:lvl1pPr marL="0" indent="0" algn="l" defTabSz="776803" rtl="0" eaLnBrk="1" latinLnBrk="0" hangingPunct="1">
              <a:lnSpc>
                <a:spcPct val="90000"/>
              </a:lnSpc>
              <a:spcBef>
                <a:spcPct val="0"/>
              </a:spcBef>
              <a:buFont typeface="Arial" pitchFamily="34" charset="0"/>
              <a:buNone/>
              <a:defRPr lang="en-US" sz="4600" b="1" kern="1200" cap="none" spc="-86" baseline="0" dirty="0" smtClean="0">
                <a:ln w="3175">
                  <a:noFill/>
                </a:ln>
                <a:solidFill>
                  <a:schemeClr val="tx1">
                    <a:alpha val="99000"/>
                  </a:schemeClr>
                </a:solidFill>
                <a:effectLst/>
                <a:latin typeface="Segoe UI" pitchFamily="34" charset="0"/>
                <a:ea typeface="Segoe UI" pitchFamily="34" charset="0"/>
                <a:cs typeface="Segoe UI" pitchFamily="34" charset="0"/>
              </a:defRPr>
            </a:lvl1pPr>
          </a:lstStyle>
          <a:p>
            <a:pPr lvl="0"/>
            <a:r>
              <a:rPr lang="en-US" dirty="0" smtClean="0"/>
              <a:t>Video</a:t>
            </a:r>
          </a:p>
        </p:txBody>
      </p:sp>
      <p:sp useBgFill="1">
        <p:nvSpPr>
          <p:cNvPr id="9" name="Left Mask"/>
          <p:cNvSpPr/>
          <p:nvPr userDrawn="1"/>
        </p:nvSpPr>
        <p:spPr bwMode="auto">
          <a:xfrm>
            <a:off x="2" y="1373195"/>
            <a:ext cx="3278841"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3" name="Subtitle 2"/>
          <p:cNvSpPr>
            <a:spLocks noGrp="1"/>
          </p:cNvSpPr>
          <p:nvPr>
            <p:ph type="subTitle" idx="1"/>
          </p:nvPr>
        </p:nvSpPr>
        <p:spPr>
          <a:xfrm>
            <a:off x="3417048" y="4698227"/>
            <a:ext cx="5405185" cy="418597"/>
          </a:xfrm>
        </p:spPr>
        <p:txBody>
          <a:bodyPr>
            <a:noAutofit/>
          </a:bodyPr>
          <a:lstStyle>
            <a:lvl1pPr marL="0" indent="0" algn="l" defTabSz="776803"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02" indent="0" algn="ctr">
              <a:buNone/>
              <a:defRPr>
                <a:solidFill>
                  <a:schemeClr val="tx1">
                    <a:tint val="75000"/>
                  </a:schemeClr>
                </a:solidFill>
              </a:defRPr>
            </a:lvl2pPr>
            <a:lvl3pPr marL="776803" indent="0" algn="ctr">
              <a:buNone/>
              <a:defRPr>
                <a:solidFill>
                  <a:schemeClr val="tx1">
                    <a:tint val="75000"/>
                  </a:schemeClr>
                </a:solidFill>
              </a:defRPr>
            </a:lvl3pPr>
            <a:lvl4pPr marL="1165205" indent="0" algn="ctr">
              <a:buNone/>
              <a:defRPr>
                <a:solidFill>
                  <a:schemeClr val="tx1">
                    <a:tint val="75000"/>
                  </a:schemeClr>
                </a:solidFill>
              </a:defRPr>
            </a:lvl4pPr>
            <a:lvl5pPr marL="1553605" indent="0" algn="ctr">
              <a:buNone/>
              <a:defRPr>
                <a:solidFill>
                  <a:schemeClr val="tx1">
                    <a:tint val="75000"/>
                  </a:schemeClr>
                </a:solidFill>
              </a:defRPr>
            </a:lvl5pPr>
            <a:lvl6pPr marL="1942007" indent="0" algn="ctr">
              <a:buNone/>
              <a:defRPr>
                <a:solidFill>
                  <a:schemeClr val="tx1">
                    <a:tint val="75000"/>
                  </a:schemeClr>
                </a:solidFill>
              </a:defRPr>
            </a:lvl6pPr>
            <a:lvl7pPr marL="2330408" indent="0" algn="ctr">
              <a:buNone/>
              <a:defRPr>
                <a:solidFill>
                  <a:schemeClr val="tx1">
                    <a:tint val="75000"/>
                  </a:schemeClr>
                </a:solidFill>
              </a:defRPr>
            </a:lvl7pPr>
            <a:lvl8pPr marL="2718810" indent="0" algn="ctr">
              <a:buNone/>
              <a:defRPr>
                <a:solidFill>
                  <a:schemeClr val="tx1">
                    <a:tint val="75000"/>
                  </a:schemeClr>
                </a:solidFill>
              </a:defRPr>
            </a:lvl8pPr>
            <a:lvl9pPr marL="3107210" indent="0" algn="ctr">
              <a:buNone/>
              <a:defRPr>
                <a:solidFill>
                  <a:schemeClr val="tx1">
                    <a:tint val="75000"/>
                  </a:schemeClr>
                </a:solidFill>
              </a:defRPr>
            </a:lvl9pPr>
          </a:lstStyle>
          <a:p>
            <a:r>
              <a:rPr lang="en-US" smtClean="0"/>
              <a:t>Click to edit Master subtitle style</a:t>
            </a:r>
            <a:endParaRPr lang="en-US" dirty="0"/>
          </a:p>
        </p:txBody>
      </p:sp>
      <p:sp>
        <p:nvSpPr>
          <p:cNvPr id="10" name="Circle Arrow"/>
          <p:cNvSpPr>
            <a:spLocks noEditPoints="1"/>
          </p:cNvSpPr>
          <p:nvPr userDrawn="1"/>
        </p:nvSpPr>
        <p:spPr bwMode="auto">
          <a:xfrm rot="5400000">
            <a:off x="8096812"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3" tIns="38843" rIns="77683" bIns="38843" numCol="1" anchor="t" anchorCtr="0" compatLnSpc="1">
            <a:prstTxWarp prst="textNoShape">
              <a:avLst/>
            </a:prstTxWarp>
          </a:bodyPr>
          <a:lstStyle/>
          <a:p>
            <a:pPr defTabSz="776803"/>
            <a:endParaRPr lang="en-US" sz="1700">
              <a:solidFill>
                <a:srgbClr val="FFFFFF"/>
              </a:solidFill>
            </a:endParaRPr>
          </a:p>
        </p:txBody>
      </p:sp>
      <p:sp>
        <p:nvSpPr>
          <p:cNvPr id="11" name="TechEd Tile"/>
          <p:cNvSpPr/>
          <p:nvPr userDrawn="1"/>
        </p:nvSpPr>
        <p:spPr bwMode="auto">
          <a:xfrm>
            <a:off x="835711" y="1373194"/>
            <a:ext cx="2310297"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pic>
        <p:nvPicPr>
          <p:cNvPr id="12" name="TechEd Logo"/>
          <p:cNvPicPr>
            <a:picLocks noChangeAspect="1" noChangeArrowheads="1"/>
          </p:cNvPicPr>
          <p:nvPr userDrawn="1"/>
        </p:nvPicPr>
        <p:blipFill rotWithShape="1">
          <a:blip r:embed="rId2" cstate="print">
            <a:extLst>
              <a:ext uri="{28A0092B-C50C-407E-A947-70E740481C1C}">
                <a14:useLocalDpi xmlns="" xmlns:a14="http://schemas.microsoft.com/office/drawing/2010/main" val="0"/>
              </a:ext>
            </a:extLst>
          </a:blip>
          <a:srcRect r="8530"/>
          <a:stretch/>
        </p:blipFill>
        <p:spPr bwMode="auto">
          <a:xfrm>
            <a:off x="1145802"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sp useBgFill="1">
        <p:nvSpPr>
          <p:cNvPr id="13" name="Top Mask"/>
          <p:cNvSpPr/>
          <p:nvPr userDrawn="1"/>
        </p:nvSpPr>
        <p:spPr bwMode="auto">
          <a:xfrm>
            <a:off x="0" y="2"/>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useBgFill="1">
        <p:nvSpPr>
          <p:cNvPr id="14" name="Right Mask"/>
          <p:cNvSpPr/>
          <p:nvPr userDrawn="1"/>
        </p:nvSpPr>
        <p:spPr bwMode="auto">
          <a:xfrm>
            <a:off x="9135584" y="1478675"/>
            <a:ext cx="830742"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2" name="Title 1"/>
          <p:cNvSpPr>
            <a:spLocks noGrp="1"/>
          </p:cNvSpPr>
          <p:nvPr>
            <p:ph type="ctrTitle"/>
          </p:nvPr>
        </p:nvSpPr>
        <p:spPr>
          <a:xfrm>
            <a:off x="3417048" y="2889821"/>
            <a:ext cx="5405185" cy="1381373"/>
          </a:xfrm>
        </p:spPr>
        <p:txBody>
          <a:bodyPr anchor="ctr" anchorCtr="0">
            <a:noAutofit/>
          </a:bodyPr>
          <a:lstStyle>
            <a:lvl1pPr algn="l" defTabSz="776803" rtl="0" eaLnBrk="1" latinLnBrk="0" hangingPunct="1">
              <a:lnSpc>
                <a:spcPct val="90000"/>
              </a:lnSpc>
              <a:spcBef>
                <a:spcPct val="0"/>
              </a:spcBef>
              <a:buNone/>
              <a:defRPr lang="en-US" sz="3300" b="1" kern="1200" cap="none" spc="-86" baseline="0" dirty="0">
                <a:ln w="3175">
                  <a:noFill/>
                </a:ln>
                <a:solidFill>
                  <a:schemeClr val="accent5">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useBgFill="1">
        <p:nvSpPr>
          <p:cNvPr id="15" name="Bottom Mask"/>
          <p:cNvSpPr/>
          <p:nvPr userDrawn="1"/>
        </p:nvSpPr>
        <p:spPr bwMode="auto">
          <a:xfrm>
            <a:off x="3278844" y="5449597"/>
            <a:ext cx="6687484"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grpSp>
        <p:nvGrpSpPr>
          <p:cNvPr id="19" name="Green Tile"/>
          <p:cNvGrpSpPr/>
          <p:nvPr userDrawn="1"/>
        </p:nvGrpSpPr>
        <p:grpSpPr>
          <a:xfrm>
            <a:off x="830627" y="2889819"/>
            <a:ext cx="2311734" cy="2563506"/>
            <a:chOff x="-2619354" y="-790581"/>
            <a:chExt cx="2827252" cy="2827252"/>
          </a:xfrm>
        </p:grpSpPr>
        <p:sp>
          <p:nvSpPr>
            <p:cNvPr id="20" name="Rectangle 19"/>
            <p:cNvSpPr/>
            <p:nvPr/>
          </p:nvSpPr>
          <p:spPr bwMode="auto">
            <a:xfrm>
              <a:off x="-2619354" y="-790581"/>
              <a:ext cx="2827252" cy="2827252"/>
            </a:xfrm>
            <a:prstGeom prst="rect">
              <a:avLst/>
            </a:prstGeom>
            <a:solidFill>
              <a:schemeClr val="accent5"/>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21" name="Play Icon"/>
            <p:cNvSpPr>
              <a:spLocks noEditPoints="1"/>
            </p:cNvSpPr>
            <p:nvPr/>
          </p:nvSpPr>
          <p:spPr bwMode="auto">
            <a:xfrm>
              <a:off x="-2097903" y="-269875"/>
              <a:ext cx="1784350" cy="1784350"/>
            </a:xfrm>
            <a:custGeom>
              <a:avLst/>
              <a:gdLst>
                <a:gd name="T0" fmla="*/ 168 w 224"/>
                <a:gd name="T1" fmla="*/ 112 h 224"/>
                <a:gd name="T2" fmla="*/ 86 w 224"/>
                <a:gd name="T3" fmla="*/ 173 h 224"/>
                <a:gd name="T4" fmla="*/ 86 w 224"/>
                <a:gd name="T5" fmla="*/ 50 h 224"/>
                <a:gd name="T6" fmla="*/ 168 w 224"/>
                <a:gd name="T7" fmla="*/ 112 h 224"/>
                <a:gd name="T8" fmla="*/ 168 w 224"/>
                <a:gd name="T9" fmla="*/ 112 h 224"/>
                <a:gd name="T10" fmla="*/ 112 w 224"/>
                <a:gd name="T11" fmla="*/ 0 h 224"/>
                <a:gd name="T12" fmla="*/ 224 w 224"/>
                <a:gd name="T13" fmla="*/ 112 h 224"/>
                <a:gd name="T14" fmla="*/ 112 w 224"/>
                <a:gd name="T15" fmla="*/ 224 h 224"/>
                <a:gd name="T16" fmla="*/ 0 w 224"/>
                <a:gd name="T17" fmla="*/ 112 h 224"/>
                <a:gd name="T18" fmla="*/ 112 w 224"/>
                <a:gd name="T19" fmla="*/ 0 h 224"/>
                <a:gd name="T20" fmla="*/ 112 w 224"/>
                <a:gd name="T21" fmla="*/ 216 h 224"/>
                <a:gd name="T22" fmla="*/ 216 w 224"/>
                <a:gd name="T23" fmla="*/ 112 h 224"/>
                <a:gd name="T24" fmla="*/ 112 w 224"/>
                <a:gd name="T25" fmla="*/ 8 h 224"/>
                <a:gd name="T26" fmla="*/ 8 w 224"/>
                <a:gd name="T27" fmla="*/ 112 h 224"/>
                <a:gd name="T28" fmla="*/ 112 w 224"/>
                <a:gd name="T29" fmla="*/ 216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 h="224">
                  <a:moveTo>
                    <a:pt x="168" y="112"/>
                  </a:moveTo>
                  <a:cubicBezTo>
                    <a:pt x="86" y="173"/>
                    <a:pt x="86" y="173"/>
                    <a:pt x="86" y="173"/>
                  </a:cubicBezTo>
                  <a:cubicBezTo>
                    <a:pt x="86" y="50"/>
                    <a:pt x="86" y="50"/>
                    <a:pt x="86" y="50"/>
                  </a:cubicBezTo>
                  <a:cubicBezTo>
                    <a:pt x="168" y="112"/>
                    <a:pt x="168" y="112"/>
                    <a:pt x="168" y="112"/>
                  </a:cubicBezTo>
                  <a:cubicBezTo>
                    <a:pt x="168" y="112"/>
                    <a:pt x="168" y="112"/>
                    <a:pt x="168" y="112"/>
                  </a:cubicBezTo>
                  <a:close/>
                  <a:moveTo>
                    <a:pt x="112" y="0"/>
                  </a:moveTo>
                  <a:cubicBezTo>
                    <a:pt x="174" y="0"/>
                    <a:pt x="224" y="50"/>
                    <a:pt x="224" y="112"/>
                  </a:cubicBezTo>
                  <a:cubicBezTo>
                    <a:pt x="224" y="174"/>
                    <a:pt x="174" y="224"/>
                    <a:pt x="112" y="224"/>
                  </a:cubicBezTo>
                  <a:cubicBezTo>
                    <a:pt x="51" y="224"/>
                    <a:pt x="0" y="174"/>
                    <a:pt x="0" y="112"/>
                  </a:cubicBezTo>
                  <a:cubicBezTo>
                    <a:pt x="0" y="50"/>
                    <a:pt x="51" y="0"/>
                    <a:pt x="112" y="0"/>
                  </a:cubicBezTo>
                  <a:moveTo>
                    <a:pt x="112" y="216"/>
                  </a:moveTo>
                  <a:cubicBezTo>
                    <a:pt x="170" y="216"/>
                    <a:pt x="216" y="169"/>
                    <a:pt x="216" y="112"/>
                  </a:cubicBezTo>
                  <a:cubicBezTo>
                    <a:pt x="216" y="54"/>
                    <a:pt x="170" y="8"/>
                    <a:pt x="112" y="8"/>
                  </a:cubicBezTo>
                  <a:cubicBezTo>
                    <a:pt x="55" y="8"/>
                    <a:pt x="8" y="54"/>
                    <a:pt x="8" y="112"/>
                  </a:cubicBezTo>
                  <a:cubicBezTo>
                    <a:pt x="8" y="169"/>
                    <a:pt x="55" y="216"/>
                    <a:pt x="112" y="216"/>
                  </a:cubicBezTo>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03"/>
              <a:endParaRPr lang="en-US" sz="1700">
                <a:solidFill>
                  <a:srgbClr val="FFFFFF"/>
                </a:solidFill>
              </a:endParaRPr>
            </a:p>
          </p:txBody>
        </p:sp>
      </p:grpSp>
    </p:spTree>
    <p:extLst>
      <p:ext uri="{BB962C8B-B14F-4D97-AF65-F5344CB8AC3E}">
        <p14:creationId xmlns="" xmlns:p14="http://schemas.microsoft.com/office/powerpoint/2010/main" val="48700016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Partner, &quot;special&quot; slides">
    <p:spTree>
      <p:nvGrpSpPr>
        <p:cNvPr id="1" name=""/>
        <p:cNvGrpSpPr/>
        <p:nvPr/>
      </p:nvGrpSpPr>
      <p:grpSpPr>
        <a:xfrm>
          <a:off x="0" y="0"/>
          <a:ext cx="0" cy="0"/>
          <a:chOff x="0" y="0"/>
          <a:chExt cx="0" cy="0"/>
        </a:xfrm>
      </p:grpSpPr>
      <p:sp>
        <p:nvSpPr>
          <p:cNvPr id="5" name="Title Tile"/>
          <p:cNvSpPr/>
          <p:nvPr userDrawn="1"/>
        </p:nvSpPr>
        <p:spPr bwMode="auto">
          <a:xfrm>
            <a:off x="3278844" y="2889821"/>
            <a:ext cx="5856742"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6" name="Arrow Bar"/>
          <p:cNvSpPr/>
          <p:nvPr userDrawn="1"/>
        </p:nvSpPr>
        <p:spPr bwMode="auto">
          <a:xfrm>
            <a:off x="3278841" y="1373194"/>
            <a:ext cx="5856742" cy="1359722"/>
          </a:xfrm>
          <a:prstGeom prst="rect">
            <a:avLst/>
          </a:prstGeom>
          <a:solidFill>
            <a:schemeClr val="accent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7" name="Text Placeholder 6"/>
          <p:cNvSpPr>
            <a:spLocks noGrp="1"/>
          </p:cNvSpPr>
          <p:nvPr>
            <p:ph type="body" sz="quarter" idx="10" hasCustomPrompt="1"/>
          </p:nvPr>
        </p:nvSpPr>
        <p:spPr>
          <a:xfrm>
            <a:off x="3417049" y="1438580"/>
            <a:ext cx="4537806" cy="1250035"/>
          </a:xfrm>
        </p:spPr>
        <p:txBody>
          <a:bodyPr anchor="ctr" anchorCtr="0">
            <a:noAutofit/>
            <a:scene3d>
              <a:camera prst="orthographicFront"/>
              <a:lightRig rig="flat" dir="t"/>
            </a:scene3d>
            <a:sp3d>
              <a:contourClr>
                <a:schemeClr val="tx2"/>
              </a:contourClr>
            </a:sp3d>
          </a:bodyPr>
          <a:lstStyle>
            <a:lvl1pPr marL="0" indent="0" algn="l" defTabSz="776803" rtl="0" eaLnBrk="1" latinLnBrk="0" hangingPunct="1">
              <a:lnSpc>
                <a:spcPct val="90000"/>
              </a:lnSpc>
              <a:spcBef>
                <a:spcPct val="0"/>
              </a:spcBef>
              <a:buFont typeface="Arial" pitchFamily="34" charset="0"/>
              <a:buNone/>
              <a:defRPr lang="en-US" sz="4600" b="1" kern="1200" cap="none" spc="-86" baseline="0" dirty="0" smtClean="0">
                <a:ln w="3175">
                  <a:noFill/>
                </a:ln>
                <a:solidFill>
                  <a:schemeClr val="tx1">
                    <a:alpha val="99000"/>
                  </a:schemeClr>
                </a:solidFill>
                <a:effectLst/>
                <a:latin typeface="Segoe UI" pitchFamily="34" charset="0"/>
                <a:ea typeface="Segoe UI" pitchFamily="34" charset="0"/>
                <a:cs typeface="Segoe UI" pitchFamily="34" charset="0"/>
              </a:defRPr>
            </a:lvl1pPr>
          </a:lstStyle>
          <a:p>
            <a:pPr lvl="0"/>
            <a:r>
              <a:rPr lang="en-US" dirty="0" smtClean="0"/>
              <a:t>Partner</a:t>
            </a:r>
          </a:p>
        </p:txBody>
      </p:sp>
      <p:sp useBgFill="1">
        <p:nvSpPr>
          <p:cNvPr id="9" name="Left Mask"/>
          <p:cNvSpPr/>
          <p:nvPr userDrawn="1"/>
        </p:nvSpPr>
        <p:spPr bwMode="auto">
          <a:xfrm>
            <a:off x="2" y="1373195"/>
            <a:ext cx="3278841"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3" name="Subtitle 2"/>
          <p:cNvSpPr>
            <a:spLocks noGrp="1"/>
          </p:cNvSpPr>
          <p:nvPr>
            <p:ph type="subTitle" idx="1"/>
          </p:nvPr>
        </p:nvSpPr>
        <p:spPr>
          <a:xfrm>
            <a:off x="3417048" y="4698227"/>
            <a:ext cx="5405185" cy="418597"/>
          </a:xfrm>
        </p:spPr>
        <p:txBody>
          <a:bodyPr>
            <a:noAutofit/>
          </a:bodyPr>
          <a:lstStyle>
            <a:lvl1pPr marL="0" indent="0" algn="l" defTabSz="776803"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02" indent="0" algn="ctr">
              <a:buNone/>
              <a:defRPr>
                <a:solidFill>
                  <a:schemeClr val="tx1">
                    <a:tint val="75000"/>
                  </a:schemeClr>
                </a:solidFill>
              </a:defRPr>
            </a:lvl2pPr>
            <a:lvl3pPr marL="776803" indent="0" algn="ctr">
              <a:buNone/>
              <a:defRPr>
                <a:solidFill>
                  <a:schemeClr val="tx1">
                    <a:tint val="75000"/>
                  </a:schemeClr>
                </a:solidFill>
              </a:defRPr>
            </a:lvl3pPr>
            <a:lvl4pPr marL="1165205" indent="0" algn="ctr">
              <a:buNone/>
              <a:defRPr>
                <a:solidFill>
                  <a:schemeClr val="tx1">
                    <a:tint val="75000"/>
                  </a:schemeClr>
                </a:solidFill>
              </a:defRPr>
            </a:lvl4pPr>
            <a:lvl5pPr marL="1553605" indent="0" algn="ctr">
              <a:buNone/>
              <a:defRPr>
                <a:solidFill>
                  <a:schemeClr val="tx1">
                    <a:tint val="75000"/>
                  </a:schemeClr>
                </a:solidFill>
              </a:defRPr>
            </a:lvl5pPr>
            <a:lvl6pPr marL="1942007" indent="0" algn="ctr">
              <a:buNone/>
              <a:defRPr>
                <a:solidFill>
                  <a:schemeClr val="tx1">
                    <a:tint val="75000"/>
                  </a:schemeClr>
                </a:solidFill>
              </a:defRPr>
            </a:lvl6pPr>
            <a:lvl7pPr marL="2330408" indent="0" algn="ctr">
              <a:buNone/>
              <a:defRPr>
                <a:solidFill>
                  <a:schemeClr val="tx1">
                    <a:tint val="75000"/>
                  </a:schemeClr>
                </a:solidFill>
              </a:defRPr>
            </a:lvl7pPr>
            <a:lvl8pPr marL="2718810" indent="0" algn="ctr">
              <a:buNone/>
              <a:defRPr>
                <a:solidFill>
                  <a:schemeClr val="tx1">
                    <a:tint val="75000"/>
                  </a:schemeClr>
                </a:solidFill>
              </a:defRPr>
            </a:lvl8pPr>
            <a:lvl9pPr marL="3107210" indent="0" algn="ctr">
              <a:buNone/>
              <a:defRPr>
                <a:solidFill>
                  <a:schemeClr val="tx1">
                    <a:tint val="75000"/>
                  </a:schemeClr>
                </a:solidFill>
              </a:defRPr>
            </a:lvl9pPr>
          </a:lstStyle>
          <a:p>
            <a:r>
              <a:rPr lang="en-US" smtClean="0"/>
              <a:t>Click to edit Master subtitle style</a:t>
            </a:r>
            <a:endParaRPr lang="en-US" dirty="0"/>
          </a:p>
        </p:txBody>
      </p:sp>
      <p:sp>
        <p:nvSpPr>
          <p:cNvPr id="10" name="Circle Arrow"/>
          <p:cNvSpPr>
            <a:spLocks noEditPoints="1"/>
          </p:cNvSpPr>
          <p:nvPr userDrawn="1"/>
        </p:nvSpPr>
        <p:spPr bwMode="auto">
          <a:xfrm rot="5400000">
            <a:off x="8096812"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3" tIns="38843" rIns="77683" bIns="38843" numCol="1" anchor="t" anchorCtr="0" compatLnSpc="1">
            <a:prstTxWarp prst="textNoShape">
              <a:avLst/>
            </a:prstTxWarp>
          </a:bodyPr>
          <a:lstStyle/>
          <a:p>
            <a:pPr defTabSz="776803"/>
            <a:endParaRPr lang="en-US" sz="1700">
              <a:solidFill>
                <a:srgbClr val="FFFFFF"/>
              </a:solidFill>
            </a:endParaRPr>
          </a:p>
        </p:txBody>
      </p:sp>
      <p:sp>
        <p:nvSpPr>
          <p:cNvPr id="11" name="TechEd Tile"/>
          <p:cNvSpPr/>
          <p:nvPr userDrawn="1"/>
        </p:nvSpPr>
        <p:spPr bwMode="auto">
          <a:xfrm>
            <a:off x="835711" y="1373194"/>
            <a:ext cx="2310297"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pic>
        <p:nvPicPr>
          <p:cNvPr id="12" name="TechEd Logo"/>
          <p:cNvPicPr>
            <a:picLocks noChangeAspect="1" noChangeArrowheads="1"/>
          </p:cNvPicPr>
          <p:nvPr userDrawn="1"/>
        </p:nvPicPr>
        <p:blipFill rotWithShape="1">
          <a:blip r:embed="rId2" cstate="print">
            <a:extLst>
              <a:ext uri="{28A0092B-C50C-407E-A947-70E740481C1C}">
                <a14:useLocalDpi xmlns="" xmlns:a14="http://schemas.microsoft.com/office/drawing/2010/main" val="0"/>
              </a:ext>
            </a:extLst>
          </a:blip>
          <a:srcRect r="8530"/>
          <a:stretch/>
        </p:blipFill>
        <p:spPr bwMode="auto">
          <a:xfrm>
            <a:off x="1145802"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sp useBgFill="1">
        <p:nvSpPr>
          <p:cNvPr id="13" name="Top Mask"/>
          <p:cNvSpPr/>
          <p:nvPr userDrawn="1"/>
        </p:nvSpPr>
        <p:spPr bwMode="auto">
          <a:xfrm>
            <a:off x="0" y="2"/>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useBgFill="1">
        <p:nvSpPr>
          <p:cNvPr id="14" name="Right Mask"/>
          <p:cNvSpPr/>
          <p:nvPr userDrawn="1"/>
        </p:nvSpPr>
        <p:spPr bwMode="auto">
          <a:xfrm>
            <a:off x="9135584" y="1478675"/>
            <a:ext cx="830742"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2" name="Title 1"/>
          <p:cNvSpPr>
            <a:spLocks noGrp="1"/>
          </p:cNvSpPr>
          <p:nvPr>
            <p:ph type="ctrTitle"/>
          </p:nvPr>
        </p:nvSpPr>
        <p:spPr>
          <a:xfrm>
            <a:off x="3417048" y="2889821"/>
            <a:ext cx="5405185" cy="1381373"/>
          </a:xfrm>
        </p:spPr>
        <p:txBody>
          <a:bodyPr anchor="ctr" anchorCtr="0">
            <a:noAutofit/>
          </a:bodyPr>
          <a:lstStyle>
            <a:lvl1pPr algn="l" defTabSz="776803" rtl="0" eaLnBrk="1" latinLnBrk="0" hangingPunct="1">
              <a:lnSpc>
                <a:spcPct val="90000"/>
              </a:lnSpc>
              <a:spcBef>
                <a:spcPct val="0"/>
              </a:spcBef>
              <a:buNone/>
              <a:defRPr lang="en-US" sz="3300" b="1" kern="1200" cap="none" spc="-86" baseline="0" dirty="0">
                <a:ln w="3175">
                  <a:noFill/>
                </a:ln>
                <a:solidFill>
                  <a:schemeClr val="accent1">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useBgFill="1">
        <p:nvSpPr>
          <p:cNvPr id="15" name="Bottom Mask"/>
          <p:cNvSpPr/>
          <p:nvPr userDrawn="1"/>
        </p:nvSpPr>
        <p:spPr bwMode="auto">
          <a:xfrm>
            <a:off x="3278844" y="5449597"/>
            <a:ext cx="6687484"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grpSp>
        <p:nvGrpSpPr>
          <p:cNvPr id="17" name="Blue Tile"/>
          <p:cNvGrpSpPr/>
          <p:nvPr userDrawn="1"/>
        </p:nvGrpSpPr>
        <p:grpSpPr>
          <a:xfrm>
            <a:off x="830627" y="2892168"/>
            <a:ext cx="2311734" cy="2563506"/>
            <a:chOff x="1071620" y="3044261"/>
            <a:chExt cx="1325880" cy="1325880"/>
          </a:xfrm>
        </p:grpSpPr>
        <p:sp>
          <p:nvSpPr>
            <p:cNvPr id="18" name="Rectangle 17"/>
            <p:cNvSpPr/>
            <p:nvPr/>
          </p:nvSpPr>
          <p:spPr bwMode="auto">
            <a:xfrm>
              <a:off x="1071620" y="3044261"/>
              <a:ext cx="1325880" cy="1325880"/>
            </a:xfrm>
            <a:prstGeom prst="rect">
              <a:avLst/>
            </a:prstGeom>
            <a:solidFill>
              <a:schemeClr val="accent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22" name="Freeform 13"/>
            <p:cNvSpPr>
              <a:spLocks noEditPoints="1"/>
            </p:cNvSpPr>
            <p:nvPr/>
          </p:nvSpPr>
          <p:spPr bwMode="auto">
            <a:xfrm>
              <a:off x="1316254" y="3284926"/>
              <a:ext cx="836612" cy="841375"/>
            </a:xfrm>
            <a:custGeom>
              <a:avLst/>
              <a:gdLst>
                <a:gd name="T0" fmla="*/ 183 w 223"/>
                <a:gd name="T1" fmla="*/ 108 h 224"/>
                <a:gd name="T2" fmla="*/ 154 w 223"/>
                <a:gd name="T3" fmla="*/ 120 h 224"/>
                <a:gd name="T4" fmla="*/ 135 w 223"/>
                <a:gd name="T5" fmla="*/ 101 h 224"/>
                <a:gd name="T6" fmla="*/ 154 w 223"/>
                <a:gd name="T7" fmla="*/ 59 h 224"/>
                <a:gd name="T8" fmla="*/ 96 w 223"/>
                <a:gd name="T9" fmla="*/ 0 h 224"/>
                <a:gd name="T10" fmla="*/ 37 w 223"/>
                <a:gd name="T11" fmla="*/ 59 h 224"/>
                <a:gd name="T12" fmla="*/ 64 w 223"/>
                <a:gd name="T13" fmla="*/ 107 h 224"/>
                <a:gd name="T14" fmla="*/ 52 w 223"/>
                <a:gd name="T15" fmla="*/ 145 h 224"/>
                <a:gd name="T16" fmla="*/ 41 w 223"/>
                <a:gd name="T17" fmla="*/ 143 h 224"/>
                <a:gd name="T18" fmla="*/ 0 w 223"/>
                <a:gd name="T19" fmla="*/ 183 h 224"/>
                <a:gd name="T20" fmla="*/ 41 w 223"/>
                <a:gd name="T21" fmla="*/ 224 h 224"/>
                <a:gd name="T22" fmla="*/ 81 w 223"/>
                <a:gd name="T23" fmla="*/ 183 h 224"/>
                <a:gd name="T24" fmla="*/ 60 w 223"/>
                <a:gd name="T25" fmla="*/ 148 h 224"/>
                <a:gd name="T26" fmla="*/ 71 w 223"/>
                <a:gd name="T27" fmla="*/ 111 h 224"/>
                <a:gd name="T28" fmla="*/ 96 w 223"/>
                <a:gd name="T29" fmla="*/ 117 h 224"/>
                <a:gd name="T30" fmla="*/ 129 w 223"/>
                <a:gd name="T31" fmla="*/ 106 h 224"/>
                <a:gd name="T32" fmla="*/ 149 w 223"/>
                <a:gd name="T33" fmla="*/ 126 h 224"/>
                <a:gd name="T34" fmla="*/ 143 w 223"/>
                <a:gd name="T35" fmla="*/ 148 h 224"/>
                <a:gd name="T36" fmla="*/ 183 w 223"/>
                <a:gd name="T37" fmla="*/ 189 h 224"/>
                <a:gd name="T38" fmla="*/ 223 w 223"/>
                <a:gd name="T39" fmla="*/ 148 h 224"/>
                <a:gd name="T40" fmla="*/ 183 w 223"/>
                <a:gd name="T41" fmla="*/ 108 h 224"/>
                <a:gd name="T42" fmla="*/ 73 w 223"/>
                <a:gd name="T43" fmla="*/ 183 h 224"/>
                <a:gd name="T44" fmla="*/ 41 w 223"/>
                <a:gd name="T45" fmla="*/ 216 h 224"/>
                <a:gd name="T46" fmla="*/ 8 w 223"/>
                <a:gd name="T47" fmla="*/ 183 h 224"/>
                <a:gd name="T48" fmla="*/ 41 w 223"/>
                <a:gd name="T49" fmla="*/ 151 h 224"/>
                <a:gd name="T50" fmla="*/ 73 w 223"/>
                <a:gd name="T51" fmla="*/ 183 h 224"/>
                <a:gd name="T52" fmla="*/ 45 w 223"/>
                <a:gd name="T53" fmla="*/ 59 h 224"/>
                <a:gd name="T54" fmla="*/ 96 w 223"/>
                <a:gd name="T55" fmla="*/ 8 h 224"/>
                <a:gd name="T56" fmla="*/ 146 w 223"/>
                <a:gd name="T57" fmla="*/ 59 h 224"/>
                <a:gd name="T58" fmla="*/ 96 w 223"/>
                <a:gd name="T59" fmla="*/ 109 h 224"/>
                <a:gd name="T60" fmla="*/ 45 w 223"/>
                <a:gd name="T61" fmla="*/ 59 h 224"/>
                <a:gd name="T62" fmla="*/ 183 w 223"/>
                <a:gd name="T63" fmla="*/ 181 h 224"/>
                <a:gd name="T64" fmla="*/ 151 w 223"/>
                <a:gd name="T65" fmla="*/ 148 h 224"/>
                <a:gd name="T66" fmla="*/ 183 w 223"/>
                <a:gd name="T67" fmla="*/ 116 h 224"/>
                <a:gd name="T68" fmla="*/ 215 w 223"/>
                <a:gd name="T69" fmla="*/ 148 h 224"/>
                <a:gd name="T70" fmla="*/ 183 w 223"/>
                <a:gd name="T71" fmla="*/ 181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3" h="224">
                  <a:moveTo>
                    <a:pt x="183" y="108"/>
                  </a:moveTo>
                  <a:cubicBezTo>
                    <a:pt x="172" y="108"/>
                    <a:pt x="162" y="113"/>
                    <a:pt x="154" y="120"/>
                  </a:cubicBezTo>
                  <a:cubicBezTo>
                    <a:pt x="135" y="101"/>
                    <a:pt x="135" y="101"/>
                    <a:pt x="135" y="101"/>
                  </a:cubicBezTo>
                  <a:cubicBezTo>
                    <a:pt x="147" y="90"/>
                    <a:pt x="154" y="75"/>
                    <a:pt x="154" y="59"/>
                  </a:cubicBezTo>
                  <a:cubicBezTo>
                    <a:pt x="154" y="26"/>
                    <a:pt x="128" y="0"/>
                    <a:pt x="96" y="0"/>
                  </a:cubicBezTo>
                  <a:cubicBezTo>
                    <a:pt x="64" y="0"/>
                    <a:pt x="37" y="26"/>
                    <a:pt x="37" y="59"/>
                  </a:cubicBezTo>
                  <a:cubicBezTo>
                    <a:pt x="37" y="79"/>
                    <a:pt x="48" y="97"/>
                    <a:pt x="64" y="107"/>
                  </a:cubicBezTo>
                  <a:cubicBezTo>
                    <a:pt x="52" y="145"/>
                    <a:pt x="52" y="145"/>
                    <a:pt x="52" y="145"/>
                  </a:cubicBezTo>
                  <a:cubicBezTo>
                    <a:pt x="49" y="144"/>
                    <a:pt x="45" y="143"/>
                    <a:pt x="41" y="143"/>
                  </a:cubicBezTo>
                  <a:cubicBezTo>
                    <a:pt x="18" y="143"/>
                    <a:pt x="0" y="161"/>
                    <a:pt x="0" y="183"/>
                  </a:cubicBezTo>
                  <a:cubicBezTo>
                    <a:pt x="0" y="206"/>
                    <a:pt x="18" y="224"/>
                    <a:pt x="41" y="224"/>
                  </a:cubicBezTo>
                  <a:cubicBezTo>
                    <a:pt x="63" y="224"/>
                    <a:pt x="81" y="206"/>
                    <a:pt x="81" y="183"/>
                  </a:cubicBezTo>
                  <a:cubicBezTo>
                    <a:pt x="81" y="168"/>
                    <a:pt x="72" y="155"/>
                    <a:pt x="60" y="148"/>
                  </a:cubicBezTo>
                  <a:cubicBezTo>
                    <a:pt x="71" y="111"/>
                    <a:pt x="71" y="111"/>
                    <a:pt x="71" y="111"/>
                  </a:cubicBezTo>
                  <a:cubicBezTo>
                    <a:pt x="78" y="115"/>
                    <a:pt x="87" y="117"/>
                    <a:pt x="96" y="117"/>
                  </a:cubicBezTo>
                  <a:cubicBezTo>
                    <a:pt x="108" y="117"/>
                    <a:pt x="120" y="113"/>
                    <a:pt x="129" y="106"/>
                  </a:cubicBezTo>
                  <a:cubicBezTo>
                    <a:pt x="149" y="126"/>
                    <a:pt x="149" y="126"/>
                    <a:pt x="149" y="126"/>
                  </a:cubicBezTo>
                  <a:cubicBezTo>
                    <a:pt x="145" y="133"/>
                    <a:pt x="143" y="140"/>
                    <a:pt x="143" y="148"/>
                  </a:cubicBezTo>
                  <a:cubicBezTo>
                    <a:pt x="143" y="171"/>
                    <a:pt x="161" y="189"/>
                    <a:pt x="183" y="189"/>
                  </a:cubicBezTo>
                  <a:cubicBezTo>
                    <a:pt x="205" y="189"/>
                    <a:pt x="223" y="171"/>
                    <a:pt x="223" y="148"/>
                  </a:cubicBezTo>
                  <a:cubicBezTo>
                    <a:pt x="223" y="126"/>
                    <a:pt x="205" y="108"/>
                    <a:pt x="183" y="108"/>
                  </a:cubicBezTo>
                  <a:close/>
                  <a:moveTo>
                    <a:pt x="73" y="183"/>
                  </a:moveTo>
                  <a:cubicBezTo>
                    <a:pt x="73" y="201"/>
                    <a:pt x="58" y="216"/>
                    <a:pt x="41" y="216"/>
                  </a:cubicBezTo>
                  <a:cubicBezTo>
                    <a:pt x="23" y="216"/>
                    <a:pt x="8" y="201"/>
                    <a:pt x="8" y="183"/>
                  </a:cubicBezTo>
                  <a:cubicBezTo>
                    <a:pt x="8" y="166"/>
                    <a:pt x="23" y="151"/>
                    <a:pt x="41" y="151"/>
                  </a:cubicBezTo>
                  <a:cubicBezTo>
                    <a:pt x="58" y="151"/>
                    <a:pt x="73" y="166"/>
                    <a:pt x="73" y="183"/>
                  </a:cubicBezTo>
                  <a:close/>
                  <a:moveTo>
                    <a:pt x="45" y="59"/>
                  </a:moveTo>
                  <a:cubicBezTo>
                    <a:pt x="45" y="31"/>
                    <a:pt x="68" y="8"/>
                    <a:pt x="96" y="8"/>
                  </a:cubicBezTo>
                  <a:cubicBezTo>
                    <a:pt x="123" y="8"/>
                    <a:pt x="146" y="31"/>
                    <a:pt x="146" y="59"/>
                  </a:cubicBezTo>
                  <a:cubicBezTo>
                    <a:pt x="146" y="86"/>
                    <a:pt x="123" y="109"/>
                    <a:pt x="96" y="109"/>
                  </a:cubicBezTo>
                  <a:cubicBezTo>
                    <a:pt x="68" y="109"/>
                    <a:pt x="45" y="86"/>
                    <a:pt x="45" y="59"/>
                  </a:cubicBezTo>
                  <a:close/>
                  <a:moveTo>
                    <a:pt x="183" y="181"/>
                  </a:moveTo>
                  <a:cubicBezTo>
                    <a:pt x="165" y="181"/>
                    <a:pt x="151" y="166"/>
                    <a:pt x="151" y="148"/>
                  </a:cubicBezTo>
                  <a:cubicBezTo>
                    <a:pt x="151" y="130"/>
                    <a:pt x="165" y="116"/>
                    <a:pt x="183" y="116"/>
                  </a:cubicBezTo>
                  <a:cubicBezTo>
                    <a:pt x="201" y="116"/>
                    <a:pt x="215" y="130"/>
                    <a:pt x="215" y="148"/>
                  </a:cubicBezTo>
                  <a:cubicBezTo>
                    <a:pt x="215" y="166"/>
                    <a:pt x="201" y="181"/>
                    <a:pt x="183" y="181"/>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03"/>
              <a:endParaRPr lang="en-US" sz="1700">
                <a:solidFill>
                  <a:srgbClr val="FFFFFF"/>
                </a:solidFill>
              </a:endParaRPr>
            </a:p>
          </p:txBody>
        </p:sp>
      </p:grpSp>
    </p:spTree>
    <p:extLst>
      <p:ext uri="{BB962C8B-B14F-4D97-AF65-F5344CB8AC3E}">
        <p14:creationId xmlns="" xmlns:p14="http://schemas.microsoft.com/office/powerpoint/2010/main" val="246733193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ustomer, &quot;special&quot; slides">
    <p:spTree>
      <p:nvGrpSpPr>
        <p:cNvPr id="1" name=""/>
        <p:cNvGrpSpPr/>
        <p:nvPr/>
      </p:nvGrpSpPr>
      <p:grpSpPr>
        <a:xfrm>
          <a:off x="0" y="0"/>
          <a:ext cx="0" cy="0"/>
          <a:chOff x="0" y="0"/>
          <a:chExt cx="0" cy="0"/>
        </a:xfrm>
      </p:grpSpPr>
      <p:sp>
        <p:nvSpPr>
          <p:cNvPr id="5" name="Title Tile"/>
          <p:cNvSpPr/>
          <p:nvPr userDrawn="1"/>
        </p:nvSpPr>
        <p:spPr bwMode="auto">
          <a:xfrm>
            <a:off x="3278844" y="2889821"/>
            <a:ext cx="5856742"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6" name="Arrow Bar"/>
          <p:cNvSpPr/>
          <p:nvPr userDrawn="1"/>
        </p:nvSpPr>
        <p:spPr bwMode="auto">
          <a:xfrm>
            <a:off x="3278841" y="1373194"/>
            <a:ext cx="5856742" cy="1359722"/>
          </a:xfrm>
          <a:prstGeom prst="rect">
            <a:avLst/>
          </a:prstGeom>
          <a:solidFill>
            <a:schemeClr val="accent2"/>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7" name="Text Placeholder 6"/>
          <p:cNvSpPr>
            <a:spLocks noGrp="1"/>
          </p:cNvSpPr>
          <p:nvPr>
            <p:ph type="body" sz="quarter" idx="10" hasCustomPrompt="1"/>
          </p:nvPr>
        </p:nvSpPr>
        <p:spPr>
          <a:xfrm>
            <a:off x="3417049" y="1438580"/>
            <a:ext cx="4537806" cy="1250035"/>
          </a:xfrm>
        </p:spPr>
        <p:txBody>
          <a:bodyPr anchor="ctr" anchorCtr="0">
            <a:noAutofit/>
            <a:scene3d>
              <a:camera prst="orthographicFront"/>
              <a:lightRig rig="flat" dir="t"/>
            </a:scene3d>
            <a:sp3d>
              <a:contourClr>
                <a:schemeClr val="tx2"/>
              </a:contourClr>
            </a:sp3d>
          </a:bodyPr>
          <a:lstStyle>
            <a:lvl1pPr marL="0" indent="0" algn="l" defTabSz="776803" rtl="0" eaLnBrk="1" latinLnBrk="0" hangingPunct="1">
              <a:lnSpc>
                <a:spcPct val="90000"/>
              </a:lnSpc>
              <a:spcBef>
                <a:spcPct val="0"/>
              </a:spcBef>
              <a:buFont typeface="Arial" pitchFamily="34" charset="0"/>
              <a:buNone/>
              <a:defRPr lang="en-US" sz="4600" b="1" kern="1200" cap="none" spc="-86" baseline="0" dirty="0" smtClean="0">
                <a:ln w="3175">
                  <a:noFill/>
                </a:ln>
                <a:solidFill>
                  <a:schemeClr val="tx1">
                    <a:alpha val="99000"/>
                  </a:schemeClr>
                </a:solidFill>
                <a:effectLst/>
                <a:latin typeface="Segoe UI" pitchFamily="34" charset="0"/>
                <a:ea typeface="Segoe UI" pitchFamily="34" charset="0"/>
                <a:cs typeface="Segoe UI" pitchFamily="34" charset="0"/>
              </a:defRPr>
            </a:lvl1pPr>
          </a:lstStyle>
          <a:p>
            <a:pPr lvl="0"/>
            <a:r>
              <a:rPr lang="en-US" dirty="0" smtClean="0"/>
              <a:t>Customer</a:t>
            </a:r>
          </a:p>
        </p:txBody>
      </p:sp>
      <p:sp useBgFill="1">
        <p:nvSpPr>
          <p:cNvPr id="9" name="Left Mask"/>
          <p:cNvSpPr/>
          <p:nvPr userDrawn="1"/>
        </p:nvSpPr>
        <p:spPr bwMode="auto">
          <a:xfrm>
            <a:off x="2" y="1373195"/>
            <a:ext cx="3278841"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3" name="Subtitle 2"/>
          <p:cNvSpPr>
            <a:spLocks noGrp="1"/>
          </p:cNvSpPr>
          <p:nvPr>
            <p:ph type="subTitle" idx="1"/>
          </p:nvPr>
        </p:nvSpPr>
        <p:spPr>
          <a:xfrm>
            <a:off x="3417048" y="4698227"/>
            <a:ext cx="5405185" cy="418597"/>
          </a:xfrm>
        </p:spPr>
        <p:txBody>
          <a:bodyPr>
            <a:noAutofit/>
          </a:bodyPr>
          <a:lstStyle>
            <a:lvl1pPr marL="0" indent="0" algn="l" defTabSz="776803"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02" indent="0" algn="ctr">
              <a:buNone/>
              <a:defRPr>
                <a:solidFill>
                  <a:schemeClr val="tx1">
                    <a:tint val="75000"/>
                  </a:schemeClr>
                </a:solidFill>
              </a:defRPr>
            </a:lvl2pPr>
            <a:lvl3pPr marL="776803" indent="0" algn="ctr">
              <a:buNone/>
              <a:defRPr>
                <a:solidFill>
                  <a:schemeClr val="tx1">
                    <a:tint val="75000"/>
                  </a:schemeClr>
                </a:solidFill>
              </a:defRPr>
            </a:lvl3pPr>
            <a:lvl4pPr marL="1165205" indent="0" algn="ctr">
              <a:buNone/>
              <a:defRPr>
                <a:solidFill>
                  <a:schemeClr val="tx1">
                    <a:tint val="75000"/>
                  </a:schemeClr>
                </a:solidFill>
              </a:defRPr>
            </a:lvl4pPr>
            <a:lvl5pPr marL="1553605" indent="0" algn="ctr">
              <a:buNone/>
              <a:defRPr>
                <a:solidFill>
                  <a:schemeClr val="tx1">
                    <a:tint val="75000"/>
                  </a:schemeClr>
                </a:solidFill>
              </a:defRPr>
            </a:lvl5pPr>
            <a:lvl6pPr marL="1942007" indent="0" algn="ctr">
              <a:buNone/>
              <a:defRPr>
                <a:solidFill>
                  <a:schemeClr val="tx1">
                    <a:tint val="75000"/>
                  </a:schemeClr>
                </a:solidFill>
              </a:defRPr>
            </a:lvl6pPr>
            <a:lvl7pPr marL="2330408" indent="0" algn="ctr">
              <a:buNone/>
              <a:defRPr>
                <a:solidFill>
                  <a:schemeClr val="tx1">
                    <a:tint val="75000"/>
                  </a:schemeClr>
                </a:solidFill>
              </a:defRPr>
            </a:lvl7pPr>
            <a:lvl8pPr marL="2718810" indent="0" algn="ctr">
              <a:buNone/>
              <a:defRPr>
                <a:solidFill>
                  <a:schemeClr val="tx1">
                    <a:tint val="75000"/>
                  </a:schemeClr>
                </a:solidFill>
              </a:defRPr>
            </a:lvl8pPr>
            <a:lvl9pPr marL="3107210" indent="0" algn="ctr">
              <a:buNone/>
              <a:defRPr>
                <a:solidFill>
                  <a:schemeClr val="tx1">
                    <a:tint val="75000"/>
                  </a:schemeClr>
                </a:solidFill>
              </a:defRPr>
            </a:lvl9pPr>
          </a:lstStyle>
          <a:p>
            <a:r>
              <a:rPr lang="en-US" smtClean="0"/>
              <a:t>Click to edit Master subtitle style</a:t>
            </a:r>
            <a:endParaRPr lang="en-US" dirty="0"/>
          </a:p>
        </p:txBody>
      </p:sp>
      <p:sp>
        <p:nvSpPr>
          <p:cNvPr id="10" name="Circle Arrow"/>
          <p:cNvSpPr>
            <a:spLocks noEditPoints="1"/>
          </p:cNvSpPr>
          <p:nvPr userDrawn="1"/>
        </p:nvSpPr>
        <p:spPr bwMode="auto">
          <a:xfrm rot="5400000">
            <a:off x="8096812"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3" tIns="38843" rIns="77683" bIns="38843" numCol="1" anchor="t" anchorCtr="0" compatLnSpc="1">
            <a:prstTxWarp prst="textNoShape">
              <a:avLst/>
            </a:prstTxWarp>
          </a:bodyPr>
          <a:lstStyle/>
          <a:p>
            <a:pPr defTabSz="776803"/>
            <a:endParaRPr lang="en-US" sz="1700">
              <a:solidFill>
                <a:srgbClr val="FFFFFF"/>
              </a:solidFill>
            </a:endParaRPr>
          </a:p>
        </p:txBody>
      </p:sp>
      <p:sp>
        <p:nvSpPr>
          <p:cNvPr id="11" name="TechEd Tile"/>
          <p:cNvSpPr/>
          <p:nvPr userDrawn="1"/>
        </p:nvSpPr>
        <p:spPr bwMode="auto">
          <a:xfrm>
            <a:off x="835711" y="1373194"/>
            <a:ext cx="2310297"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pic>
        <p:nvPicPr>
          <p:cNvPr id="12" name="TechEd Logo"/>
          <p:cNvPicPr>
            <a:picLocks noChangeAspect="1" noChangeArrowheads="1"/>
          </p:cNvPicPr>
          <p:nvPr userDrawn="1"/>
        </p:nvPicPr>
        <p:blipFill rotWithShape="1">
          <a:blip r:embed="rId2" cstate="print">
            <a:extLst>
              <a:ext uri="{28A0092B-C50C-407E-A947-70E740481C1C}">
                <a14:useLocalDpi xmlns="" xmlns:a14="http://schemas.microsoft.com/office/drawing/2010/main" val="0"/>
              </a:ext>
            </a:extLst>
          </a:blip>
          <a:srcRect r="8530"/>
          <a:stretch/>
        </p:blipFill>
        <p:spPr bwMode="auto">
          <a:xfrm>
            <a:off x="1145802"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sp useBgFill="1">
        <p:nvSpPr>
          <p:cNvPr id="13" name="Top Mask"/>
          <p:cNvSpPr/>
          <p:nvPr userDrawn="1"/>
        </p:nvSpPr>
        <p:spPr bwMode="auto">
          <a:xfrm>
            <a:off x="0" y="2"/>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useBgFill="1">
        <p:nvSpPr>
          <p:cNvPr id="14" name="Right Mask"/>
          <p:cNvSpPr/>
          <p:nvPr userDrawn="1"/>
        </p:nvSpPr>
        <p:spPr bwMode="auto">
          <a:xfrm>
            <a:off x="9135584" y="1478675"/>
            <a:ext cx="830742"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2" name="Title 1"/>
          <p:cNvSpPr>
            <a:spLocks noGrp="1"/>
          </p:cNvSpPr>
          <p:nvPr>
            <p:ph type="ctrTitle"/>
          </p:nvPr>
        </p:nvSpPr>
        <p:spPr>
          <a:xfrm>
            <a:off x="3417048" y="2889821"/>
            <a:ext cx="5405185" cy="1381373"/>
          </a:xfrm>
        </p:spPr>
        <p:txBody>
          <a:bodyPr anchor="ctr" anchorCtr="0">
            <a:noAutofit/>
          </a:bodyPr>
          <a:lstStyle>
            <a:lvl1pPr algn="l" defTabSz="776803" rtl="0" eaLnBrk="1" latinLnBrk="0" hangingPunct="1">
              <a:lnSpc>
                <a:spcPct val="90000"/>
              </a:lnSpc>
              <a:spcBef>
                <a:spcPct val="0"/>
              </a:spcBef>
              <a:buNone/>
              <a:defRPr lang="en-US" sz="3300" b="1" kern="1200" cap="none" spc="-86" baseline="0" dirty="0">
                <a:ln w="3175">
                  <a:noFill/>
                </a:ln>
                <a:solidFill>
                  <a:schemeClr val="accent2">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useBgFill="1">
        <p:nvSpPr>
          <p:cNvPr id="15" name="Bottom Mask"/>
          <p:cNvSpPr/>
          <p:nvPr userDrawn="1"/>
        </p:nvSpPr>
        <p:spPr bwMode="auto">
          <a:xfrm>
            <a:off x="3278844" y="5449597"/>
            <a:ext cx="6687484"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grpSp>
        <p:nvGrpSpPr>
          <p:cNvPr id="19" name="Purple Tile"/>
          <p:cNvGrpSpPr/>
          <p:nvPr userDrawn="1"/>
        </p:nvGrpSpPr>
        <p:grpSpPr>
          <a:xfrm>
            <a:off x="832063" y="2889819"/>
            <a:ext cx="2311734" cy="2563506"/>
            <a:chOff x="1022073" y="-1624298"/>
            <a:chExt cx="2827252" cy="2827252"/>
          </a:xfrm>
        </p:grpSpPr>
        <p:sp>
          <p:nvSpPr>
            <p:cNvPr id="20" name="Rectangle 19"/>
            <p:cNvSpPr/>
            <p:nvPr/>
          </p:nvSpPr>
          <p:spPr bwMode="auto">
            <a:xfrm>
              <a:off x="1022073" y="-1624298"/>
              <a:ext cx="2827252" cy="2827252"/>
            </a:xfrm>
            <a:prstGeom prst="rect">
              <a:avLst/>
            </a:prstGeom>
            <a:solidFill>
              <a:schemeClr val="accent2"/>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21" name="Freeform 8"/>
            <p:cNvSpPr>
              <a:spLocks noEditPoints="1"/>
            </p:cNvSpPr>
            <p:nvPr/>
          </p:nvSpPr>
          <p:spPr bwMode="auto">
            <a:xfrm>
              <a:off x="1537798" y="-867430"/>
              <a:ext cx="1792288" cy="1501775"/>
            </a:xfrm>
            <a:custGeom>
              <a:avLst/>
              <a:gdLst>
                <a:gd name="T0" fmla="*/ 184 w 223"/>
                <a:gd name="T1" fmla="*/ 187 h 187"/>
                <a:gd name="T2" fmla="*/ 181 w 223"/>
                <a:gd name="T3" fmla="*/ 186 h 187"/>
                <a:gd name="T4" fmla="*/ 146 w 223"/>
                <a:gd name="T5" fmla="*/ 151 h 187"/>
                <a:gd name="T6" fmla="*/ 40 w 223"/>
                <a:gd name="T7" fmla="*/ 151 h 187"/>
                <a:gd name="T8" fmla="*/ 0 w 223"/>
                <a:gd name="T9" fmla="*/ 111 h 187"/>
                <a:gd name="T10" fmla="*/ 0 w 223"/>
                <a:gd name="T11" fmla="*/ 40 h 187"/>
                <a:gd name="T12" fmla="*/ 40 w 223"/>
                <a:gd name="T13" fmla="*/ 0 h 187"/>
                <a:gd name="T14" fmla="*/ 183 w 223"/>
                <a:gd name="T15" fmla="*/ 0 h 187"/>
                <a:gd name="T16" fmla="*/ 223 w 223"/>
                <a:gd name="T17" fmla="*/ 40 h 187"/>
                <a:gd name="T18" fmla="*/ 223 w 223"/>
                <a:gd name="T19" fmla="*/ 111 h 187"/>
                <a:gd name="T20" fmla="*/ 188 w 223"/>
                <a:gd name="T21" fmla="*/ 150 h 187"/>
                <a:gd name="T22" fmla="*/ 188 w 223"/>
                <a:gd name="T23" fmla="*/ 183 h 187"/>
                <a:gd name="T24" fmla="*/ 185 w 223"/>
                <a:gd name="T25" fmla="*/ 187 h 187"/>
                <a:gd name="T26" fmla="*/ 184 w 223"/>
                <a:gd name="T27" fmla="*/ 187 h 187"/>
                <a:gd name="T28" fmla="*/ 40 w 223"/>
                <a:gd name="T29" fmla="*/ 8 h 187"/>
                <a:gd name="T30" fmla="*/ 8 w 223"/>
                <a:gd name="T31" fmla="*/ 40 h 187"/>
                <a:gd name="T32" fmla="*/ 8 w 223"/>
                <a:gd name="T33" fmla="*/ 111 h 187"/>
                <a:gd name="T34" fmla="*/ 40 w 223"/>
                <a:gd name="T35" fmla="*/ 143 h 187"/>
                <a:gd name="T36" fmla="*/ 148 w 223"/>
                <a:gd name="T37" fmla="*/ 143 h 187"/>
                <a:gd name="T38" fmla="*/ 151 w 223"/>
                <a:gd name="T39" fmla="*/ 144 h 187"/>
                <a:gd name="T40" fmla="*/ 180 w 223"/>
                <a:gd name="T41" fmla="*/ 173 h 187"/>
                <a:gd name="T42" fmla="*/ 180 w 223"/>
                <a:gd name="T43" fmla="*/ 147 h 187"/>
                <a:gd name="T44" fmla="*/ 184 w 223"/>
                <a:gd name="T45" fmla="*/ 143 h 187"/>
                <a:gd name="T46" fmla="*/ 215 w 223"/>
                <a:gd name="T47" fmla="*/ 111 h 187"/>
                <a:gd name="T48" fmla="*/ 215 w 223"/>
                <a:gd name="T49" fmla="*/ 40 h 187"/>
                <a:gd name="T50" fmla="*/ 183 w 223"/>
                <a:gd name="T51" fmla="*/ 8 h 187"/>
                <a:gd name="T52" fmla="*/ 40 w 223"/>
                <a:gd name="T53" fmla="*/ 8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3" h="187">
                  <a:moveTo>
                    <a:pt x="184" y="187"/>
                  </a:moveTo>
                  <a:cubicBezTo>
                    <a:pt x="183" y="187"/>
                    <a:pt x="182" y="187"/>
                    <a:pt x="181" y="186"/>
                  </a:cubicBezTo>
                  <a:cubicBezTo>
                    <a:pt x="146" y="151"/>
                    <a:pt x="146" y="151"/>
                    <a:pt x="146" y="151"/>
                  </a:cubicBezTo>
                  <a:cubicBezTo>
                    <a:pt x="40" y="151"/>
                    <a:pt x="40" y="151"/>
                    <a:pt x="40" y="151"/>
                  </a:cubicBezTo>
                  <a:cubicBezTo>
                    <a:pt x="18" y="151"/>
                    <a:pt x="0" y="133"/>
                    <a:pt x="0" y="111"/>
                  </a:cubicBezTo>
                  <a:cubicBezTo>
                    <a:pt x="0" y="40"/>
                    <a:pt x="0" y="40"/>
                    <a:pt x="0" y="40"/>
                  </a:cubicBezTo>
                  <a:cubicBezTo>
                    <a:pt x="0" y="18"/>
                    <a:pt x="18" y="0"/>
                    <a:pt x="40" y="0"/>
                  </a:cubicBezTo>
                  <a:cubicBezTo>
                    <a:pt x="183" y="0"/>
                    <a:pt x="183" y="0"/>
                    <a:pt x="183" y="0"/>
                  </a:cubicBezTo>
                  <a:cubicBezTo>
                    <a:pt x="205" y="0"/>
                    <a:pt x="223" y="18"/>
                    <a:pt x="223" y="40"/>
                  </a:cubicBezTo>
                  <a:cubicBezTo>
                    <a:pt x="223" y="111"/>
                    <a:pt x="223" y="111"/>
                    <a:pt x="223" y="111"/>
                  </a:cubicBezTo>
                  <a:cubicBezTo>
                    <a:pt x="223" y="132"/>
                    <a:pt x="208" y="148"/>
                    <a:pt x="188" y="150"/>
                  </a:cubicBezTo>
                  <a:cubicBezTo>
                    <a:pt x="188" y="183"/>
                    <a:pt x="188" y="183"/>
                    <a:pt x="188" y="183"/>
                  </a:cubicBezTo>
                  <a:cubicBezTo>
                    <a:pt x="188" y="185"/>
                    <a:pt x="187" y="186"/>
                    <a:pt x="185" y="187"/>
                  </a:cubicBezTo>
                  <a:cubicBezTo>
                    <a:pt x="185" y="187"/>
                    <a:pt x="184" y="187"/>
                    <a:pt x="184" y="187"/>
                  </a:cubicBezTo>
                  <a:moveTo>
                    <a:pt x="40" y="8"/>
                  </a:moveTo>
                  <a:cubicBezTo>
                    <a:pt x="22" y="8"/>
                    <a:pt x="8" y="23"/>
                    <a:pt x="8" y="40"/>
                  </a:cubicBezTo>
                  <a:cubicBezTo>
                    <a:pt x="8" y="111"/>
                    <a:pt x="8" y="111"/>
                    <a:pt x="8" y="111"/>
                  </a:cubicBezTo>
                  <a:cubicBezTo>
                    <a:pt x="8" y="128"/>
                    <a:pt x="22" y="143"/>
                    <a:pt x="40" y="143"/>
                  </a:cubicBezTo>
                  <a:cubicBezTo>
                    <a:pt x="148" y="143"/>
                    <a:pt x="148" y="143"/>
                    <a:pt x="148" y="143"/>
                  </a:cubicBezTo>
                  <a:cubicBezTo>
                    <a:pt x="149" y="143"/>
                    <a:pt x="150" y="143"/>
                    <a:pt x="151" y="144"/>
                  </a:cubicBezTo>
                  <a:cubicBezTo>
                    <a:pt x="180" y="173"/>
                    <a:pt x="180" y="173"/>
                    <a:pt x="180" y="173"/>
                  </a:cubicBezTo>
                  <a:cubicBezTo>
                    <a:pt x="180" y="147"/>
                    <a:pt x="180" y="147"/>
                    <a:pt x="180" y="147"/>
                  </a:cubicBezTo>
                  <a:cubicBezTo>
                    <a:pt x="180" y="144"/>
                    <a:pt x="182" y="143"/>
                    <a:pt x="184" y="143"/>
                  </a:cubicBezTo>
                  <a:cubicBezTo>
                    <a:pt x="201" y="143"/>
                    <a:pt x="215" y="129"/>
                    <a:pt x="215" y="111"/>
                  </a:cubicBezTo>
                  <a:cubicBezTo>
                    <a:pt x="215" y="40"/>
                    <a:pt x="215" y="40"/>
                    <a:pt x="215" y="40"/>
                  </a:cubicBezTo>
                  <a:cubicBezTo>
                    <a:pt x="215" y="23"/>
                    <a:pt x="200" y="8"/>
                    <a:pt x="183" y="8"/>
                  </a:cubicBezTo>
                  <a:lnTo>
                    <a:pt x="40" y="8"/>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03"/>
              <a:endParaRPr lang="en-US" sz="1700">
                <a:solidFill>
                  <a:srgbClr val="FFFFFF"/>
                </a:solidFill>
              </a:endParaRPr>
            </a:p>
          </p:txBody>
        </p:sp>
      </p:grpSp>
    </p:spTree>
    <p:extLst>
      <p:ext uri="{BB962C8B-B14F-4D97-AF65-F5344CB8AC3E}">
        <p14:creationId xmlns="" xmlns:p14="http://schemas.microsoft.com/office/powerpoint/2010/main" val="46883938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Announcement, &quot;special&quot; slides">
    <p:spTree>
      <p:nvGrpSpPr>
        <p:cNvPr id="1" name=""/>
        <p:cNvGrpSpPr/>
        <p:nvPr/>
      </p:nvGrpSpPr>
      <p:grpSpPr>
        <a:xfrm>
          <a:off x="0" y="0"/>
          <a:ext cx="0" cy="0"/>
          <a:chOff x="0" y="0"/>
          <a:chExt cx="0" cy="0"/>
        </a:xfrm>
      </p:grpSpPr>
      <p:sp>
        <p:nvSpPr>
          <p:cNvPr id="5" name="Title Tile"/>
          <p:cNvSpPr/>
          <p:nvPr userDrawn="1"/>
        </p:nvSpPr>
        <p:spPr bwMode="auto">
          <a:xfrm>
            <a:off x="3278844" y="2889821"/>
            <a:ext cx="5856742"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6" name="Arrow Bar"/>
          <p:cNvSpPr/>
          <p:nvPr userDrawn="1"/>
        </p:nvSpPr>
        <p:spPr bwMode="auto">
          <a:xfrm>
            <a:off x="3278841" y="1373194"/>
            <a:ext cx="5856742" cy="1359722"/>
          </a:xfrm>
          <a:prstGeom prst="rect">
            <a:avLst/>
          </a:prstGeom>
          <a:solidFill>
            <a:schemeClr val="accent3"/>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7" name="Text Placeholder 6"/>
          <p:cNvSpPr>
            <a:spLocks noGrp="1"/>
          </p:cNvSpPr>
          <p:nvPr>
            <p:ph type="body" sz="quarter" idx="10" hasCustomPrompt="1"/>
          </p:nvPr>
        </p:nvSpPr>
        <p:spPr>
          <a:xfrm>
            <a:off x="3417049" y="1438580"/>
            <a:ext cx="4537806" cy="1250035"/>
          </a:xfrm>
        </p:spPr>
        <p:txBody>
          <a:bodyPr anchor="ctr" anchorCtr="0">
            <a:noAutofit/>
            <a:scene3d>
              <a:camera prst="orthographicFront"/>
              <a:lightRig rig="flat" dir="t"/>
            </a:scene3d>
            <a:sp3d>
              <a:contourClr>
                <a:schemeClr val="tx2"/>
              </a:contourClr>
            </a:sp3d>
          </a:bodyPr>
          <a:lstStyle>
            <a:lvl1pPr marL="0" indent="0" algn="l" defTabSz="776803" rtl="0" eaLnBrk="1" latinLnBrk="0" hangingPunct="1">
              <a:lnSpc>
                <a:spcPct val="90000"/>
              </a:lnSpc>
              <a:spcBef>
                <a:spcPct val="0"/>
              </a:spcBef>
              <a:buFont typeface="Arial" pitchFamily="34" charset="0"/>
              <a:buNone/>
              <a:defRPr lang="en-US" sz="4600" b="1" kern="1200" cap="none" spc="-86" baseline="0" dirty="0" smtClean="0">
                <a:ln w="3175">
                  <a:noFill/>
                </a:ln>
                <a:solidFill>
                  <a:schemeClr val="tx1">
                    <a:alpha val="99000"/>
                  </a:schemeClr>
                </a:solidFill>
                <a:effectLst/>
                <a:latin typeface="Segoe UI" pitchFamily="34" charset="0"/>
                <a:ea typeface="Segoe UI" pitchFamily="34" charset="0"/>
                <a:cs typeface="Segoe UI" pitchFamily="34" charset="0"/>
              </a:defRPr>
            </a:lvl1pPr>
          </a:lstStyle>
          <a:p>
            <a:pPr lvl="0"/>
            <a:r>
              <a:rPr lang="en-US" dirty="0" smtClean="0"/>
              <a:t>Announcement</a:t>
            </a:r>
          </a:p>
        </p:txBody>
      </p:sp>
      <p:sp useBgFill="1">
        <p:nvSpPr>
          <p:cNvPr id="9" name="Left Mask"/>
          <p:cNvSpPr/>
          <p:nvPr userDrawn="1"/>
        </p:nvSpPr>
        <p:spPr bwMode="auto">
          <a:xfrm>
            <a:off x="2" y="1373195"/>
            <a:ext cx="3278841"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3" name="Subtitle 2"/>
          <p:cNvSpPr>
            <a:spLocks noGrp="1"/>
          </p:cNvSpPr>
          <p:nvPr>
            <p:ph type="subTitle" idx="1"/>
          </p:nvPr>
        </p:nvSpPr>
        <p:spPr>
          <a:xfrm>
            <a:off x="3417048" y="4698227"/>
            <a:ext cx="5405185" cy="418597"/>
          </a:xfrm>
        </p:spPr>
        <p:txBody>
          <a:bodyPr>
            <a:noAutofit/>
          </a:bodyPr>
          <a:lstStyle>
            <a:lvl1pPr marL="0" indent="0" algn="l" defTabSz="776803"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02" indent="0" algn="ctr">
              <a:buNone/>
              <a:defRPr>
                <a:solidFill>
                  <a:schemeClr val="tx1">
                    <a:tint val="75000"/>
                  </a:schemeClr>
                </a:solidFill>
              </a:defRPr>
            </a:lvl2pPr>
            <a:lvl3pPr marL="776803" indent="0" algn="ctr">
              <a:buNone/>
              <a:defRPr>
                <a:solidFill>
                  <a:schemeClr val="tx1">
                    <a:tint val="75000"/>
                  </a:schemeClr>
                </a:solidFill>
              </a:defRPr>
            </a:lvl3pPr>
            <a:lvl4pPr marL="1165205" indent="0" algn="ctr">
              <a:buNone/>
              <a:defRPr>
                <a:solidFill>
                  <a:schemeClr val="tx1">
                    <a:tint val="75000"/>
                  </a:schemeClr>
                </a:solidFill>
              </a:defRPr>
            </a:lvl4pPr>
            <a:lvl5pPr marL="1553605" indent="0" algn="ctr">
              <a:buNone/>
              <a:defRPr>
                <a:solidFill>
                  <a:schemeClr val="tx1">
                    <a:tint val="75000"/>
                  </a:schemeClr>
                </a:solidFill>
              </a:defRPr>
            </a:lvl5pPr>
            <a:lvl6pPr marL="1942007" indent="0" algn="ctr">
              <a:buNone/>
              <a:defRPr>
                <a:solidFill>
                  <a:schemeClr val="tx1">
                    <a:tint val="75000"/>
                  </a:schemeClr>
                </a:solidFill>
              </a:defRPr>
            </a:lvl6pPr>
            <a:lvl7pPr marL="2330408" indent="0" algn="ctr">
              <a:buNone/>
              <a:defRPr>
                <a:solidFill>
                  <a:schemeClr val="tx1">
                    <a:tint val="75000"/>
                  </a:schemeClr>
                </a:solidFill>
              </a:defRPr>
            </a:lvl7pPr>
            <a:lvl8pPr marL="2718810" indent="0" algn="ctr">
              <a:buNone/>
              <a:defRPr>
                <a:solidFill>
                  <a:schemeClr val="tx1">
                    <a:tint val="75000"/>
                  </a:schemeClr>
                </a:solidFill>
              </a:defRPr>
            </a:lvl8pPr>
            <a:lvl9pPr marL="3107210" indent="0" algn="ctr">
              <a:buNone/>
              <a:defRPr>
                <a:solidFill>
                  <a:schemeClr val="tx1">
                    <a:tint val="75000"/>
                  </a:schemeClr>
                </a:solidFill>
              </a:defRPr>
            </a:lvl9pPr>
          </a:lstStyle>
          <a:p>
            <a:r>
              <a:rPr lang="en-US" smtClean="0"/>
              <a:t>Click to edit Master subtitle style</a:t>
            </a:r>
            <a:endParaRPr lang="en-US" dirty="0"/>
          </a:p>
        </p:txBody>
      </p:sp>
      <p:sp>
        <p:nvSpPr>
          <p:cNvPr id="10" name="Circle Arrow"/>
          <p:cNvSpPr>
            <a:spLocks noEditPoints="1"/>
          </p:cNvSpPr>
          <p:nvPr userDrawn="1"/>
        </p:nvSpPr>
        <p:spPr bwMode="auto">
          <a:xfrm rot="5400000">
            <a:off x="8096812"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3" tIns="38843" rIns="77683" bIns="38843" numCol="1" anchor="t" anchorCtr="0" compatLnSpc="1">
            <a:prstTxWarp prst="textNoShape">
              <a:avLst/>
            </a:prstTxWarp>
          </a:bodyPr>
          <a:lstStyle/>
          <a:p>
            <a:pPr defTabSz="776803"/>
            <a:endParaRPr lang="en-US" sz="1700">
              <a:solidFill>
                <a:srgbClr val="FFFFFF"/>
              </a:solidFill>
            </a:endParaRPr>
          </a:p>
        </p:txBody>
      </p:sp>
      <p:sp>
        <p:nvSpPr>
          <p:cNvPr id="11" name="TechEd Tile"/>
          <p:cNvSpPr/>
          <p:nvPr userDrawn="1"/>
        </p:nvSpPr>
        <p:spPr bwMode="auto">
          <a:xfrm>
            <a:off x="835711" y="1373194"/>
            <a:ext cx="2310297"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pic>
        <p:nvPicPr>
          <p:cNvPr id="12" name="TechEd Logo"/>
          <p:cNvPicPr>
            <a:picLocks noChangeAspect="1" noChangeArrowheads="1"/>
          </p:cNvPicPr>
          <p:nvPr userDrawn="1"/>
        </p:nvPicPr>
        <p:blipFill rotWithShape="1">
          <a:blip r:embed="rId2" cstate="print">
            <a:extLst>
              <a:ext uri="{28A0092B-C50C-407E-A947-70E740481C1C}">
                <a14:useLocalDpi xmlns="" xmlns:a14="http://schemas.microsoft.com/office/drawing/2010/main" val="0"/>
              </a:ext>
            </a:extLst>
          </a:blip>
          <a:srcRect r="8530"/>
          <a:stretch/>
        </p:blipFill>
        <p:spPr bwMode="auto">
          <a:xfrm>
            <a:off x="1145802"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sp useBgFill="1">
        <p:nvSpPr>
          <p:cNvPr id="13" name="Top Mask"/>
          <p:cNvSpPr/>
          <p:nvPr userDrawn="1"/>
        </p:nvSpPr>
        <p:spPr bwMode="auto">
          <a:xfrm>
            <a:off x="0" y="2"/>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useBgFill="1">
        <p:nvSpPr>
          <p:cNvPr id="14" name="Right Mask"/>
          <p:cNvSpPr/>
          <p:nvPr userDrawn="1"/>
        </p:nvSpPr>
        <p:spPr bwMode="auto">
          <a:xfrm>
            <a:off x="9135584" y="1478675"/>
            <a:ext cx="830742"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2" name="Title 1"/>
          <p:cNvSpPr>
            <a:spLocks noGrp="1"/>
          </p:cNvSpPr>
          <p:nvPr>
            <p:ph type="ctrTitle"/>
          </p:nvPr>
        </p:nvSpPr>
        <p:spPr>
          <a:xfrm>
            <a:off x="3417048" y="2889821"/>
            <a:ext cx="5405185" cy="1381373"/>
          </a:xfrm>
        </p:spPr>
        <p:txBody>
          <a:bodyPr anchor="ctr" anchorCtr="0">
            <a:noAutofit/>
          </a:bodyPr>
          <a:lstStyle>
            <a:lvl1pPr algn="l" defTabSz="776803" rtl="0" eaLnBrk="1" latinLnBrk="0" hangingPunct="1">
              <a:lnSpc>
                <a:spcPct val="90000"/>
              </a:lnSpc>
              <a:spcBef>
                <a:spcPct val="0"/>
              </a:spcBef>
              <a:buNone/>
              <a:defRPr lang="en-US" sz="3300" b="1" kern="1200" cap="none" spc="-86" baseline="0" dirty="0">
                <a:ln w="3175">
                  <a:noFill/>
                </a:ln>
                <a:solidFill>
                  <a:schemeClr val="accent3">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useBgFill="1">
        <p:nvSpPr>
          <p:cNvPr id="15" name="Bottom Mask"/>
          <p:cNvSpPr/>
          <p:nvPr userDrawn="1"/>
        </p:nvSpPr>
        <p:spPr bwMode="auto">
          <a:xfrm>
            <a:off x="3278844" y="5449597"/>
            <a:ext cx="6687484"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grpSp>
        <p:nvGrpSpPr>
          <p:cNvPr id="17" name="Orange Tile"/>
          <p:cNvGrpSpPr/>
          <p:nvPr userDrawn="1"/>
        </p:nvGrpSpPr>
        <p:grpSpPr>
          <a:xfrm>
            <a:off x="830627" y="2890132"/>
            <a:ext cx="2311734" cy="2563506"/>
            <a:chOff x="1351800" y="-1084759"/>
            <a:chExt cx="2827252" cy="2827252"/>
          </a:xfrm>
        </p:grpSpPr>
        <p:sp>
          <p:nvSpPr>
            <p:cNvPr id="18" name="Rectangle 17"/>
            <p:cNvSpPr/>
            <p:nvPr/>
          </p:nvSpPr>
          <p:spPr bwMode="auto">
            <a:xfrm>
              <a:off x="1351800" y="-1084759"/>
              <a:ext cx="2827252" cy="2827252"/>
            </a:xfrm>
            <a:prstGeom prst="rect">
              <a:avLst/>
            </a:prstGeom>
            <a:solidFill>
              <a:schemeClr val="accent3"/>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22" name="Freeform 21"/>
            <p:cNvSpPr>
              <a:spLocks noEditPoints="1"/>
            </p:cNvSpPr>
            <p:nvPr/>
          </p:nvSpPr>
          <p:spPr bwMode="auto">
            <a:xfrm>
              <a:off x="2005011" y="-436308"/>
              <a:ext cx="1522413" cy="1530350"/>
            </a:xfrm>
            <a:custGeom>
              <a:avLst/>
              <a:gdLst>
                <a:gd name="T0" fmla="*/ 6 w 187"/>
                <a:gd name="T1" fmla="*/ 188 h 188"/>
                <a:gd name="T2" fmla="*/ 129 w 187"/>
                <a:gd name="T3" fmla="*/ 64 h 188"/>
                <a:gd name="T4" fmla="*/ 180 w 187"/>
                <a:gd name="T5" fmla="*/ 115 h 188"/>
                <a:gd name="T6" fmla="*/ 185 w 187"/>
                <a:gd name="T7" fmla="*/ 116 h 188"/>
                <a:gd name="T8" fmla="*/ 187 w 187"/>
                <a:gd name="T9" fmla="*/ 112 h 188"/>
                <a:gd name="T10" fmla="*/ 187 w 187"/>
                <a:gd name="T11" fmla="*/ 4 h 188"/>
                <a:gd name="T12" fmla="*/ 183 w 187"/>
                <a:gd name="T13" fmla="*/ 0 h 188"/>
                <a:gd name="T14" fmla="*/ 75 w 187"/>
                <a:gd name="T15" fmla="*/ 0 h 188"/>
                <a:gd name="T16" fmla="*/ 71 w 187"/>
                <a:gd name="T17" fmla="*/ 3 h 188"/>
                <a:gd name="T18" fmla="*/ 71 w 187"/>
                <a:gd name="T19" fmla="*/ 4 h 188"/>
                <a:gd name="T20" fmla="*/ 72 w 187"/>
                <a:gd name="T21" fmla="*/ 7 h 188"/>
                <a:gd name="T22" fmla="*/ 123 w 187"/>
                <a:gd name="T23" fmla="*/ 58 h 188"/>
                <a:gd name="T24" fmla="*/ 0 w 187"/>
                <a:gd name="T25" fmla="*/ 182 h 188"/>
                <a:gd name="T26" fmla="*/ 6 w 187"/>
                <a:gd name="T27" fmla="*/ 188 h 188"/>
                <a:gd name="T28" fmla="*/ 179 w 187"/>
                <a:gd name="T29" fmla="*/ 8 h 188"/>
                <a:gd name="T30" fmla="*/ 179 w 187"/>
                <a:gd name="T31" fmla="*/ 103 h 188"/>
                <a:gd name="T32" fmla="*/ 85 w 187"/>
                <a:gd name="T33" fmla="*/ 8 h 188"/>
                <a:gd name="T34" fmla="*/ 179 w 187"/>
                <a:gd name="T35" fmla="*/ 8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7" h="188">
                  <a:moveTo>
                    <a:pt x="6" y="188"/>
                  </a:moveTo>
                  <a:cubicBezTo>
                    <a:pt x="129" y="64"/>
                    <a:pt x="129" y="64"/>
                    <a:pt x="129" y="64"/>
                  </a:cubicBezTo>
                  <a:cubicBezTo>
                    <a:pt x="180" y="115"/>
                    <a:pt x="180" y="115"/>
                    <a:pt x="180" y="115"/>
                  </a:cubicBezTo>
                  <a:cubicBezTo>
                    <a:pt x="181" y="116"/>
                    <a:pt x="183" y="117"/>
                    <a:pt x="185" y="116"/>
                  </a:cubicBezTo>
                  <a:cubicBezTo>
                    <a:pt x="186" y="116"/>
                    <a:pt x="187" y="114"/>
                    <a:pt x="187" y="112"/>
                  </a:cubicBezTo>
                  <a:cubicBezTo>
                    <a:pt x="187" y="4"/>
                    <a:pt x="187" y="4"/>
                    <a:pt x="187" y="4"/>
                  </a:cubicBezTo>
                  <a:cubicBezTo>
                    <a:pt x="187" y="2"/>
                    <a:pt x="185" y="0"/>
                    <a:pt x="183" y="0"/>
                  </a:cubicBezTo>
                  <a:cubicBezTo>
                    <a:pt x="75" y="0"/>
                    <a:pt x="75" y="0"/>
                    <a:pt x="75" y="0"/>
                  </a:cubicBezTo>
                  <a:cubicBezTo>
                    <a:pt x="73" y="0"/>
                    <a:pt x="72" y="1"/>
                    <a:pt x="71" y="3"/>
                  </a:cubicBezTo>
                  <a:cubicBezTo>
                    <a:pt x="71" y="3"/>
                    <a:pt x="71" y="4"/>
                    <a:pt x="71" y="4"/>
                  </a:cubicBezTo>
                  <a:cubicBezTo>
                    <a:pt x="71" y="6"/>
                    <a:pt x="71" y="7"/>
                    <a:pt x="72" y="7"/>
                  </a:cubicBezTo>
                  <a:cubicBezTo>
                    <a:pt x="123" y="58"/>
                    <a:pt x="123" y="58"/>
                    <a:pt x="123" y="58"/>
                  </a:cubicBezTo>
                  <a:cubicBezTo>
                    <a:pt x="0" y="182"/>
                    <a:pt x="0" y="182"/>
                    <a:pt x="0" y="182"/>
                  </a:cubicBezTo>
                  <a:lnTo>
                    <a:pt x="6" y="188"/>
                  </a:lnTo>
                  <a:close/>
                  <a:moveTo>
                    <a:pt x="179" y="8"/>
                  </a:moveTo>
                  <a:cubicBezTo>
                    <a:pt x="179" y="103"/>
                    <a:pt x="179" y="103"/>
                    <a:pt x="179" y="103"/>
                  </a:cubicBezTo>
                  <a:cubicBezTo>
                    <a:pt x="85" y="8"/>
                    <a:pt x="85" y="8"/>
                    <a:pt x="85" y="8"/>
                  </a:cubicBezTo>
                  <a:lnTo>
                    <a:pt x="179" y="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defTabSz="776803"/>
              <a:endParaRPr lang="en-US" sz="1700">
                <a:solidFill>
                  <a:srgbClr val="FFFFFF"/>
                </a:solidFill>
              </a:endParaRPr>
            </a:p>
          </p:txBody>
        </p:sp>
      </p:grpSp>
    </p:spTree>
    <p:extLst>
      <p:ext uri="{BB962C8B-B14F-4D97-AF65-F5344CB8AC3E}">
        <p14:creationId xmlns="" xmlns:p14="http://schemas.microsoft.com/office/powerpoint/2010/main" val="368686023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Etc., &quot;special&quot; slides">
    <p:spTree>
      <p:nvGrpSpPr>
        <p:cNvPr id="1" name=""/>
        <p:cNvGrpSpPr/>
        <p:nvPr/>
      </p:nvGrpSpPr>
      <p:grpSpPr>
        <a:xfrm>
          <a:off x="0" y="0"/>
          <a:ext cx="0" cy="0"/>
          <a:chOff x="0" y="0"/>
          <a:chExt cx="0" cy="0"/>
        </a:xfrm>
      </p:grpSpPr>
      <p:sp>
        <p:nvSpPr>
          <p:cNvPr id="5" name="Title Tile"/>
          <p:cNvSpPr/>
          <p:nvPr userDrawn="1"/>
        </p:nvSpPr>
        <p:spPr bwMode="auto">
          <a:xfrm>
            <a:off x="3278844" y="2889821"/>
            <a:ext cx="5856742"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6" name="Arrow Bar"/>
          <p:cNvSpPr/>
          <p:nvPr userDrawn="1"/>
        </p:nvSpPr>
        <p:spPr bwMode="auto">
          <a:xfrm>
            <a:off x="3278841" y="1373194"/>
            <a:ext cx="5856742" cy="1359722"/>
          </a:xfrm>
          <a:prstGeom prst="rect">
            <a:avLst/>
          </a:prstGeom>
          <a:solidFill>
            <a:schemeClr val="accent4"/>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7" name="Text Placeholder 6"/>
          <p:cNvSpPr>
            <a:spLocks noGrp="1"/>
          </p:cNvSpPr>
          <p:nvPr>
            <p:ph type="body" sz="quarter" idx="10" hasCustomPrompt="1"/>
          </p:nvPr>
        </p:nvSpPr>
        <p:spPr>
          <a:xfrm>
            <a:off x="3417049" y="1438580"/>
            <a:ext cx="4537806" cy="1250035"/>
          </a:xfrm>
        </p:spPr>
        <p:txBody>
          <a:bodyPr anchor="ctr" anchorCtr="0">
            <a:noAutofit/>
            <a:scene3d>
              <a:camera prst="orthographicFront"/>
              <a:lightRig rig="flat" dir="t"/>
            </a:scene3d>
            <a:sp3d>
              <a:contourClr>
                <a:schemeClr val="tx2"/>
              </a:contourClr>
            </a:sp3d>
          </a:bodyPr>
          <a:lstStyle>
            <a:lvl1pPr marL="0" indent="0" algn="l" defTabSz="776803" rtl="0" eaLnBrk="1" latinLnBrk="0" hangingPunct="1">
              <a:lnSpc>
                <a:spcPct val="90000"/>
              </a:lnSpc>
              <a:spcBef>
                <a:spcPct val="0"/>
              </a:spcBef>
              <a:buFont typeface="Arial" pitchFamily="34" charset="0"/>
              <a:buNone/>
              <a:defRPr lang="en-US" sz="4600" b="1" kern="1200" cap="none" spc="-86" baseline="0" dirty="0" smtClean="0">
                <a:ln w="3175">
                  <a:noFill/>
                </a:ln>
                <a:solidFill>
                  <a:schemeClr val="tx1">
                    <a:alpha val="99000"/>
                  </a:schemeClr>
                </a:solidFill>
                <a:effectLst/>
                <a:latin typeface="Segoe UI" pitchFamily="34" charset="0"/>
                <a:ea typeface="Segoe UI" pitchFamily="34" charset="0"/>
                <a:cs typeface="Segoe UI" pitchFamily="34" charset="0"/>
              </a:defRPr>
            </a:lvl1pPr>
          </a:lstStyle>
          <a:p>
            <a:pPr lvl="0"/>
            <a:r>
              <a:rPr lang="en-US" dirty="0" smtClean="0"/>
              <a:t>Title</a:t>
            </a:r>
          </a:p>
        </p:txBody>
      </p:sp>
      <p:sp useBgFill="1">
        <p:nvSpPr>
          <p:cNvPr id="9" name="Left Mask"/>
          <p:cNvSpPr/>
          <p:nvPr userDrawn="1"/>
        </p:nvSpPr>
        <p:spPr bwMode="auto">
          <a:xfrm>
            <a:off x="2" y="1373195"/>
            <a:ext cx="3278841"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3" name="Subtitle 2"/>
          <p:cNvSpPr>
            <a:spLocks noGrp="1"/>
          </p:cNvSpPr>
          <p:nvPr>
            <p:ph type="subTitle" idx="1"/>
          </p:nvPr>
        </p:nvSpPr>
        <p:spPr>
          <a:xfrm>
            <a:off x="3417048" y="4698227"/>
            <a:ext cx="5405185" cy="418597"/>
          </a:xfrm>
        </p:spPr>
        <p:txBody>
          <a:bodyPr>
            <a:noAutofit/>
          </a:bodyPr>
          <a:lstStyle>
            <a:lvl1pPr marL="0" indent="0" algn="l" defTabSz="776803"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02" indent="0" algn="ctr">
              <a:buNone/>
              <a:defRPr>
                <a:solidFill>
                  <a:schemeClr val="tx1">
                    <a:tint val="75000"/>
                  </a:schemeClr>
                </a:solidFill>
              </a:defRPr>
            </a:lvl2pPr>
            <a:lvl3pPr marL="776803" indent="0" algn="ctr">
              <a:buNone/>
              <a:defRPr>
                <a:solidFill>
                  <a:schemeClr val="tx1">
                    <a:tint val="75000"/>
                  </a:schemeClr>
                </a:solidFill>
              </a:defRPr>
            </a:lvl3pPr>
            <a:lvl4pPr marL="1165205" indent="0" algn="ctr">
              <a:buNone/>
              <a:defRPr>
                <a:solidFill>
                  <a:schemeClr val="tx1">
                    <a:tint val="75000"/>
                  </a:schemeClr>
                </a:solidFill>
              </a:defRPr>
            </a:lvl4pPr>
            <a:lvl5pPr marL="1553605" indent="0" algn="ctr">
              <a:buNone/>
              <a:defRPr>
                <a:solidFill>
                  <a:schemeClr val="tx1">
                    <a:tint val="75000"/>
                  </a:schemeClr>
                </a:solidFill>
              </a:defRPr>
            </a:lvl5pPr>
            <a:lvl6pPr marL="1942007" indent="0" algn="ctr">
              <a:buNone/>
              <a:defRPr>
                <a:solidFill>
                  <a:schemeClr val="tx1">
                    <a:tint val="75000"/>
                  </a:schemeClr>
                </a:solidFill>
              </a:defRPr>
            </a:lvl6pPr>
            <a:lvl7pPr marL="2330408" indent="0" algn="ctr">
              <a:buNone/>
              <a:defRPr>
                <a:solidFill>
                  <a:schemeClr val="tx1">
                    <a:tint val="75000"/>
                  </a:schemeClr>
                </a:solidFill>
              </a:defRPr>
            </a:lvl7pPr>
            <a:lvl8pPr marL="2718810" indent="0" algn="ctr">
              <a:buNone/>
              <a:defRPr>
                <a:solidFill>
                  <a:schemeClr val="tx1">
                    <a:tint val="75000"/>
                  </a:schemeClr>
                </a:solidFill>
              </a:defRPr>
            </a:lvl8pPr>
            <a:lvl9pPr marL="3107210" indent="0" algn="ctr">
              <a:buNone/>
              <a:defRPr>
                <a:solidFill>
                  <a:schemeClr val="tx1">
                    <a:tint val="75000"/>
                  </a:schemeClr>
                </a:solidFill>
              </a:defRPr>
            </a:lvl9pPr>
          </a:lstStyle>
          <a:p>
            <a:r>
              <a:rPr lang="en-US" smtClean="0"/>
              <a:t>Click to edit Master subtitle style</a:t>
            </a:r>
            <a:endParaRPr lang="en-US" dirty="0"/>
          </a:p>
        </p:txBody>
      </p:sp>
      <p:sp>
        <p:nvSpPr>
          <p:cNvPr id="10" name="Circle Arrow"/>
          <p:cNvSpPr>
            <a:spLocks noEditPoints="1"/>
          </p:cNvSpPr>
          <p:nvPr userDrawn="1"/>
        </p:nvSpPr>
        <p:spPr bwMode="auto">
          <a:xfrm rot="5400000">
            <a:off x="8096812"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3" tIns="38843" rIns="77683" bIns="38843" numCol="1" anchor="t" anchorCtr="0" compatLnSpc="1">
            <a:prstTxWarp prst="textNoShape">
              <a:avLst/>
            </a:prstTxWarp>
          </a:bodyPr>
          <a:lstStyle/>
          <a:p>
            <a:pPr defTabSz="776803"/>
            <a:endParaRPr lang="en-US" sz="1700">
              <a:solidFill>
                <a:srgbClr val="FFFFFF"/>
              </a:solidFill>
            </a:endParaRPr>
          </a:p>
        </p:txBody>
      </p:sp>
      <p:sp>
        <p:nvSpPr>
          <p:cNvPr id="11" name="TechEd Tile"/>
          <p:cNvSpPr/>
          <p:nvPr userDrawn="1"/>
        </p:nvSpPr>
        <p:spPr bwMode="auto">
          <a:xfrm>
            <a:off x="835711" y="1373194"/>
            <a:ext cx="2310297"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0" tIns="38840" rIns="77680" bIns="38840"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pic>
        <p:nvPicPr>
          <p:cNvPr id="12" name="TechEd Logo"/>
          <p:cNvPicPr>
            <a:picLocks noChangeAspect="1" noChangeArrowheads="1"/>
          </p:cNvPicPr>
          <p:nvPr userDrawn="1"/>
        </p:nvPicPr>
        <p:blipFill rotWithShape="1">
          <a:blip r:embed="rId2" cstate="print">
            <a:extLst>
              <a:ext uri="{28A0092B-C50C-407E-A947-70E740481C1C}">
                <a14:useLocalDpi xmlns="" xmlns:a14="http://schemas.microsoft.com/office/drawing/2010/main" val="0"/>
              </a:ext>
            </a:extLst>
          </a:blip>
          <a:srcRect r="8530"/>
          <a:stretch/>
        </p:blipFill>
        <p:spPr bwMode="auto">
          <a:xfrm>
            <a:off x="1145802"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sp useBgFill="1">
        <p:nvSpPr>
          <p:cNvPr id="13" name="Top Mask"/>
          <p:cNvSpPr/>
          <p:nvPr userDrawn="1"/>
        </p:nvSpPr>
        <p:spPr bwMode="auto">
          <a:xfrm>
            <a:off x="0" y="2"/>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useBgFill="1">
        <p:nvSpPr>
          <p:cNvPr id="14" name="Right Mask"/>
          <p:cNvSpPr/>
          <p:nvPr userDrawn="1"/>
        </p:nvSpPr>
        <p:spPr bwMode="auto">
          <a:xfrm>
            <a:off x="9135584" y="1478675"/>
            <a:ext cx="830742"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2" name="Title 1"/>
          <p:cNvSpPr>
            <a:spLocks noGrp="1"/>
          </p:cNvSpPr>
          <p:nvPr>
            <p:ph type="ctrTitle"/>
          </p:nvPr>
        </p:nvSpPr>
        <p:spPr>
          <a:xfrm>
            <a:off x="3417048" y="2889821"/>
            <a:ext cx="5405185" cy="1381373"/>
          </a:xfrm>
        </p:spPr>
        <p:txBody>
          <a:bodyPr anchor="ctr" anchorCtr="0">
            <a:noAutofit/>
          </a:bodyPr>
          <a:lstStyle>
            <a:lvl1pPr algn="l" defTabSz="776803" rtl="0" eaLnBrk="1" latinLnBrk="0" hangingPunct="1">
              <a:lnSpc>
                <a:spcPct val="90000"/>
              </a:lnSpc>
              <a:spcBef>
                <a:spcPct val="0"/>
              </a:spcBef>
              <a:buNone/>
              <a:defRPr lang="en-US" sz="3300" b="1" kern="1200" cap="none" spc="-86" baseline="0" dirty="0">
                <a:ln w="3175">
                  <a:noFill/>
                </a:ln>
                <a:solidFill>
                  <a:schemeClr val="accent4">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useBgFill="1">
        <p:nvSpPr>
          <p:cNvPr id="15" name="Bottom Mask"/>
          <p:cNvSpPr/>
          <p:nvPr userDrawn="1"/>
        </p:nvSpPr>
        <p:spPr bwMode="auto">
          <a:xfrm>
            <a:off x="3278844" y="5449597"/>
            <a:ext cx="6687484"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0" tIns="38840" rIns="77680" bIns="38840" numCol="1" spcCol="0" rtlCol="0" fromWordArt="0" anchor="ctr" anchorCtr="0" forceAA="0" compatLnSpc="1">
            <a:prstTxWarp prst="textNoShape">
              <a:avLst/>
            </a:prstTxWarp>
            <a:noAutofit/>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grpSp>
        <p:nvGrpSpPr>
          <p:cNvPr id="19" name="Teal Tile"/>
          <p:cNvGrpSpPr/>
          <p:nvPr userDrawn="1"/>
        </p:nvGrpSpPr>
        <p:grpSpPr>
          <a:xfrm>
            <a:off x="830627" y="2889819"/>
            <a:ext cx="2311734" cy="2563506"/>
            <a:chOff x="823093" y="-1413626"/>
            <a:chExt cx="2827252" cy="2827252"/>
          </a:xfrm>
        </p:grpSpPr>
        <p:sp>
          <p:nvSpPr>
            <p:cNvPr id="20" name="Rectangle 19"/>
            <p:cNvSpPr/>
            <p:nvPr/>
          </p:nvSpPr>
          <p:spPr bwMode="auto">
            <a:xfrm>
              <a:off x="823093" y="-1413626"/>
              <a:ext cx="2827252" cy="2827252"/>
            </a:xfrm>
            <a:prstGeom prst="rect">
              <a:avLst/>
            </a:prstGeom>
            <a:solidFill>
              <a:schemeClr val="accent4"/>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579"/>
              <a:endParaRPr lang="en-US" sz="2000" dirty="0">
                <a:solidFill>
                  <a:srgbClr val="FFFFFF">
                    <a:lumMod val="20000"/>
                    <a:lumOff val="80000"/>
                    <a:alpha val="99000"/>
                  </a:srgbClr>
                </a:solidFill>
                <a:ea typeface="Segoe UI" pitchFamily="34" charset="0"/>
                <a:cs typeface="Segoe UI" pitchFamily="34" charset="0"/>
              </a:endParaRPr>
            </a:p>
          </p:txBody>
        </p:sp>
        <p:sp>
          <p:nvSpPr>
            <p:cNvPr id="21" name="Freeform 20"/>
            <p:cNvSpPr>
              <a:spLocks noEditPoints="1"/>
            </p:cNvSpPr>
            <p:nvPr/>
          </p:nvSpPr>
          <p:spPr bwMode="auto">
            <a:xfrm>
              <a:off x="1397725" y="-232569"/>
              <a:ext cx="1677988" cy="465138"/>
            </a:xfrm>
            <a:custGeom>
              <a:avLst/>
              <a:gdLst>
                <a:gd name="T0" fmla="*/ 0 w 209"/>
                <a:gd name="T1" fmla="*/ 25 h 58"/>
                <a:gd name="T2" fmla="*/ 20 w 209"/>
                <a:gd name="T3" fmla="*/ 25 h 58"/>
                <a:gd name="T4" fmla="*/ 20 w 209"/>
                <a:gd name="T5" fmla="*/ 33 h 58"/>
                <a:gd name="T6" fmla="*/ 0 w 209"/>
                <a:gd name="T7" fmla="*/ 33 h 58"/>
                <a:gd name="T8" fmla="*/ 0 w 209"/>
                <a:gd name="T9" fmla="*/ 25 h 58"/>
                <a:gd name="T10" fmla="*/ 40 w 209"/>
                <a:gd name="T11" fmla="*/ 33 h 58"/>
                <a:gd name="T12" fmla="*/ 60 w 209"/>
                <a:gd name="T13" fmla="*/ 33 h 58"/>
                <a:gd name="T14" fmla="*/ 60 w 209"/>
                <a:gd name="T15" fmla="*/ 25 h 58"/>
                <a:gd name="T16" fmla="*/ 40 w 209"/>
                <a:gd name="T17" fmla="*/ 25 h 58"/>
                <a:gd name="T18" fmla="*/ 40 w 209"/>
                <a:gd name="T19" fmla="*/ 33 h 58"/>
                <a:gd name="T20" fmla="*/ 120 w 209"/>
                <a:gd name="T21" fmla="*/ 33 h 58"/>
                <a:gd name="T22" fmla="*/ 140 w 209"/>
                <a:gd name="T23" fmla="*/ 33 h 58"/>
                <a:gd name="T24" fmla="*/ 140 w 209"/>
                <a:gd name="T25" fmla="*/ 25 h 58"/>
                <a:gd name="T26" fmla="*/ 120 w 209"/>
                <a:gd name="T27" fmla="*/ 25 h 58"/>
                <a:gd name="T28" fmla="*/ 120 w 209"/>
                <a:gd name="T29" fmla="*/ 33 h 58"/>
                <a:gd name="T30" fmla="*/ 80 w 209"/>
                <a:gd name="T31" fmla="*/ 33 h 58"/>
                <a:gd name="T32" fmla="*/ 100 w 209"/>
                <a:gd name="T33" fmla="*/ 33 h 58"/>
                <a:gd name="T34" fmla="*/ 100 w 209"/>
                <a:gd name="T35" fmla="*/ 25 h 58"/>
                <a:gd name="T36" fmla="*/ 80 w 209"/>
                <a:gd name="T37" fmla="*/ 25 h 58"/>
                <a:gd name="T38" fmla="*/ 80 w 209"/>
                <a:gd name="T39" fmla="*/ 33 h 58"/>
                <a:gd name="T40" fmla="*/ 207 w 209"/>
                <a:gd name="T41" fmla="*/ 26 h 58"/>
                <a:gd name="T42" fmla="*/ 181 w 209"/>
                <a:gd name="T43" fmla="*/ 0 h 58"/>
                <a:gd name="T44" fmla="*/ 175 w 209"/>
                <a:gd name="T45" fmla="*/ 6 h 58"/>
                <a:gd name="T46" fmla="*/ 195 w 209"/>
                <a:gd name="T47" fmla="*/ 25 h 58"/>
                <a:gd name="T48" fmla="*/ 160 w 209"/>
                <a:gd name="T49" fmla="*/ 25 h 58"/>
                <a:gd name="T50" fmla="*/ 160 w 209"/>
                <a:gd name="T51" fmla="*/ 33 h 58"/>
                <a:gd name="T52" fmla="*/ 195 w 209"/>
                <a:gd name="T53" fmla="*/ 33 h 58"/>
                <a:gd name="T54" fmla="*/ 175 w 209"/>
                <a:gd name="T55" fmla="*/ 52 h 58"/>
                <a:gd name="T56" fmla="*/ 181 w 209"/>
                <a:gd name="T57" fmla="*/ 58 h 58"/>
                <a:gd name="T58" fmla="*/ 207 w 209"/>
                <a:gd name="T59" fmla="*/ 32 h 58"/>
                <a:gd name="T60" fmla="*/ 207 w 209"/>
                <a:gd name="T61" fmla="*/ 2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09" h="58">
                  <a:moveTo>
                    <a:pt x="0" y="25"/>
                  </a:moveTo>
                  <a:cubicBezTo>
                    <a:pt x="20" y="25"/>
                    <a:pt x="20" y="25"/>
                    <a:pt x="20" y="25"/>
                  </a:cubicBezTo>
                  <a:cubicBezTo>
                    <a:pt x="20" y="33"/>
                    <a:pt x="20" y="33"/>
                    <a:pt x="20" y="33"/>
                  </a:cubicBezTo>
                  <a:cubicBezTo>
                    <a:pt x="0" y="33"/>
                    <a:pt x="0" y="33"/>
                    <a:pt x="0" y="33"/>
                  </a:cubicBezTo>
                  <a:lnTo>
                    <a:pt x="0" y="25"/>
                  </a:lnTo>
                  <a:close/>
                  <a:moveTo>
                    <a:pt x="40" y="33"/>
                  </a:moveTo>
                  <a:cubicBezTo>
                    <a:pt x="60" y="33"/>
                    <a:pt x="60" y="33"/>
                    <a:pt x="60" y="33"/>
                  </a:cubicBezTo>
                  <a:cubicBezTo>
                    <a:pt x="60" y="25"/>
                    <a:pt x="60" y="25"/>
                    <a:pt x="60" y="25"/>
                  </a:cubicBezTo>
                  <a:cubicBezTo>
                    <a:pt x="40" y="25"/>
                    <a:pt x="40" y="25"/>
                    <a:pt x="40" y="25"/>
                  </a:cubicBezTo>
                  <a:lnTo>
                    <a:pt x="40" y="33"/>
                  </a:lnTo>
                  <a:close/>
                  <a:moveTo>
                    <a:pt x="120" y="33"/>
                  </a:moveTo>
                  <a:cubicBezTo>
                    <a:pt x="140" y="33"/>
                    <a:pt x="140" y="33"/>
                    <a:pt x="140" y="33"/>
                  </a:cubicBezTo>
                  <a:cubicBezTo>
                    <a:pt x="140" y="25"/>
                    <a:pt x="140" y="25"/>
                    <a:pt x="140" y="25"/>
                  </a:cubicBezTo>
                  <a:cubicBezTo>
                    <a:pt x="120" y="25"/>
                    <a:pt x="120" y="25"/>
                    <a:pt x="120" y="25"/>
                  </a:cubicBezTo>
                  <a:lnTo>
                    <a:pt x="120" y="33"/>
                  </a:lnTo>
                  <a:close/>
                  <a:moveTo>
                    <a:pt x="80" y="33"/>
                  </a:moveTo>
                  <a:cubicBezTo>
                    <a:pt x="100" y="33"/>
                    <a:pt x="100" y="33"/>
                    <a:pt x="100" y="33"/>
                  </a:cubicBezTo>
                  <a:cubicBezTo>
                    <a:pt x="100" y="25"/>
                    <a:pt x="100" y="25"/>
                    <a:pt x="100" y="25"/>
                  </a:cubicBezTo>
                  <a:cubicBezTo>
                    <a:pt x="80" y="25"/>
                    <a:pt x="80" y="25"/>
                    <a:pt x="80" y="25"/>
                  </a:cubicBezTo>
                  <a:lnTo>
                    <a:pt x="80" y="33"/>
                  </a:lnTo>
                  <a:close/>
                  <a:moveTo>
                    <a:pt x="207" y="26"/>
                  </a:moveTo>
                  <a:cubicBezTo>
                    <a:pt x="181" y="0"/>
                    <a:pt x="181" y="0"/>
                    <a:pt x="181" y="0"/>
                  </a:cubicBezTo>
                  <a:cubicBezTo>
                    <a:pt x="175" y="6"/>
                    <a:pt x="175" y="6"/>
                    <a:pt x="175" y="6"/>
                  </a:cubicBezTo>
                  <a:cubicBezTo>
                    <a:pt x="195" y="25"/>
                    <a:pt x="195" y="25"/>
                    <a:pt x="195" y="25"/>
                  </a:cubicBezTo>
                  <a:cubicBezTo>
                    <a:pt x="160" y="25"/>
                    <a:pt x="160" y="25"/>
                    <a:pt x="160" y="25"/>
                  </a:cubicBezTo>
                  <a:cubicBezTo>
                    <a:pt x="160" y="33"/>
                    <a:pt x="160" y="33"/>
                    <a:pt x="160" y="33"/>
                  </a:cubicBezTo>
                  <a:cubicBezTo>
                    <a:pt x="195" y="33"/>
                    <a:pt x="195" y="33"/>
                    <a:pt x="195" y="33"/>
                  </a:cubicBezTo>
                  <a:cubicBezTo>
                    <a:pt x="175" y="52"/>
                    <a:pt x="175" y="52"/>
                    <a:pt x="175" y="52"/>
                  </a:cubicBezTo>
                  <a:cubicBezTo>
                    <a:pt x="181" y="58"/>
                    <a:pt x="181" y="58"/>
                    <a:pt x="181" y="58"/>
                  </a:cubicBezTo>
                  <a:cubicBezTo>
                    <a:pt x="207" y="32"/>
                    <a:pt x="207" y="32"/>
                    <a:pt x="207" y="32"/>
                  </a:cubicBezTo>
                  <a:cubicBezTo>
                    <a:pt x="209" y="30"/>
                    <a:pt x="209" y="28"/>
                    <a:pt x="207" y="26"/>
                  </a:cubicBezTo>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03"/>
              <a:endParaRPr lang="en-US" sz="1700">
                <a:solidFill>
                  <a:srgbClr val="FFFFFF"/>
                </a:solidFill>
              </a:endParaRPr>
            </a:p>
          </p:txBody>
        </p:sp>
      </p:grpSp>
    </p:spTree>
    <p:extLst>
      <p:ext uri="{BB962C8B-B14F-4D97-AF65-F5344CB8AC3E}">
        <p14:creationId xmlns="" xmlns:p14="http://schemas.microsoft.com/office/powerpoint/2010/main" val="270177437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24462" y="207276"/>
            <a:ext cx="9116111" cy="511287"/>
          </a:xfrm>
        </p:spPr>
        <p:txBody>
          <a:bodyPr/>
          <a:lstStyle>
            <a:lvl1pPr>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424462" y="1312740"/>
            <a:ext cx="9116111" cy="174201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32702653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idx="1"/>
          </p:nvPr>
        </p:nvSpPr>
        <p:spPr>
          <a:xfrm>
            <a:off x="424462" y="1312740"/>
            <a:ext cx="9116111" cy="1742015"/>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98384743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sz="half" idx="1"/>
          </p:nvPr>
        </p:nvSpPr>
        <p:spPr>
          <a:xfrm>
            <a:off x="424459" y="1312742"/>
            <a:ext cx="4486014" cy="1551194"/>
          </a:xfrm>
        </p:spPr>
        <p:txBody>
          <a:bodyPr/>
          <a:lstStyle>
            <a:lvl1pPr marL="288829" indent="-288829">
              <a:lnSpc>
                <a:spcPct val="90000"/>
              </a:lnSpc>
              <a:defRPr sz="2400"/>
            </a:lvl1pPr>
            <a:lvl2pPr marL="572038" indent="-276466">
              <a:lnSpc>
                <a:spcPct val="90000"/>
              </a:lnSpc>
              <a:defRPr sz="2000"/>
            </a:lvl2pPr>
            <a:lvl3pPr marL="810293" indent="-244998">
              <a:lnSpc>
                <a:spcPct val="90000"/>
              </a:lnSpc>
              <a:defRPr sz="1800"/>
            </a:lvl3pPr>
            <a:lvl4pPr marL="1042929" indent="-232636">
              <a:lnSpc>
                <a:spcPct val="90000"/>
              </a:lnSpc>
              <a:defRPr sz="1700"/>
            </a:lvl4pPr>
            <a:lvl5pPr marL="1287928" indent="-238255">
              <a:lnSpc>
                <a:spcPct val="90000"/>
              </a:lnSpc>
              <a:defRPr sz="1700"/>
            </a:lvl5pPr>
            <a:lvl6pPr>
              <a:defRPr sz="1700"/>
            </a:lvl6pPr>
            <a:lvl7pPr>
              <a:defRPr sz="1700"/>
            </a:lvl7pPr>
            <a:lvl8pPr>
              <a:defRPr sz="1700"/>
            </a:lvl8pPr>
            <a:lvl9pPr>
              <a:defRPr sz="17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54556" y="1312742"/>
            <a:ext cx="4486014" cy="1551194"/>
          </a:xfrm>
        </p:spPr>
        <p:txBody>
          <a:bodyPr/>
          <a:lstStyle>
            <a:lvl1pPr marL="295572" indent="-295572">
              <a:lnSpc>
                <a:spcPct val="90000"/>
              </a:lnSpc>
              <a:defRPr sz="2400"/>
            </a:lvl1pPr>
            <a:lvl2pPr marL="572038" indent="-288829">
              <a:lnSpc>
                <a:spcPct val="90000"/>
              </a:lnSpc>
              <a:defRPr sz="2000"/>
            </a:lvl2pPr>
            <a:lvl3pPr marL="817037" indent="-257360">
              <a:lnSpc>
                <a:spcPct val="90000"/>
              </a:lnSpc>
              <a:defRPr sz="1800"/>
            </a:lvl3pPr>
            <a:lvl4pPr marL="1042929" indent="-225894">
              <a:lnSpc>
                <a:spcPct val="90000"/>
              </a:lnSpc>
              <a:defRPr sz="1700"/>
            </a:lvl4pPr>
            <a:lvl5pPr marL="1287928" indent="-232636">
              <a:lnSpc>
                <a:spcPct val="90000"/>
              </a:lnSpc>
              <a:defRPr sz="1700"/>
            </a:lvl5pPr>
            <a:lvl6pPr>
              <a:defRPr sz="1700"/>
            </a:lvl6pPr>
            <a:lvl7pPr>
              <a:defRPr sz="1700"/>
            </a:lvl7pPr>
            <a:lvl8pPr>
              <a:defRPr sz="1700"/>
            </a:lvl8pPr>
            <a:lvl9pPr>
              <a:defRPr sz="17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05441409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424459" y="1302976"/>
            <a:ext cx="4486014" cy="290849"/>
          </a:xfrm>
        </p:spPr>
        <p:txBody>
          <a:bodyPr anchor="b"/>
          <a:lstStyle>
            <a:lvl1pPr marL="0" indent="0">
              <a:lnSpc>
                <a:spcPct val="90000"/>
              </a:lnSpc>
              <a:spcBef>
                <a:spcPts val="0"/>
              </a:spcBef>
              <a:buNone/>
              <a:defRPr sz="2100" b="1"/>
            </a:lvl1pPr>
            <a:lvl2pPr marL="388402" indent="0">
              <a:buNone/>
              <a:defRPr sz="1800" b="1"/>
            </a:lvl2pPr>
            <a:lvl3pPr marL="776803" indent="0">
              <a:buNone/>
              <a:defRPr sz="1700" b="1"/>
            </a:lvl3pPr>
            <a:lvl4pPr marL="1165205" indent="0">
              <a:buNone/>
              <a:defRPr sz="1400" b="1"/>
            </a:lvl4pPr>
            <a:lvl5pPr marL="1553605" indent="0">
              <a:buNone/>
              <a:defRPr sz="1400" b="1"/>
            </a:lvl5pPr>
            <a:lvl6pPr marL="1942007" indent="0">
              <a:buNone/>
              <a:defRPr sz="1400" b="1"/>
            </a:lvl6pPr>
            <a:lvl7pPr marL="2330408" indent="0">
              <a:buNone/>
              <a:defRPr sz="1400" b="1"/>
            </a:lvl7pPr>
            <a:lvl8pPr marL="2718810" indent="0">
              <a:buNone/>
              <a:defRPr sz="1400" b="1"/>
            </a:lvl8pPr>
            <a:lvl9pPr marL="3107210" indent="0">
              <a:buNone/>
              <a:defRPr sz="1400" b="1"/>
            </a:lvl9pPr>
          </a:lstStyle>
          <a:p>
            <a:pPr lvl="0"/>
            <a:r>
              <a:rPr lang="en-US" smtClean="0"/>
              <a:t>Click to edit Master text styles</a:t>
            </a:r>
          </a:p>
        </p:txBody>
      </p:sp>
      <p:sp>
        <p:nvSpPr>
          <p:cNvPr id="4" name="Content Placeholder 3"/>
          <p:cNvSpPr>
            <a:spLocks noGrp="1"/>
          </p:cNvSpPr>
          <p:nvPr>
            <p:ph sz="half" idx="2"/>
          </p:nvPr>
        </p:nvSpPr>
        <p:spPr>
          <a:xfrm>
            <a:off x="415265" y="1934565"/>
            <a:ext cx="4484846" cy="1377300"/>
          </a:xfrm>
        </p:spPr>
        <p:txBody>
          <a:bodyPr/>
          <a:lstStyle>
            <a:lvl1pPr marL="239380" indent="-239380">
              <a:defRPr sz="2000"/>
            </a:lvl1pPr>
            <a:lvl2pPr marL="477636" indent="-225894">
              <a:defRPr sz="1800"/>
            </a:lvl2pPr>
            <a:lvl3pPr marL="691166" indent="-206788">
              <a:defRPr sz="1700"/>
            </a:lvl3pPr>
            <a:lvl4pPr marL="892335" indent="-194427">
              <a:defRPr sz="1500"/>
            </a:lvl4pPr>
            <a:lvl5pPr marL="1086760" indent="-175321">
              <a:defRPr sz="15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54556" y="1302976"/>
            <a:ext cx="4486014" cy="290849"/>
          </a:xfrm>
        </p:spPr>
        <p:txBody>
          <a:bodyPr anchor="b"/>
          <a:lstStyle>
            <a:lvl1pPr marL="0" indent="0">
              <a:lnSpc>
                <a:spcPct val="90000"/>
              </a:lnSpc>
              <a:spcBef>
                <a:spcPts val="0"/>
              </a:spcBef>
              <a:buNone/>
              <a:defRPr sz="2100" b="1"/>
            </a:lvl1pPr>
            <a:lvl2pPr marL="388402" indent="0">
              <a:buNone/>
              <a:defRPr sz="1800" b="1"/>
            </a:lvl2pPr>
            <a:lvl3pPr marL="776803" indent="0">
              <a:buNone/>
              <a:defRPr sz="1700" b="1"/>
            </a:lvl3pPr>
            <a:lvl4pPr marL="1165205" indent="0">
              <a:buNone/>
              <a:defRPr sz="1400" b="1"/>
            </a:lvl4pPr>
            <a:lvl5pPr marL="1553605" indent="0">
              <a:buNone/>
              <a:defRPr sz="1400" b="1"/>
            </a:lvl5pPr>
            <a:lvl6pPr marL="1942007" indent="0">
              <a:buNone/>
              <a:defRPr sz="1400" b="1"/>
            </a:lvl6pPr>
            <a:lvl7pPr marL="2330408" indent="0">
              <a:buNone/>
              <a:defRPr sz="1400" b="1"/>
            </a:lvl7pPr>
            <a:lvl8pPr marL="2718810" indent="0">
              <a:buNone/>
              <a:defRPr sz="1400" b="1"/>
            </a:lvl8pPr>
            <a:lvl9pPr marL="3107210" indent="0">
              <a:buNone/>
              <a:defRPr sz="1400" b="1"/>
            </a:lvl9pPr>
          </a:lstStyle>
          <a:p>
            <a:pPr lvl="0"/>
            <a:r>
              <a:rPr lang="en-US" smtClean="0"/>
              <a:t>Click to edit Master text styles</a:t>
            </a:r>
          </a:p>
        </p:txBody>
      </p:sp>
      <p:sp>
        <p:nvSpPr>
          <p:cNvPr id="6" name="Content Placeholder 5"/>
          <p:cNvSpPr>
            <a:spLocks noGrp="1"/>
          </p:cNvSpPr>
          <p:nvPr>
            <p:ph sz="quarter" idx="4"/>
          </p:nvPr>
        </p:nvSpPr>
        <p:spPr>
          <a:xfrm>
            <a:off x="5054556" y="1934565"/>
            <a:ext cx="4486014" cy="1377300"/>
          </a:xfrm>
        </p:spPr>
        <p:txBody>
          <a:bodyPr/>
          <a:lstStyle>
            <a:lvl1pPr marL="251741" indent="-251741">
              <a:defRPr sz="2000"/>
            </a:lvl1pPr>
            <a:lvl2pPr marL="484378" indent="-232636">
              <a:defRPr sz="1800"/>
            </a:lvl2pPr>
            <a:lvl3pPr marL="697908" indent="-207912">
              <a:defRPr sz="1700"/>
            </a:lvl3pPr>
            <a:lvl4pPr marL="892335" indent="-201169">
              <a:defRPr sz="1500"/>
            </a:lvl4pPr>
            <a:lvl5pPr marL="1086760" indent="-187682">
              <a:defRPr sz="15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90769377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Tree>
    <p:extLst>
      <p:ext uri="{BB962C8B-B14F-4D97-AF65-F5344CB8AC3E}">
        <p14:creationId xmlns="" xmlns:p14="http://schemas.microsoft.com/office/powerpoint/2010/main" val="360728350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00076094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03396374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MS_logo">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22056945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Black Layout - 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flip="none" rotWithShape="1">
                  <a:gsLst>
                    <a:gs pos="417">
                      <a:srgbClr val="FFFFFF"/>
                    </a:gs>
                    <a:gs pos="100000">
                      <a:srgbClr val="FFFFFF"/>
                    </a:gs>
                  </a:gsLst>
                  <a:lin ang="5400000" scaled="0"/>
                  <a:tileRect/>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424462" y="1312740"/>
            <a:ext cx="9116111" cy="1742015"/>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73364524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417">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424462" y="1312740"/>
            <a:ext cx="9116111" cy="1742015"/>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3" y="5656872"/>
            <a:ext cx="9966327" cy="561369"/>
          </a:xfrm>
          <a:solidFill>
            <a:srgbClr val="FFFF99"/>
          </a:solidFill>
        </p:spPr>
        <p:txBody>
          <a:bodyPr wrap="square" lIns="129467" tIns="64733" rIns="129467" bIns="64733" anchor="b" anchorCtr="0">
            <a:noAutofit/>
          </a:bodyPr>
          <a:lstStyle>
            <a:lvl1pPr algn="r">
              <a:buFont typeface="Arial" pitchFamily="34" charset="0"/>
              <a:buNone/>
              <a:defRPr spc="-43" baseline="0">
                <a:gradFill>
                  <a:gsLst>
                    <a:gs pos="0">
                      <a:srgbClr val="000000"/>
                    </a:gs>
                    <a:gs pos="100000">
                      <a:srgbClr val="000000"/>
                    </a:gs>
                  </a:gsLst>
                  <a:lin ang="5400000" scaled="0"/>
                </a:gradFill>
                <a:effectLst/>
                <a:latin typeface="Segoe UI" pitchFamily="34" charset="0"/>
              </a:defRPr>
            </a:lvl1pPr>
          </a:lstStyle>
          <a:p>
            <a:pPr lvl="0"/>
            <a:r>
              <a:rPr lang="en-US" smtClean="0"/>
              <a:t>Click to edit Master text styles</a:t>
            </a:r>
          </a:p>
        </p:txBody>
      </p:sp>
    </p:spTree>
    <p:extLst>
      <p:ext uri="{BB962C8B-B14F-4D97-AF65-F5344CB8AC3E}">
        <p14:creationId xmlns="" xmlns:p14="http://schemas.microsoft.com/office/powerpoint/2010/main" val="412988786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Blank - Accent 1">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4935886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Title &amp; 2-color Non-bulleted tex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424462" y="1312741"/>
            <a:ext cx="9116111" cy="1675843"/>
          </a:xfrm>
          <a:prstGeom prst="rect">
            <a:avLst/>
          </a:prstGeom>
        </p:spPr>
        <p:txBody>
          <a:bodyPr/>
          <a:lstStyle>
            <a:lvl1pPr marL="0" indent="0">
              <a:spcBef>
                <a:spcPts val="2039"/>
              </a:spcBef>
              <a:buNone/>
              <a:defRPr sz="3300">
                <a:gradFill>
                  <a:gsLst>
                    <a:gs pos="100000">
                      <a:schemeClr val="tx2"/>
                    </a:gs>
                    <a:gs pos="0">
                      <a:schemeClr val="tx2"/>
                    </a:gs>
                  </a:gsLst>
                  <a:lin ang="5400000" scaled="0"/>
                </a:gradFill>
                <a:latin typeface="+mj-lt"/>
              </a:defRPr>
            </a:lvl1pPr>
            <a:lvl2pPr marL="0" indent="0">
              <a:buNone/>
              <a:defRPr sz="1800">
                <a:gradFill>
                  <a:gsLst>
                    <a:gs pos="100000">
                      <a:schemeClr val="accent4"/>
                    </a:gs>
                    <a:gs pos="2000">
                      <a:schemeClr val="accent4"/>
                    </a:gs>
                  </a:gsLst>
                  <a:lin ang="5400000" scaled="0"/>
                </a:gradFill>
              </a:defRPr>
            </a:lvl2pPr>
            <a:lvl3pPr marL="196905" indent="0">
              <a:buNone/>
              <a:defRPr sz="1800">
                <a:gradFill>
                  <a:gsLst>
                    <a:gs pos="100000">
                      <a:schemeClr val="accent4"/>
                    </a:gs>
                    <a:gs pos="2000">
                      <a:schemeClr val="accent4"/>
                    </a:gs>
                  </a:gsLst>
                  <a:lin ang="5400000" scaled="0"/>
                </a:gradFill>
              </a:defRPr>
            </a:lvl3pPr>
            <a:lvl4pPr marL="388417" indent="0">
              <a:buNone/>
              <a:defRPr sz="1800">
                <a:gradFill>
                  <a:gsLst>
                    <a:gs pos="100000">
                      <a:schemeClr val="accent4"/>
                    </a:gs>
                    <a:gs pos="2000">
                      <a:schemeClr val="accent4"/>
                    </a:gs>
                  </a:gsLst>
                  <a:lin ang="5400000" scaled="0"/>
                </a:gradFill>
              </a:defRPr>
            </a:lvl4pPr>
            <a:lvl5pPr marL="589369" indent="0">
              <a:buNone/>
              <a:defRPr sz="1800">
                <a:gradFill>
                  <a:gsLst>
                    <a:gs pos="100000">
                      <a:schemeClr val="accent4"/>
                    </a:gs>
                    <a:gs pos="2000">
                      <a:schemeClr val="accent4"/>
                    </a:gs>
                  </a:gsLst>
                  <a:lin ang="5400000" scaled="0"/>
                </a:gra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itle 2"/>
          <p:cNvSpPr>
            <a:spLocks noGrp="1"/>
          </p:cNvSpPr>
          <p:nvPr>
            <p:ph type="title"/>
          </p:nvPr>
        </p:nvSpPr>
        <p:spPr/>
        <p:txBody>
          <a:bodyPr/>
          <a:lstStyle/>
          <a:p>
            <a:r>
              <a:rPr lang="en-US" dirty="0" smtClean="0"/>
              <a:t>Click to edit Master title style</a:t>
            </a:r>
            <a:endParaRPr lang="en-US" dirty="0"/>
          </a:p>
        </p:txBody>
      </p:sp>
    </p:spTree>
    <p:extLst>
      <p:ext uri="{BB962C8B-B14F-4D97-AF65-F5344CB8AC3E}">
        <p14:creationId xmlns="" xmlns:p14="http://schemas.microsoft.com/office/powerpoint/2010/main" val="81880090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4462" y="2622925"/>
            <a:ext cx="9116111" cy="1038746"/>
          </a:xfrm>
        </p:spPr>
        <p:txBody>
          <a:bodyPr anchor="b" anchorCtr="0"/>
          <a:lstStyle>
            <a:lvl1pPr>
              <a:defRPr sz="7500" spc="-255" baseline="0">
                <a:gradFill>
                  <a:gsLst>
                    <a:gs pos="100000">
                      <a:schemeClr val="bg1"/>
                    </a:gs>
                    <a:gs pos="0">
                      <a:schemeClr val="bg1"/>
                    </a:gs>
                  </a:gsLst>
                  <a:lin ang="5400000" scaled="0"/>
                </a:gradFill>
              </a:defRPr>
            </a:lvl1pPr>
          </a:lstStyle>
          <a:p>
            <a:r>
              <a:rPr lang="en-US" dirty="0" smtClean="0"/>
              <a:t>Click to edit title style</a:t>
            </a:r>
            <a:endParaRPr lang="en-US" dirty="0"/>
          </a:p>
        </p:txBody>
      </p:sp>
    </p:spTree>
    <p:extLst>
      <p:ext uri="{BB962C8B-B14F-4D97-AF65-F5344CB8AC3E}">
        <p14:creationId xmlns="" xmlns:p14="http://schemas.microsoft.com/office/powerpoint/2010/main" val="288606347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5" name="Title Tile"/>
          <p:cNvSpPr/>
          <p:nvPr userDrawn="1"/>
        </p:nvSpPr>
        <p:spPr bwMode="auto">
          <a:xfrm>
            <a:off x="3278842" y="2889819"/>
            <a:ext cx="5856741"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6" name="Arrow Bar"/>
          <p:cNvSpPr/>
          <p:nvPr userDrawn="1"/>
        </p:nvSpPr>
        <p:spPr bwMode="auto">
          <a:xfrm>
            <a:off x="3278841" y="1373194"/>
            <a:ext cx="5856741" cy="1359722"/>
          </a:xfrm>
          <a:prstGeom prst="rect">
            <a:avLst/>
          </a:prstGeom>
          <a:solidFill>
            <a:schemeClr val="accent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useBgFill="1">
        <p:nvSpPr>
          <p:cNvPr id="27" name="Left Mask"/>
          <p:cNvSpPr/>
          <p:nvPr userDrawn="1"/>
        </p:nvSpPr>
        <p:spPr bwMode="auto">
          <a:xfrm>
            <a:off x="0" y="1373195"/>
            <a:ext cx="3278840"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8" name="Circle Arrow"/>
          <p:cNvSpPr>
            <a:spLocks noEditPoints="1"/>
          </p:cNvSpPr>
          <p:nvPr userDrawn="1"/>
        </p:nvSpPr>
        <p:spPr bwMode="auto">
          <a:xfrm rot="5400000">
            <a:off x="8096811"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7" tIns="38843" rIns="77687" bIns="38843" numCol="1" anchor="t" anchorCtr="0" compatLnSpc="1">
            <a:prstTxWarp prst="textNoShape">
              <a:avLst/>
            </a:prstTxWarp>
          </a:bodyPr>
          <a:lstStyle/>
          <a:p>
            <a:pPr defTabSz="776835"/>
            <a:endParaRPr lang="en-US" sz="1600">
              <a:solidFill>
                <a:srgbClr val="FFFFFF"/>
              </a:solidFill>
            </a:endParaRPr>
          </a:p>
        </p:txBody>
      </p:sp>
      <p:sp>
        <p:nvSpPr>
          <p:cNvPr id="29" name="TechEd Tile"/>
          <p:cNvSpPr/>
          <p:nvPr userDrawn="1"/>
        </p:nvSpPr>
        <p:spPr bwMode="auto">
          <a:xfrm>
            <a:off x="835709" y="1373194"/>
            <a:ext cx="2310298"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pic>
        <p:nvPicPr>
          <p:cNvPr id="30" name="TechEd Logo"/>
          <p:cNvPicPr>
            <a:picLocks noChangeAspect="1" noChangeArrowheads="1"/>
          </p:cNvPicPr>
          <p:nvPr userDrawn="1"/>
        </p:nvPicPr>
        <p:blipFill rotWithShape="1">
          <a:blip r:embed="rId2" cstate="print">
            <a:extLst>
              <a:ext uri="{28A0092B-C50C-407E-A947-70E740481C1C}">
                <a14:useLocalDpi xmlns="" xmlns:a14="http://schemas.microsoft.com/office/drawing/2010/main" val="0"/>
              </a:ext>
            </a:extLst>
          </a:blip>
          <a:srcRect r="8530"/>
          <a:stretch/>
        </p:blipFill>
        <p:spPr bwMode="auto">
          <a:xfrm>
            <a:off x="1145803"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grpSp>
        <p:nvGrpSpPr>
          <p:cNvPr id="31" name="Fuschia Tile"/>
          <p:cNvGrpSpPr/>
          <p:nvPr userDrawn="1"/>
        </p:nvGrpSpPr>
        <p:grpSpPr>
          <a:xfrm>
            <a:off x="831160" y="2888122"/>
            <a:ext cx="1084119" cy="1202193"/>
            <a:chOff x="1071620" y="3044261"/>
            <a:chExt cx="1325880" cy="1325880"/>
          </a:xfrm>
        </p:grpSpPr>
        <p:sp>
          <p:nvSpPr>
            <p:cNvPr id="32" name="Rectangle 31"/>
            <p:cNvSpPr/>
            <p:nvPr/>
          </p:nvSpPr>
          <p:spPr bwMode="auto">
            <a:xfrm>
              <a:off x="1071620" y="3044261"/>
              <a:ext cx="1325880" cy="1325880"/>
            </a:xfrm>
            <a:prstGeom prst="rect">
              <a:avLst/>
            </a:prstGeom>
            <a:solidFill>
              <a:schemeClr val="accent2"/>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33" name="Freeform 13"/>
            <p:cNvSpPr>
              <a:spLocks noEditPoints="1"/>
            </p:cNvSpPr>
            <p:nvPr/>
          </p:nvSpPr>
          <p:spPr bwMode="auto">
            <a:xfrm>
              <a:off x="1316254" y="3284926"/>
              <a:ext cx="836612" cy="841375"/>
            </a:xfrm>
            <a:custGeom>
              <a:avLst/>
              <a:gdLst>
                <a:gd name="T0" fmla="*/ 183 w 223"/>
                <a:gd name="T1" fmla="*/ 108 h 224"/>
                <a:gd name="T2" fmla="*/ 154 w 223"/>
                <a:gd name="T3" fmla="*/ 120 h 224"/>
                <a:gd name="T4" fmla="*/ 135 w 223"/>
                <a:gd name="T5" fmla="*/ 101 h 224"/>
                <a:gd name="T6" fmla="*/ 154 w 223"/>
                <a:gd name="T7" fmla="*/ 59 h 224"/>
                <a:gd name="T8" fmla="*/ 96 w 223"/>
                <a:gd name="T9" fmla="*/ 0 h 224"/>
                <a:gd name="T10" fmla="*/ 37 w 223"/>
                <a:gd name="T11" fmla="*/ 59 h 224"/>
                <a:gd name="T12" fmla="*/ 64 w 223"/>
                <a:gd name="T13" fmla="*/ 107 h 224"/>
                <a:gd name="T14" fmla="*/ 52 w 223"/>
                <a:gd name="T15" fmla="*/ 145 h 224"/>
                <a:gd name="T16" fmla="*/ 41 w 223"/>
                <a:gd name="T17" fmla="*/ 143 h 224"/>
                <a:gd name="T18" fmla="*/ 0 w 223"/>
                <a:gd name="T19" fmla="*/ 183 h 224"/>
                <a:gd name="T20" fmla="*/ 41 w 223"/>
                <a:gd name="T21" fmla="*/ 224 h 224"/>
                <a:gd name="T22" fmla="*/ 81 w 223"/>
                <a:gd name="T23" fmla="*/ 183 h 224"/>
                <a:gd name="T24" fmla="*/ 60 w 223"/>
                <a:gd name="T25" fmla="*/ 148 h 224"/>
                <a:gd name="T26" fmla="*/ 71 w 223"/>
                <a:gd name="T27" fmla="*/ 111 h 224"/>
                <a:gd name="T28" fmla="*/ 96 w 223"/>
                <a:gd name="T29" fmla="*/ 117 h 224"/>
                <a:gd name="T30" fmla="*/ 129 w 223"/>
                <a:gd name="T31" fmla="*/ 106 h 224"/>
                <a:gd name="T32" fmla="*/ 149 w 223"/>
                <a:gd name="T33" fmla="*/ 126 h 224"/>
                <a:gd name="T34" fmla="*/ 143 w 223"/>
                <a:gd name="T35" fmla="*/ 148 h 224"/>
                <a:gd name="T36" fmla="*/ 183 w 223"/>
                <a:gd name="T37" fmla="*/ 189 h 224"/>
                <a:gd name="T38" fmla="*/ 223 w 223"/>
                <a:gd name="T39" fmla="*/ 148 h 224"/>
                <a:gd name="T40" fmla="*/ 183 w 223"/>
                <a:gd name="T41" fmla="*/ 108 h 224"/>
                <a:gd name="T42" fmla="*/ 73 w 223"/>
                <a:gd name="T43" fmla="*/ 183 h 224"/>
                <a:gd name="T44" fmla="*/ 41 w 223"/>
                <a:gd name="T45" fmla="*/ 216 h 224"/>
                <a:gd name="T46" fmla="*/ 8 w 223"/>
                <a:gd name="T47" fmla="*/ 183 h 224"/>
                <a:gd name="T48" fmla="*/ 41 w 223"/>
                <a:gd name="T49" fmla="*/ 151 h 224"/>
                <a:gd name="T50" fmla="*/ 73 w 223"/>
                <a:gd name="T51" fmla="*/ 183 h 224"/>
                <a:gd name="T52" fmla="*/ 45 w 223"/>
                <a:gd name="T53" fmla="*/ 59 h 224"/>
                <a:gd name="T54" fmla="*/ 96 w 223"/>
                <a:gd name="T55" fmla="*/ 8 h 224"/>
                <a:gd name="T56" fmla="*/ 146 w 223"/>
                <a:gd name="T57" fmla="*/ 59 h 224"/>
                <a:gd name="T58" fmla="*/ 96 w 223"/>
                <a:gd name="T59" fmla="*/ 109 h 224"/>
                <a:gd name="T60" fmla="*/ 45 w 223"/>
                <a:gd name="T61" fmla="*/ 59 h 224"/>
                <a:gd name="T62" fmla="*/ 183 w 223"/>
                <a:gd name="T63" fmla="*/ 181 h 224"/>
                <a:gd name="T64" fmla="*/ 151 w 223"/>
                <a:gd name="T65" fmla="*/ 148 h 224"/>
                <a:gd name="T66" fmla="*/ 183 w 223"/>
                <a:gd name="T67" fmla="*/ 116 h 224"/>
                <a:gd name="T68" fmla="*/ 215 w 223"/>
                <a:gd name="T69" fmla="*/ 148 h 224"/>
                <a:gd name="T70" fmla="*/ 183 w 223"/>
                <a:gd name="T71" fmla="*/ 181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3" h="224">
                  <a:moveTo>
                    <a:pt x="183" y="108"/>
                  </a:moveTo>
                  <a:cubicBezTo>
                    <a:pt x="172" y="108"/>
                    <a:pt x="162" y="113"/>
                    <a:pt x="154" y="120"/>
                  </a:cubicBezTo>
                  <a:cubicBezTo>
                    <a:pt x="135" y="101"/>
                    <a:pt x="135" y="101"/>
                    <a:pt x="135" y="101"/>
                  </a:cubicBezTo>
                  <a:cubicBezTo>
                    <a:pt x="147" y="90"/>
                    <a:pt x="154" y="75"/>
                    <a:pt x="154" y="59"/>
                  </a:cubicBezTo>
                  <a:cubicBezTo>
                    <a:pt x="154" y="26"/>
                    <a:pt x="128" y="0"/>
                    <a:pt x="96" y="0"/>
                  </a:cubicBezTo>
                  <a:cubicBezTo>
                    <a:pt x="64" y="0"/>
                    <a:pt x="37" y="26"/>
                    <a:pt x="37" y="59"/>
                  </a:cubicBezTo>
                  <a:cubicBezTo>
                    <a:pt x="37" y="79"/>
                    <a:pt x="48" y="97"/>
                    <a:pt x="64" y="107"/>
                  </a:cubicBezTo>
                  <a:cubicBezTo>
                    <a:pt x="52" y="145"/>
                    <a:pt x="52" y="145"/>
                    <a:pt x="52" y="145"/>
                  </a:cubicBezTo>
                  <a:cubicBezTo>
                    <a:pt x="49" y="144"/>
                    <a:pt x="45" y="143"/>
                    <a:pt x="41" y="143"/>
                  </a:cubicBezTo>
                  <a:cubicBezTo>
                    <a:pt x="18" y="143"/>
                    <a:pt x="0" y="161"/>
                    <a:pt x="0" y="183"/>
                  </a:cubicBezTo>
                  <a:cubicBezTo>
                    <a:pt x="0" y="206"/>
                    <a:pt x="18" y="224"/>
                    <a:pt x="41" y="224"/>
                  </a:cubicBezTo>
                  <a:cubicBezTo>
                    <a:pt x="63" y="224"/>
                    <a:pt x="81" y="206"/>
                    <a:pt x="81" y="183"/>
                  </a:cubicBezTo>
                  <a:cubicBezTo>
                    <a:pt x="81" y="168"/>
                    <a:pt x="72" y="155"/>
                    <a:pt x="60" y="148"/>
                  </a:cubicBezTo>
                  <a:cubicBezTo>
                    <a:pt x="71" y="111"/>
                    <a:pt x="71" y="111"/>
                    <a:pt x="71" y="111"/>
                  </a:cubicBezTo>
                  <a:cubicBezTo>
                    <a:pt x="78" y="115"/>
                    <a:pt x="87" y="117"/>
                    <a:pt x="96" y="117"/>
                  </a:cubicBezTo>
                  <a:cubicBezTo>
                    <a:pt x="108" y="117"/>
                    <a:pt x="120" y="113"/>
                    <a:pt x="129" y="106"/>
                  </a:cubicBezTo>
                  <a:cubicBezTo>
                    <a:pt x="149" y="126"/>
                    <a:pt x="149" y="126"/>
                    <a:pt x="149" y="126"/>
                  </a:cubicBezTo>
                  <a:cubicBezTo>
                    <a:pt x="145" y="133"/>
                    <a:pt x="143" y="140"/>
                    <a:pt x="143" y="148"/>
                  </a:cubicBezTo>
                  <a:cubicBezTo>
                    <a:pt x="143" y="171"/>
                    <a:pt x="161" y="189"/>
                    <a:pt x="183" y="189"/>
                  </a:cubicBezTo>
                  <a:cubicBezTo>
                    <a:pt x="205" y="189"/>
                    <a:pt x="223" y="171"/>
                    <a:pt x="223" y="148"/>
                  </a:cubicBezTo>
                  <a:cubicBezTo>
                    <a:pt x="223" y="126"/>
                    <a:pt x="205" y="108"/>
                    <a:pt x="183" y="108"/>
                  </a:cubicBezTo>
                  <a:close/>
                  <a:moveTo>
                    <a:pt x="73" y="183"/>
                  </a:moveTo>
                  <a:cubicBezTo>
                    <a:pt x="73" y="201"/>
                    <a:pt x="58" y="216"/>
                    <a:pt x="41" y="216"/>
                  </a:cubicBezTo>
                  <a:cubicBezTo>
                    <a:pt x="23" y="216"/>
                    <a:pt x="8" y="201"/>
                    <a:pt x="8" y="183"/>
                  </a:cubicBezTo>
                  <a:cubicBezTo>
                    <a:pt x="8" y="166"/>
                    <a:pt x="23" y="151"/>
                    <a:pt x="41" y="151"/>
                  </a:cubicBezTo>
                  <a:cubicBezTo>
                    <a:pt x="58" y="151"/>
                    <a:pt x="73" y="166"/>
                    <a:pt x="73" y="183"/>
                  </a:cubicBezTo>
                  <a:close/>
                  <a:moveTo>
                    <a:pt x="45" y="59"/>
                  </a:moveTo>
                  <a:cubicBezTo>
                    <a:pt x="45" y="31"/>
                    <a:pt x="68" y="8"/>
                    <a:pt x="96" y="8"/>
                  </a:cubicBezTo>
                  <a:cubicBezTo>
                    <a:pt x="123" y="8"/>
                    <a:pt x="146" y="31"/>
                    <a:pt x="146" y="59"/>
                  </a:cubicBezTo>
                  <a:cubicBezTo>
                    <a:pt x="146" y="86"/>
                    <a:pt x="123" y="109"/>
                    <a:pt x="96" y="109"/>
                  </a:cubicBezTo>
                  <a:cubicBezTo>
                    <a:pt x="68" y="109"/>
                    <a:pt x="45" y="86"/>
                    <a:pt x="45" y="59"/>
                  </a:cubicBezTo>
                  <a:close/>
                  <a:moveTo>
                    <a:pt x="183" y="181"/>
                  </a:moveTo>
                  <a:cubicBezTo>
                    <a:pt x="165" y="181"/>
                    <a:pt x="151" y="166"/>
                    <a:pt x="151" y="148"/>
                  </a:cubicBezTo>
                  <a:cubicBezTo>
                    <a:pt x="151" y="130"/>
                    <a:pt x="165" y="116"/>
                    <a:pt x="183" y="116"/>
                  </a:cubicBezTo>
                  <a:cubicBezTo>
                    <a:pt x="201" y="116"/>
                    <a:pt x="215" y="130"/>
                    <a:pt x="215" y="148"/>
                  </a:cubicBezTo>
                  <a:cubicBezTo>
                    <a:pt x="215" y="166"/>
                    <a:pt x="201" y="181"/>
                    <a:pt x="183" y="181"/>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35"/>
              <a:endParaRPr lang="en-US" sz="1600">
                <a:solidFill>
                  <a:srgbClr val="FFFFFF"/>
                </a:solidFill>
              </a:endParaRPr>
            </a:p>
          </p:txBody>
        </p:sp>
      </p:grpSp>
      <p:grpSp>
        <p:nvGrpSpPr>
          <p:cNvPr id="34" name="Orange Tile"/>
          <p:cNvGrpSpPr/>
          <p:nvPr userDrawn="1"/>
        </p:nvGrpSpPr>
        <p:grpSpPr>
          <a:xfrm>
            <a:off x="2055657" y="2888122"/>
            <a:ext cx="1084119" cy="1202193"/>
            <a:chOff x="2487267" y="3044261"/>
            <a:chExt cx="1325880" cy="1325880"/>
          </a:xfrm>
        </p:grpSpPr>
        <p:sp>
          <p:nvSpPr>
            <p:cNvPr id="35" name="Rectangle 34"/>
            <p:cNvSpPr/>
            <p:nvPr/>
          </p:nvSpPr>
          <p:spPr bwMode="auto">
            <a:xfrm>
              <a:off x="2487267" y="3044261"/>
              <a:ext cx="1325880" cy="1325880"/>
            </a:xfrm>
            <a:prstGeom prst="rect">
              <a:avLst/>
            </a:prstGeom>
            <a:solidFill>
              <a:schemeClr val="accent3"/>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36" name="Freeform 30"/>
            <p:cNvSpPr>
              <a:spLocks noEditPoints="1"/>
            </p:cNvSpPr>
            <p:nvPr/>
          </p:nvSpPr>
          <p:spPr bwMode="auto">
            <a:xfrm>
              <a:off x="2774763" y="3284926"/>
              <a:ext cx="750888" cy="844550"/>
            </a:xfrm>
            <a:custGeom>
              <a:avLst/>
              <a:gdLst>
                <a:gd name="T0" fmla="*/ 15 w 200"/>
                <a:gd name="T1" fmla="*/ 0 h 225"/>
                <a:gd name="T2" fmla="*/ 11 w 200"/>
                <a:gd name="T3" fmla="*/ 17 h 225"/>
                <a:gd name="T4" fmla="*/ 11 w 200"/>
                <a:gd name="T5" fmla="*/ 35 h 225"/>
                <a:gd name="T6" fmla="*/ 0 w 200"/>
                <a:gd name="T7" fmla="*/ 55 h 225"/>
                <a:gd name="T8" fmla="*/ 11 w 200"/>
                <a:gd name="T9" fmla="*/ 75 h 225"/>
                <a:gd name="T10" fmla="*/ 11 w 200"/>
                <a:gd name="T11" fmla="*/ 94 h 225"/>
                <a:gd name="T12" fmla="*/ 0 w 200"/>
                <a:gd name="T13" fmla="*/ 114 h 225"/>
                <a:gd name="T14" fmla="*/ 11 w 200"/>
                <a:gd name="T15" fmla="*/ 134 h 225"/>
                <a:gd name="T16" fmla="*/ 11 w 200"/>
                <a:gd name="T17" fmla="*/ 153 h 225"/>
                <a:gd name="T18" fmla="*/ 0 w 200"/>
                <a:gd name="T19" fmla="*/ 173 h 225"/>
                <a:gd name="T20" fmla="*/ 11 w 200"/>
                <a:gd name="T21" fmla="*/ 193 h 225"/>
                <a:gd name="T22" fmla="*/ 11 w 200"/>
                <a:gd name="T23" fmla="*/ 211 h 225"/>
                <a:gd name="T24" fmla="*/ 15 w 200"/>
                <a:gd name="T25" fmla="*/ 225 h 225"/>
                <a:gd name="T26" fmla="*/ 200 w 200"/>
                <a:gd name="T27" fmla="*/ 185 h 225"/>
                <a:gd name="T28" fmla="*/ 160 w 200"/>
                <a:gd name="T29" fmla="*/ 0 h 225"/>
                <a:gd name="T30" fmla="*/ 11 w 200"/>
                <a:gd name="T31" fmla="*/ 25 h 225"/>
                <a:gd name="T32" fmla="*/ 8 w 200"/>
                <a:gd name="T33" fmla="*/ 26 h 225"/>
                <a:gd name="T34" fmla="*/ 11 w 200"/>
                <a:gd name="T35" fmla="*/ 54 h 225"/>
                <a:gd name="T36" fmla="*/ 8 w 200"/>
                <a:gd name="T37" fmla="*/ 55 h 225"/>
                <a:gd name="T38" fmla="*/ 11 w 200"/>
                <a:gd name="T39" fmla="*/ 83 h 225"/>
                <a:gd name="T40" fmla="*/ 8 w 200"/>
                <a:gd name="T41" fmla="*/ 85 h 225"/>
                <a:gd name="T42" fmla="*/ 11 w 200"/>
                <a:gd name="T43" fmla="*/ 113 h 225"/>
                <a:gd name="T44" fmla="*/ 8 w 200"/>
                <a:gd name="T45" fmla="*/ 114 h 225"/>
                <a:gd name="T46" fmla="*/ 11 w 200"/>
                <a:gd name="T47" fmla="*/ 142 h 225"/>
                <a:gd name="T48" fmla="*/ 8 w 200"/>
                <a:gd name="T49" fmla="*/ 143 h 225"/>
                <a:gd name="T50" fmla="*/ 11 w 200"/>
                <a:gd name="T51" fmla="*/ 171 h 225"/>
                <a:gd name="T52" fmla="*/ 8 w 200"/>
                <a:gd name="T53" fmla="*/ 173 h 225"/>
                <a:gd name="T54" fmla="*/ 11 w 200"/>
                <a:gd name="T55" fmla="*/ 201 h 225"/>
                <a:gd name="T56" fmla="*/ 8 w 200"/>
                <a:gd name="T57" fmla="*/ 202 h 225"/>
                <a:gd name="T58" fmla="*/ 160 w 200"/>
                <a:gd name="T59" fmla="*/ 217 h 225"/>
                <a:gd name="T60" fmla="*/ 19 w 200"/>
                <a:gd name="T61" fmla="*/ 201 h 225"/>
                <a:gd name="T62" fmla="*/ 21 w 200"/>
                <a:gd name="T63" fmla="*/ 205 h 225"/>
                <a:gd name="T64" fmla="*/ 27 w 200"/>
                <a:gd name="T65" fmla="*/ 198 h 225"/>
                <a:gd name="T66" fmla="*/ 19 w 200"/>
                <a:gd name="T67" fmla="*/ 172 h 225"/>
                <a:gd name="T68" fmla="*/ 21 w 200"/>
                <a:gd name="T69" fmla="*/ 175 h 225"/>
                <a:gd name="T70" fmla="*/ 27 w 200"/>
                <a:gd name="T71" fmla="*/ 168 h 225"/>
                <a:gd name="T72" fmla="*/ 19 w 200"/>
                <a:gd name="T73" fmla="*/ 142 h 225"/>
                <a:gd name="T74" fmla="*/ 21 w 200"/>
                <a:gd name="T75" fmla="*/ 146 h 225"/>
                <a:gd name="T76" fmla="*/ 27 w 200"/>
                <a:gd name="T77" fmla="*/ 139 h 225"/>
                <a:gd name="T78" fmla="*/ 19 w 200"/>
                <a:gd name="T79" fmla="*/ 113 h 225"/>
                <a:gd name="T80" fmla="*/ 21 w 200"/>
                <a:gd name="T81" fmla="*/ 117 h 225"/>
                <a:gd name="T82" fmla="*/ 27 w 200"/>
                <a:gd name="T83" fmla="*/ 110 h 225"/>
                <a:gd name="T84" fmla="*/ 19 w 200"/>
                <a:gd name="T85" fmla="*/ 83 h 225"/>
                <a:gd name="T86" fmla="*/ 21 w 200"/>
                <a:gd name="T87" fmla="*/ 87 h 225"/>
                <a:gd name="T88" fmla="*/ 27 w 200"/>
                <a:gd name="T89" fmla="*/ 80 h 225"/>
                <a:gd name="T90" fmla="*/ 19 w 200"/>
                <a:gd name="T91" fmla="*/ 54 h 225"/>
                <a:gd name="T92" fmla="*/ 21 w 200"/>
                <a:gd name="T93" fmla="*/ 58 h 225"/>
                <a:gd name="T94" fmla="*/ 27 w 200"/>
                <a:gd name="T95" fmla="*/ 51 h 225"/>
                <a:gd name="T96" fmla="*/ 19 w 200"/>
                <a:gd name="T97" fmla="*/ 25 h 225"/>
                <a:gd name="T98" fmla="*/ 21 w 200"/>
                <a:gd name="T99" fmla="*/ 29 h 225"/>
                <a:gd name="T100" fmla="*/ 27 w 200"/>
                <a:gd name="T101" fmla="*/ 22 h 225"/>
                <a:gd name="T102" fmla="*/ 19 w 200"/>
                <a:gd name="T103" fmla="*/ 8 h 225"/>
                <a:gd name="T104" fmla="*/ 192 w 200"/>
                <a:gd name="T105" fmla="*/ 4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0" h="225">
                  <a:moveTo>
                    <a:pt x="160" y="0"/>
                  </a:moveTo>
                  <a:cubicBezTo>
                    <a:pt x="15" y="0"/>
                    <a:pt x="15" y="0"/>
                    <a:pt x="15" y="0"/>
                  </a:cubicBezTo>
                  <a:cubicBezTo>
                    <a:pt x="12" y="0"/>
                    <a:pt x="11" y="2"/>
                    <a:pt x="11" y="4"/>
                  </a:cubicBezTo>
                  <a:cubicBezTo>
                    <a:pt x="11" y="17"/>
                    <a:pt x="11" y="17"/>
                    <a:pt x="11" y="17"/>
                  </a:cubicBezTo>
                  <a:cubicBezTo>
                    <a:pt x="4" y="18"/>
                    <a:pt x="0" y="21"/>
                    <a:pt x="0" y="26"/>
                  </a:cubicBezTo>
                  <a:cubicBezTo>
                    <a:pt x="0" y="30"/>
                    <a:pt x="4" y="34"/>
                    <a:pt x="11" y="35"/>
                  </a:cubicBezTo>
                  <a:cubicBezTo>
                    <a:pt x="11" y="46"/>
                    <a:pt x="11" y="46"/>
                    <a:pt x="11" y="46"/>
                  </a:cubicBezTo>
                  <a:cubicBezTo>
                    <a:pt x="4" y="47"/>
                    <a:pt x="0" y="51"/>
                    <a:pt x="0" y="55"/>
                  </a:cubicBezTo>
                  <a:cubicBezTo>
                    <a:pt x="0" y="60"/>
                    <a:pt x="4" y="63"/>
                    <a:pt x="11" y="65"/>
                  </a:cubicBezTo>
                  <a:cubicBezTo>
                    <a:pt x="11" y="75"/>
                    <a:pt x="11" y="75"/>
                    <a:pt x="11" y="75"/>
                  </a:cubicBezTo>
                  <a:cubicBezTo>
                    <a:pt x="4" y="76"/>
                    <a:pt x="0" y="80"/>
                    <a:pt x="0" y="85"/>
                  </a:cubicBezTo>
                  <a:cubicBezTo>
                    <a:pt x="0" y="89"/>
                    <a:pt x="4" y="93"/>
                    <a:pt x="11" y="94"/>
                  </a:cubicBezTo>
                  <a:cubicBezTo>
                    <a:pt x="11" y="105"/>
                    <a:pt x="11" y="105"/>
                    <a:pt x="11" y="105"/>
                  </a:cubicBezTo>
                  <a:cubicBezTo>
                    <a:pt x="4" y="106"/>
                    <a:pt x="0" y="109"/>
                    <a:pt x="0" y="114"/>
                  </a:cubicBezTo>
                  <a:cubicBezTo>
                    <a:pt x="0" y="119"/>
                    <a:pt x="4" y="122"/>
                    <a:pt x="11" y="123"/>
                  </a:cubicBezTo>
                  <a:cubicBezTo>
                    <a:pt x="11" y="134"/>
                    <a:pt x="11" y="134"/>
                    <a:pt x="11" y="134"/>
                  </a:cubicBezTo>
                  <a:cubicBezTo>
                    <a:pt x="4" y="135"/>
                    <a:pt x="0" y="139"/>
                    <a:pt x="0" y="143"/>
                  </a:cubicBezTo>
                  <a:cubicBezTo>
                    <a:pt x="0" y="148"/>
                    <a:pt x="4" y="152"/>
                    <a:pt x="11" y="153"/>
                  </a:cubicBezTo>
                  <a:cubicBezTo>
                    <a:pt x="11" y="163"/>
                    <a:pt x="11" y="163"/>
                    <a:pt x="11" y="163"/>
                  </a:cubicBezTo>
                  <a:cubicBezTo>
                    <a:pt x="4" y="164"/>
                    <a:pt x="0" y="168"/>
                    <a:pt x="0" y="173"/>
                  </a:cubicBezTo>
                  <a:cubicBezTo>
                    <a:pt x="0" y="177"/>
                    <a:pt x="4" y="181"/>
                    <a:pt x="11" y="182"/>
                  </a:cubicBezTo>
                  <a:cubicBezTo>
                    <a:pt x="11" y="193"/>
                    <a:pt x="11" y="193"/>
                    <a:pt x="11" y="193"/>
                  </a:cubicBezTo>
                  <a:cubicBezTo>
                    <a:pt x="4" y="194"/>
                    <a:pt x="0" y="197"/>
                    <a:pt x="0" y="202"/>
                  </a:cubicBezTo>
                  <a:cubicBezTo>
                    <a:pt x="0" y="207"/>
                    <a:pt x="4" y="210"/>
                    <a:pt x="11" y="211"/>
                  </a:cubicBezTo>
                  <a:cubicBezTo>
                    <a:pt x="11" y="221"/>
                    <a:pt x="11" y="221"/>
                    <a:pt x="11" y="221"/>
                  </a:cubicBezTo>
                  <a:cubicBezTo>
                    <a:pt x="11" y="223"/>
                    <a:pt x="12" y="225"/>
                    <a:pt x="15" y="225"/>
                  </a:cubicBezTo>
                  <a:cubicBezTo>
                    <a:pt x="160" y="225"/>
                    <a:pt x="160" y="225"/>
                    <a:pt x="160" y="225"/>
                  </a:cubicBezTo>
                  <a:cubicBezTo>
                    <a:pt x="182" y="225"/>
                    <a:pt x="200" y="207"/>
                    <a:pt x="200" y="185"/>
                  </a:cubicBezTo>
                  <a:cubicBezTo>
                    <a:pt x="200" y="40"/>
                    <a:pt x="200" y="40"/>
                    <a:pt x="200" y="40"/>
                  </a:cubicBezTo>
                  <a:cubicBezTo>
                    <a:pt x="200" y="18"/>
                    <a:pt x="182" y="0"/>
                    <a:pt x="160" y="0"/>
                  </a:cubicBezTo>
                  <a:close/>
                  <a:moveTo>
                    <a:pt x="8" y="26"/>
                  </a:moveTo>
                  <a:cubicBezTo>
                    <a:pt x="9" y="26"/>
                    <a:pt x="9" y="25"/>
                    <a:pt x="11" y="25"/>
                  </a:cubicBezTo>
                  <a:cubicBezTo>
                    <a:pt x="11" y="27"/>
                    <a:pt x="11" y="27"/>
                    <a:pt x="11" y="27"/>
                  </a:cubicBezTo>
                  <a:cubicBezTo>
                    <a:pt x="9" y="27"/>
                    <a:pt x="9" y="26"/>
                    <a:pt x="8" y="26"/>
                  </a:cubicBezTo>
                  <a:close/>
                  <a:moveTo>
                    <a:pt x="8" y="55"/>
                  </a:moveTo>
                  <a:cubicBezTo>
                    <a:pt x="9" y="55"/>
                    <a:pt x="9" y="54"/>
                    <a:pt x="11" y="54"/>
                  </a:cubicBezTo>
                  <a:cubicBezTo>
                    <a:pt x="11" y="56"/>
                    <a:pt x="11" y="56"/>
                    <a:pt x="11" y="56"/>
                  </a:cubicBezTo>
                  <a:cubicBezTo>
                    <a:pt x="9" y="56"/>
                    <a:pt x="9" y="56"/>
                    <a:pt x="8" y="55"/>
                  </a:cubicBezTo>
                  <a:close/>
                  <a:moveTo>
                    <a:pt x="8" y="85"/>
                  </a:moveTo>
                  <a:cubicBezTo>
                    <a:pt x="9" y="84"/>
                    <a:pt x="9" y="84"/>
                    <a:pt x="11" y="83"/>
                  </a:cubicBezTo>
                  <a:cubicBezTo>
                    <a:pt x="11" y="86"/>
                    <a:pt x="11" y="86"/>
                    <a:pt x="11" y="86"/>
                  </a:cubicBezTo>
                  <a:cubicBezTo>
                    <a:pt x="9" y="85"/>
                    <a:pt x="9" y="85"/>
                    <a:pt x="8" y="85"/>
                  </a:cubicBezTo>
                  <a:close/>
                  <a:moveTo>
                    <a:pt x="8" y="114"/>
                  </a:moveTo>
                  <a:cubicBezTo>
                    <a:pt x="9" y="114"/>
                    <a:pt x="9" y="113"/>
                    <a:pt x="11" y="113"/>
                  </a:cubicBezTo>
                  <a:cubicBezTo>
                    <a:pt x="11" y="115"/>
                    <a:pt x="11" y="115"/>
                    <a:pt x="11" y="115"/>
                  </a:cubicBezTo>
                  <a:cubicBezTo>
                    <a:pt x="9" y="115"/>
                    <a:pt x="9" y="114"/>
                    <a:pt x="8" y="114"/>
                  </a:cubicBezTo>
                  <a:close/>
                  <a:moveTo>
                    <a:pt x="8" y="143"/>
                  </a:moveTo>
                  <a:cubicBezTo>
                    <a:pt x="9" y="143"/>
                    <a:pt x="9" y="142"/>
                    <a:pt x="11" y="142"/>
                  </a:cubicBezTo>
                  <a:cubicBezTo>
                    <a:pt x="11" y="144"/>
                    <a:pt x="11" y="144"/>
                    <a:pt x="11" y="144"/>
                  </a:cubicBezTo>
                  <a:cubicBezTo>
                    <a:pt x="9" y="144"/>
                    <a:pt x="9" y="144"/>
                    <a:pt x="8" y="143"/>
                  </a:cubicBezTo>
                  <a:close/>
                  <a:moveTo>
                    <a:pt x="8" y="173"/>
                  </a:moveTo>
                  <a:cubicBezTo>
                    <a:pt x="9" y="172"/>
                    <a:pt x="9" y="172"/>
                    <a:pt x="11" y="171"/>
                  </a:cubicBezTo>
                  <a:cubicBezTo>
                    <a:pt x="11" y="174"/>
                    <a:pt x="11" y="174"/>
                    <a:pt x="11" y="174"/>
                  </a:cubicBezTo>
                  <a:cubicBezTo>
                    <a:pt x="9" y="173"/>
                    <a:pt x="9" y="173"/>
                    <a:pt x="8" y="173"/>
                  </a:cubicBezTo>
                  <a:close/>
                  <a:moveTo>
                    <a:pt x="8" y="202"/>
                  </a:moveTo>
                  <a:cubicBezTo>
                    <a:pt x="9" y="202"/>
                    <a:pt x="9" y="201"/>
                    <a:pt x="11" y="201"/>
                  </a:cubicBezTo>
                  <a:cubicBezTo>
                    <a:pt x="11" y="203"/>
                    <a:pt x="11" y="203"/>
                    <a:pt x="11" y="203"/>
                  </a:cubicBezTo>
                  <a:cubicBezTo>
                    <a:pt x="9" y="203"/>
                    <a:pt x="9" y="202"/>
                    <a:pt x="8" y="202"/>
                  </a:cubicBezTo>
                  <a:close/>
                  <a:moveTo>
                    <a:pt x="192" y="185"/>
                  </a:moveTo>
                  <a:cubicBezTo>
                    <a:pt x="192" y="202"/>
                    <a:pt x="177" y="217"/>
                    <a:pt x="160" y="217"/>
                  </a:cubicBezTo>
                  <a:cubicBezTo>
                    <a:pt x="19" y="217"/>
                    <a:pt x="19" y="217"/>
                    <a:pt x="19" y="217"/>
                  </a:cubicBezTo>
                  <a:cubicBezTo>
                    <a:pt x="19" y="201"/>
                    <a:pt x="19" y="201"/>
                    <a:pt x="19" y="201"/>
                  </a:cubicBezTo>
                  <a:cubicBezTo>
                    <a:pt x="20" y="201"/>
                    <a:pt x="20" y="202"/>
                    <a:pt x="21" y="202"/>
                  </a:cubicBezTo>
                  <a:cubicBezTo>
                    <a:pt x="21" y="203"/>
                    <a:pt x="22" y="203"/>
                    <a:pt x="21" y="205"/>
                  </a:cubicBezTo>
                  <a:cubicBezTo>
                    <a:pt x="29" y="207"/>
                    <a:pt x="29" y="207"/>
                    <a:pt x="29" y="207"/>
                  </a:cubicBezTo>
                  <a:cubicBezTo>
                    <a:pt x="30" y="203"/>
                    <a:pt x="29" y="200"/>
                    <a:pt x="27" y="198"/>
                  </a:cubicBezTo>
                  <a:cubicBezTo>
                    <a:pt x="26" y="195"/>
                    <a:pt x="22" y="193"/>
                    <a:pt x="19" y="193"/>
                  </a:cubicBezTo>
                  <a:cubicBezTo>
                    <a:pt x="19" y="172"/>
                    <a:pt x="19" y="172"/>
                    <a:pt x="19" y="172"/>
                  </a:cubicBezTo>
                  <a:cubicBezTo>
                    <a:pt x="20" y="172"/>
                    <a:pt x="20" y="172"/>
                    <a:pt x="21" y="173"/>
                  </a:cubicBezTo>
                  <a:cubicBezTo>
                    <a:pt x="21" y="173"/>
                    <a:pt x="22" y="174"/>
                    <a:pt x="21" y="175"/>
                  </a:cubicBezTo>
                  <a:cubicBezTo>
                    <a:pt x="29" y="178"/>
                    <a:pt x="29" y="178"/>
                    <a:pt x="29" y="178"/>
                  </a:cubicBezTo>
                  <a:cubicBezTo>
                    <a:pt x="30" y="173"/>
                    <a:pt x="29" y="170"/>
                    <a:pt x="27" y="168"/>
                  </a:cubicBezTo>
                  <a:cubicBezTo>
                    <a:pt x="26" y="166"/>
                    <a:pt x="22" y="164"/>
                    <a:pt x="19" y="163"/>
                  </a:cubicBezTo>
                  <a:cubicBezTo>
                    <a:pt x="19" y="142"/>
                    <a:pt x="19" y="142"/>
                    <a:pt x="19" y="142"/>
                  </a:cubicBezTo>
                  <a:cubicBezTo>
                    <a:pt x="20" y="143"/>
                    <a:pt x="20" y="143"/>
                    <a:pt x="21" y="144"/>
                  </a:cubicBezTo>
                  <a:cubicBezTo>
                    <a:pt x="21" y="144"/>
                    <a:pt x="22" y="145"/>
                    <a:pt x="21" y="146"/>
                  </a:cubicBezTo>
                  <a:cubicBezTo>
                    <a:pt x="29" y="148"/>
                    <a:pt x="29" y="148"/>
                    <a:pt x="29" y="148"/>
                  </a:cubicBezTo>
                  <a:cubicBezTo>
                    <a:pt x="30" y="144"/>
                    <a:pt x="29" y="141"/>
                    <a:pt x="27" y="139"/>
                  </a:cubicBezTo>
                  <a:cubicBezTo>
                    <a:pt x="26" y="136"/>
                    <a:pt x="22" y="135"/>
                    <a:pt x="19" y="134"/>
                  </a:cubicBezTo>
                  <a:cubicBezTo>
                    <a:pt x="19" y="113"/>
                    <a:pt x="19" y="113"/>
                    <a:pt x="19" y="113"/>
                  </a:cubicBezTo>
                  <a:cubicBezTo>
                    <a:pt x="20" y="113"/>
                    <a:pt x="20" y="114"/>
                    <a:pt x="21" y="114"/>
                  </a:cubicBezTo>
                  <a:cubicBezTo>
                    <a:pt x="21" y="115"/>
                    <a:pt x="22" y="115"/>
                    <a:pt x="21" y="117"/>
                  </a:cubicBezTo>
                  <a:cubicBezTo>
                    <a:pt x="29" y="119"/>
                    <a:pt x="29" y="119"/>
                    <a:pt x="29" y="119"/>
                  </a:cubicBezTo>
                  <a:cubicBezTo>
                    <a:pt x="30" y="115"/>
                    <a:pt x="29" y="111"/>
                    <a:pt x="27" y="110"/>
                  </a:cubicBezTo>
                  <a:cubicBezTo>
                    <a:pt x="26" y="107"/>
                    <a:pt x="22" y="105"/>
                    <a:pt x="19" y="105"/>
                  </a:cubicBezTo>
                  <a:cubicBezTo>
                    <a:pt x="19" y="83"/>
                    <a:pt x="19" y="83"/>
                    <a:pt x="19" y="83"/>
                  </a:cubicBezTo>
                  <a:cubicBezTo>
                    <a:pt x="20" y="84"/>
                    <a:pt x="20" y="84"/>
                    <a:pt x="21" y="85"/>
                  </a:cubicBezTo>
                  <a:cubicBezTo>
                    <a:pt x="21" y="85"/>
                    <a:pt x="22" y="86"/>
                    <a:pt x="21" y="87"/>
                  </a:cubicBezTo>
                  <a:cubicBezTo>
                    <a:pt x="29" y="90"/>
                    <a:pt x="29" y="90"/>
                    <a:pt x="29" y="90"/>
                  </a:cubicBezTo>
                  <a:cubicBezTo>
                    <a:pt x="30" y="85"/>
                    <a:pt x="29" y="82"/>
                    <a:pt x="27" y="80"/>
                  </a:cubicBezTo>
                  <a:cubicBezTo>
                    <a:pt x="26" y="78"/>
                    <a:pt x="22" y="76"/>
                    <a:pt x="19" y="75"/>
                  </a:cubicBezTo>
                  <a:cubicBezTo>
                    <a:pt x="19" y="54"/>
                    <a:pt x="19" y="54"/>
                    <a:pt x="19" y="54"/>
                  </a:cubicBezTo>
                  <a:cubicBezTo>
                    <a:pt x="20" y="54"/>
                    <a:pt x="20" y="55"/>
                    <a:pt x="21" y="56"/>
                  </a:cubicBezTo>
                  <a:cubicBezTo>
                    <a:pt x="21" y="56"/>
                    <a:pt x="22" y="56"/>
                    <a:pt x="21" y="58"/>
                  </a:cubicBezTo>
                  <a:cubicBezTo>
                    <a:pt x="29" y="60"/>
                    <a:pt x="29" y="60"/>
                    <a:pt x="29" y="60"/>
                  </a:cubicBezTo>
                  <a:cubicBezTo>
                    <a:pt x="30" y="56"/>
                    <a:pt x="29" y="53"/>
                    <a:pt x="27" y="51"/>
                  </a:cubicBezTo>
                  <a:cubicBezTo>
                    <a:pt x="26" y="48"/>
                    <a:pt x="22" y="47"/>
                    <a:pt x="19" y="46"/>
                  </a:cubicBezTo>
                  <a:cubicBezTo>
                    <a:pt x="19" y="25"/>
                    <a:pt x="19" y="25"/>
                    <a:pt x="19" y="25"/>
                  </a:cubicBezTo>
                  <a:cubicBezTo>
                    <a:pt x="20" y="25"/>
                    <a:pt x="20" y="26"/>
                    <a:pt x="21" y="26"/>
                  </a:cubicBezTo>
                  <a:cubicBezTo>
                    <a:pt x="21" y="26"/>
                    <a:pt x="22" y="27"/>
                    <a:pt x="21" y="29"/>
                  </a:cubicBezTo>
                  <a:cubicBezTo>
                    <a:pt x="29" y="31"/>
                    <a:pt x="29" y="31"/>
                    <a:pt x="29" y="31"/>
                  </a:cubicBezTo>
                  <a:cubicBezTo>
                    <a:pt x="30" y="27"/>
                    <a:pt x="29" y="23"/>
                    <a:pt x="27" y="22"/>
                  </a:cubicBezTo>
                  <a:cubicBezTo>
                    <a:pt x="26" y="19"/>
                    <a:pt x="22" y="17"/>
                    <a:pt x="19" y="16"/>
                  </a:cubicBezTo>
                  <a:cubicBezTo>
                    <a:pt x="19" y="8"/>
                    <a:pt x="19" y="8"/>
                    <a:pt x="19" y="8"/>
                  </a:cubicBezTo>
                  <a:cubicBezTo>
                    <a:pt x="160" y="8"/>
                    <a:pt x="160" y="8"/>
                    <a:pt x="160" y="8"/>
                  </a:cubicBezTo>
                  <a:cubicBezTo>
                    <a:pt x="177" y="8"/>
                    <a:pt x="192" y="22"/>
                    <a:pt x="192" y="40"/>
                  </a:cubicBezTo>
                  <a:lnTo>
                    <a:pt x="192" y="185"/>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35"/>
              <a:endParaRPr lang="en-US" sz="1600">
                <a:solidFill>
                  <a:srgbClr val="FFFFFF"/>
                </a:solidFill>
              </a:endParaRPr>
            </a:p>
          </p:txBody>
        </p:sp>
      </p:grpSp>
      <p:grpSp>
        <p:nvGrpSpPr>
          <p:cNvPr id="37" name="Teal Tile"/>
          <p:cNvGrpSpPr/>
          <p:nvPr userDrawn="1"/>
        </p:nvGrpSpPr>
        <p:grpSpPr>
          <a:xfrm>
            <a:off x="831160" y="4245981"/>
            <a:ext cx="1084119" cy="1202193"/>
            <a:chOff x="1020317" y="4686638"/>
            <a:chExt cx="1325880" cy="1325880"/>
          </a:xfrm>
        </p:grpSpPr>
        <p:sp>
          <p:nvSpPr>
            <p:cNvPr id="38" name="Rectangle 37"/>
            <p:cNvSpPr/>
            <p:nvPr/>
          </p:nvSpPr>
          <p:spPr bwMode="auto">
            <a:xfrm>
              <a:off x="1020317" y="4686638"/>
              <a:ext cx="1325880" cy="1325880"/>
            </a:xfrm>
            <a:prstGeom prst="rect">
              <a:avLst/>
            </a:prstGeom>
            <a:solidFill>
              <a:schemeClr val="accent4"/>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39" name="Freeform 13"/>
            <p:cNvSpPr>
              <a:spLocks noEditPoints="1"/>
            </p:cNvSpPr>
            <p:nvPr/>
          </p:nvSpPr>
          <p:spPr bwMode="auto">
            <a:xfrm>
              <a:off x="1455948" y="4930478"/>
              <a:ext cx="454618" cy="838200"/>
            </a:xfrm>
            <a:custGeom>
              <a:avLst/>
              <a:gdLst>
                <a:gd name="T0" fmla="*/ 2 w 122"/>
                <a:gd name="T1" fmla="*/ 65 h 225"/>
                <a:gd name="T2" fmla="*/ 14 w 122"/>
                <a:gd name="T3" fmla="*/ 77 h 225"/>
                <a:gd name="T4" fmla="*/ 17 w 122"/>
                <a:gd name="T5" fmla="*/ 76 h 225"/>
                <a:gd name="T6" fmla="*/ 119 w 122"/>
                <a:gd name="T7" fmla="*/ 42 h 225"/>
                <a:gd name="T8" fmla="*/ 119 w 122"/>
                <a:gd name="T9" fmla="*/ 30 h 225"/>
                <a:gd name="T10" fmla="*/ 105 w 122"/>
                <a:gd name="T11" fmla="*/ 23 h 225"/>
                <a:gd name="T12" fmla="*/ 3 w 122"/>
                <a:gd name="T13" fmla="*/ 57 h 225"/>
                <a:gd name="T14" fmla="*/ 108 w 122"/>
                <a:gd name="T15" fmla="*/ 28 h 225"/>
                <a:gd name="T16" fmla="*/ 114 w 122"/>
                <a:gd name="T17" fmla="*/ 35 h 225"/>
                <a:gd name="T18" fmla="*/ 111 w 122"/>
                <a:gd name="T19" fmla="*/ 42 h 225"/>
                <a:gd name="T20" fmla="*/ 14 w 122"/>
                <a:gd name="T21" fmla="*/ 71 h 225"/>
                <a:gd name="T22" fmla="*/ 9 w 122"/>
                <a:gd name="T23" fmla="*/ 67 h 225"/>
                <a:gd name="T24" fmla="*/ 8 w 122"/>
                <a:gd name="T25" fmla="*/ 59 h 225"/>
                <a:gd name="T26" fmla="*/ 106 w 122"/>
                <a:gd name="T27" fmla="*/ 28 h 225"/>
                <a:gd name="T28" fmla="*/ 14 w 122"/>
                <a:gd name="T29" fmla="*/ 43 h 225"/>
                <a:gd name="T30" fmla="*/ 66 w 122"/>
                <a:gd name="T31" fmla="*/ 28 h 225"/>
                <a:gd name="T32" fmla="*/ 73 w 122"/>
                <a:gd name="T33" fmla="*/ 10 h 225"/>
                <a:gd name="T34" fmla="*/ 9 w 122"/>
                <a:gd name="T35" fmla="*/ 17 h 225"/>
                <a:gd name="T36" fmla="*/ 3 w 122"/>
                <a:gd name="T37" fmla="*/ 35 h 225"/>
                <a:gd name="T38" fmla="*/ 61 w 122"/>
                <a:gd name="T39" fmla="*/ 8 h 225"/>
                <a:gd name="T40" fmla="*/ 67 w 122"/>
                <a:gd name="T41" fmla="*/ 12 h 225"/>
                <a:gd name="T42" fmla="*/ 65 w 122"/>
                <a:gd name="T43" fmla="*/ 22 h 225"/>
                <a:gd name="T44" fmla="*/ 14 w 122"/>
                <a:gd name="T45" fmla="*/ 37 h 225"/>
                <a:gd name="T46" fmla="*/ 8 w 122"/>
                <a:gd name="T47" fmla="*/ 30 h 225"/>
                <a:gd name="T48" fmla="*/ 120 w 122"/>
                <a:gd name="T49" fmla="*/ 101 h 225"/>
                <a:gd name="T50" fmla="*/ 105 w 122"/>
                <a:gd name="T51" fmla="*/ 90 h 225"/>
                <a:gd name="T52" fmla="*/ 72 w 122"/>
                <a:gd name="T53" fmla="*/ 110 h 225"/>
                <a:gd name="T54" fmla="*/ 55 w 122"/>
                <a:gd name="T55" fmla="*/ 138 h 225"/>
                <a:gd name="T56" fmla="*/ 53 w 122"/>
                <a:gd name="T57" fmla="*/ 99 h 225"/>
                <a:gd name="T58" fmla="*/ 119 w 122"/>
                <a:gd name="T59" fmla="*/ 76 h 225"/>
                <a:gd name="T60" fmla="*/ 119 w 122"/>
                <a:gd name="T61" fmla="*/ 64 h 225"/>
                <a:gd name="T62" fmla="*/ 9 w 122"/>
                <a:gd name="T63" fmla="*/ 85 h 225"/>
                <a:gd name="T64" fmla="*/ 1 w 122"/>
                <a:gd name="T65" fmla="*/ 97 h 225"/>
                <a:gd name="T66" fmla="*/ 3 w 122"/>
                <a:gd name="T67" fmla="*/ 102 h 225"/>
                <a:gd name="T68" fmla="*/ 11 w 122"/>
                <a:gd name="T69" fmla="*/ 110 h 225"/>
                <a:gd name="T70" fmla="*/ 28 w 122"/>
                <a:gd name="T71" fmla="*/ 121 h 225"/>
                <a:gd name="T72" fmla="*/ 17 w 122"/>
                <a:gd name="T73" fmla="*/ 138 h 225"/>
                <a:gd name="T74" fmla="*/ 40 w 122"/>
                <a:gd name="T75" fmla="*/ 209 h 225"/>
                <a:gd name="T76" fmla="*/ 53 w 122"/>
                <a:gd name="T77" fmla="*/ 225 h 225"/>
                <a:gd name="T78" fmla="*/ 87 w 122"/>
                <a:gd name="T79" fmla="*/ 214 h 225"/>
                <a:gd name="T80" fmla="*/ 110 w 122"/>
                <a:gd name="T81" fmla="*/ 187 h 225"/>
                <a:gd name="T82" fmla="*/ 99 w 122"/>
                <a:gd name="T83" fmla="*/ 138 h 225"/>
                <a:gd name="T84" fmla="*/ 104 w 122"/>
                <a:gd name="T85" fmla="*/ 117 h 225"/>
                <a:gd name="T86" fmla="*/ 120 w 122"/>
                <a:gd name="T87" fmla="*/ 101 h 225"/>
                <a:gd name="T88" fmla="*/ 47 w 122"/>
                <a:gd name="T89" fmla="*/ 101 h 225"/>
                <a:gd name="T90" fmla="*/ 49 w 122"/>
                <a:gd name="T91" fmla="*/ 138 h 225"/>
                <a:gd name="T92" fmla="*/ 35 w 122"/>
                <a:gd name="T93" fmla="*/ 121 h 225"/>
                <a:gd name="T94" fmla="*/ 24 w 122"/>
                <a:gd name="T95" fmla="*/ 108 h 225"/>
                <a:gd name="T96" fmla="*/ 12 w 122"/>
                <a:gd name="T97" fmla="*/ 104 h 225"/>
                <a:gd name="T98" fmla="*/ 8 w 122"/>
                <a:gd name="T99" fmla="*/ 97 h 225"/>
                <a:gd name="T100" fmla="*/ 8 w 122"/>
                <a:gd name="T101" fmla="*/ 93 h 225"/>
                <a:gd name="T102" fmla="*/ 12 w 122"/>
                <a:gd name="T103" fmla="*/ 90 h 225"/>
                <a:gd name="T104" fmla="*/ 24 w 122"/>
                <a:gd name="T105" fmla="*/ 86 h 225"/>
                <a:gd name="T106" fmla="*/ 108 w 122"/>
                <a:gd name="T107" fmla="*/ 62 h 225"/>
                <a:gd name="T108" fmla="*/ 114 w 122"/>
                <a:gd name="T109" fmla="*/ 69 h 225"/>
                <a:gd name="T110" fmla="*/ 111 w 122"/>
                <a:gd name="T111" fmla="*/ 76 h 225"/>
                <a:gd name="T112" fmla="*/ 43 w 122"/>
                <a:gd name="T113" fmla="*/ 98 h 225"/>
                <a:gd name="T114" fmla="*/ 103 w 122"/>
                <a:gd name="T115" fmla="*/ 111 h 225"/>
                <a:gd name="T116" fmla="*/ 92 w 122"/>
                <a:gd name="T117" fmla="*/ 138 h 225"/>
                <a:gd name="T118" fmla="*/ 78 w 122"/>
                <a:gd name="T119" fmla="*/ 110 h 225"/>
                <a:gd name="T120" fmla="*/ 106 w 122"/>
                <a:gd name="T121" fmla="*/ 96 h 225"/>
                <a:gd name="T122" fmla="*/ 114 w 122"/>
                <a:gd name="T123" fmla="*/ 103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2" h="225">
                  <a:moveTo>
                    <a:pt x="3" y="57"/>
                  </a:moveTo>
                  <a:cubicBezTo>
                    <a:pt x="1" y="59"/>
                    <a:pt x="1" y="62"/>
                    <a:pt x="2" y="65"/>
                  </a:cubicBezTo>
                  <a:cubicBezTo>
                    <a:pt x="3" y="69"/>
                    <a:pt x="3" y="69"/>
                    <a:pt x="3" y="69"/>
                  </a:cubicBezTo>
                  <a:cubicBezTo>
                    <a:pt x="4" y="74"/>
                    <a:pt x="9" y="77"/>
                    <a:pt x="14" y="77"/>
                  </a:cubicBezTo>
                  <a:cubicBezTo>
                    <a:pt x="14" y="77"/>
                    <a:pt x="14" y="77"/>
                    <a:pt x="14" y="77"/>
                  </a:cubicBezTo>
                  <a:cubicBezTo>
                    <a:pt x="15" y="77"/>
                    <a:pt x="16" y="77"/>
                    <a:pt x="17" y="76"/>
                  </a:cubicBezTo>
                  <a:cubicBezTo>
                    <a:pt x="112" y="48"/>
                    <a:pt x="112" y="48"/>
                    <a:pt x="112" y="48"/>
                  </a:cubicBezTo>
                  <a:cubicBezTo>
                    <a:pt x="115" y="47"/>
                    <a:pt x="118" y="45"/>
                    <a:pt x="119" y="42"/>
                  </a:cubicBezTo>
                  <a:cubicBezTo>
                    <a:pt x="120" y="40"/>
                    <a:pt x="121" y="37"/>
                    <a:pt x="120" y="34"/>
                  </a:cubicBezTo>
                  <a:cubicBezTo>
                    <a:pt x="119" y="30"/>
                    <a:pt x="119" y="30"/>
                    <a:pt x="119" y="30"/>
                  </a:cubicBezTo>
                  <a:cubicBezTo>
                    <a:pt x="117" y="25"/>
                    <a:pt x="113" y="22"/>
                    <a:pt x="108" y="22"/>
                  </a:cubicBezTo>
                  <a:cubicBezTo>
                    <a:pt x="107" y="22"/>
                    <a:pt x="106" y="22"/>
                    <a:pt x="105" y="23"/>
                  </a:cubicBezTo>
                  <a:cubicBezTo>
                    <a:pt x="9" y="51"/>
                    <a:pt x="9" y="51"/>
                    <a:pt x="9" y="51"/>
                  </a:cubicBezTo>
                  <a:cubicBezTo>
                    <a:pt x="6" y="52"/>
                    <a:pt x="4" y="54"/>
                    <a:pt x="3" y="57"/>
                  </a:cubicBezTo>
                  <a:close/>
                  <a:moveTo>
                    <a:pt x="106" y="28"/>
                  </a:moveTo>
                  <a:cubicBezTo>
                    <a:pt x="107" y="28"/>
                    <a:pt x="107" y="28"/>
                    <a:pt x="108" y="28"/>
                  </a:cubicBezTo>
                  <a:cubicBezTo>
                    <a:pt x="110" y="28"/>
                    <a:pt x="112" y="30"/>
                    <a:pt x="113" y="32"/>
                  </a:cubicBezTo>
                  <a:cubicBezTo>
                    <a:pt x="114" y="35"/>
                    <a:pt x="114" y="35"/>
                    <a:pt x="114" y="35"/>
                  </a:cubicBezTo>
                  <a:cubicBezTo>
                    <a:pt x="115" y="37"/>
                    <a:pt x="114" y="38"/>
                    <a:pt x="114" y="40"/>
                  </a:cubicBezTo>
                  <a:cubicBezTo>
                    <a:pt x="113" y="41"/>
                    <a:pt x="112" y="42"/>
                    <a:pt x="111" y="42"/>
                  </a:cubicBezTo>
                  <a:cubicBezTo>
                    <a:pt x="15" y="71"/>
                    <a:pt x="15" y="71"/>
                    <a:pt x="15" y="71"/>
                  </a:cubicBezTo>
                  <a:cubicBezTo>
                    <a:pt x="15" y="71"/>
                    <a:pt x="14" y="71"/>
                    <a:pt x="14" y="71"/>
                  </a:cubicBezTo>
                  <a:cubicBezTo>
                    <a:pt x="14" y="71"/>
                    <a:pt x="14" y="71"/>
                    <a:pt x="14" y="71"/>
                  </a:cubicBezTo>
                  <a:cubicBezTo>
                    <a:pt x="11" y="71"/>
                    <a:pt x="9" y="69"/>
                    <a:pt x="9" y="67"/>
                  </a:cubicBezTo>
                  <a:cubicBezTo>
                    <a:pt x="8" y="63"/>
                    <a:pt x="8" y="63"/>
                    <a:pt x="8" y="63"/>
                  </a:cubicBezTo>
                  <a:cubicBezTo>
                    <a:pt x="7" y="62"/>
                    <a:pt x="7" y="61"/>
                    <a:pt x="8" y="59"/>
                  </a:cubicBezTo>
                  <a:cubicBezTo>
                    <a:pt x="9" y="58"/>
                    <a:pt x="10" y="57"/>
                    <a:pt x="11" y="57"/>
                  </a:cubicBezTo>
                  <a:lnTo>
                    <a:pt x="106" y="28"/>
                  </a:lnTo>
                  <a:close/>
                  <a:moveTo>
                    <a:pt x="3" y="35"/>
                  </a:moveTo>
                  <a:cubicBezTo>
                    <a:pt x="4" y="40"/>
                    <a:pt x="9" y="43"/>
                    <a:pt x="14" y="43"/>
                  </a:cubicBezTo>
                  <a:cubicBezTo>
                    <a:pt x="15" y="43"/>
                    <a:pt x="16" y="43"/>
                    <a:pt x="17" y="43"/>
                  </a:cubicBezTo>
                  <a:cubicBezTo>
                    <a:pt x="66" y="28"/>
                    <a:pt x="66" y="28"/>
                    <a:pt x="66" y="28"/>
                  </a:cubicBezTo>
                  <a:cubicBezTo>
                    <a:pt x="72" y="26"/>
                    <a:pt x="76" y="19"/>
                    <a:pt x="74" y="13"/>
                  </a:cubicBezTo>
                  <a:cubicBezTo>
                    <a:pt x="73" y="10"/>
                    <a:pt x="73" y="10"/>
                    <a:pt x="73" y="10"/>
                  </a:cubicBezTo>
                  <a:cubicBezTo>
                    <a:pt x="71" y="4"/>
                    <a:pt x="65" y="0"/>
                    <a:pt x="59" y="2"/>
                  </a:cubicBezTo>
                  <a:cubicBezTo>
                    <a:pt x="9" y="17"/>
                    <a:pt x="9" y="17"/>
                    <a:pt x="9" y="17"/>
                  </a:cubicBezTo>
                  <a:cubicBezTo>
                    <a:pt x="3" y="19"/>
                    <a:pt x="0" y="25"/>
                    <a:pt x="2" y="31"/>
                  </a:cubicBezTo>
                  <a:lnTo>
                    <a:pt x="3" y="35"/>
                  </a:lnTo>
                  <a:close/>
                  <a:moveTo>
                    <a:pt x="11" y="23"/>
                  </a:moveTo>
                  <a:cubicBezTo>
                    <a:pt x="61" y="8"/>
                    <a:pt x="61" y="8"/>
                    <a:pt x="61" y="8"/>
                  </a:cubicBezTo>
                  <a:cubicBezTo>
                    <a:pt x="61" y="8"/>
                    <a:pt x="62" y="8"/>
                    <a:pt x="62" y="8"/>
                  </a:cubicBezTo>
                  <a:cubicBezTo>
                    <a:pt x="64" y="8"/>
                    <a:pt x="67" y="9"/>
                    <a:pt x="67" y="12"/>
                  </a:cubicBezTo>
                  <a:cubicBezTo>
                    <a:pt x="68" y="15"/>
                    <a:pt x="68" y="15"/>
                    <a:pt x="68" y="15"/>
                  </a:cubicBezTo>
                  <a:cubicBezTo>
                    <a:pt x="69" y="18"/>
                    <a:pt x="68" y="21"/>
                    <a:pt x="65" y="22"/>
                  </a:cubicBezTo>
                  <a:cubicBezTo>
                    <a:pt x="15" y="37"/>
                    <a:pt x="15" y="37"/>
                    <a:pt x="15" y="37"/>
                  </a:cubicBezTo>
                  <a:cubicBezTo>
                    <a:pt x="15" y="37"/>
                    <a:pt x="14" y="37"/>
                    <a:pt x="14" y="37"/>
                  </a:cubicBezTo>
                  <a:cubicBezTo>
                    <a:pt x="11" y="37"/>
                    <a:pt x="9" y="36"/>
                    <a:pt x="9" y="33"/>
                  </a:cubicBezTo>
                  <a:cubicBezTo>
                    <a:pt x="8" y="30"/>
                    <a:pt x="8" y="30"/>
                    <a:pt x="8" y="30"/>
                  </a:cubicBezTo>
                  <a:cubicBezTo>
                    <a:pt x="7" y="27"/>
                    <a:pt x="8" y="24"/>
                    <a:pt x="11" y="23"/>
                  </a:cubicBezTo>
                  <a:close/>
                  <a:moveTo>
                    <a:pt x="120" y="101"/>
                  </a:moveTo>
                  <a:cubicBezTo>
                    <a:pt x="119" y="97"/>
                    <a:pt x="119" y="97"/>
                    <a:pt x="119" y="97"/>
                  </a:cubicBezTo>
                  <a:cubicBezTo>
                    <a:pt x="117" y="92"/>
                    <a:pt x="110" y="88"/>
                    <a:pt x="105" y="90"/>
                  </a:cubicBezTo>
                  <a:cubicBezTo>
                    <a:pt x="82" y="96"/>
                    <a:pt x="82" y="96"/>
                    <a:pt x="82" y="96"/>
                  </a:cubicBezTo>
                  <a:cubicBezTo>
                    <a:pt x="76" y="98"/>
                    <a:pt x="72" y="104"/>
                    <a:pt x="72" y="110"/>
                  </a:cubicBezTo>
                  <a:cubicBezTo>
                    <a:pt x="72" y="138"/>
                    <a:pt x="72" y="138"/>
                    <a:pt x="72" y="138"/>
                  </a:cubicBezTo>
                  <a:cubicBezTo>
                    <a:pt x="55" y="138"/>
                    <a:pt x="55" y="138"/>
                    <a:pt x="55" y="138"/>
                  </a:cubicBezTo>
                  <a:cubicBezTo>
                    <a:pt x="55" y="106"/>
                    <a:pt x="55" y="106"/>
                    <a:pt x="55" y="106"/>
                  </a:cubicBezTo>
                  <a:cubicBezTo>
                    <a:pt x="55" y="104"/>
                    <a:pt x="54" y="101"/>
                    <a:pt x="53" y="99"/>
                  </a:cubicBezTo>
                  <a:cubicBezTo>
                    <a:pt x="112" y="82"/>
                    <a:pt x="112" y="82"/>
                    <a:pt x="112" y="82"/>
                  </a:cubicBezTo>
                  <a:cubicBezTo>
                    <a:pt x="115" y="81"/>
                    <a:pt x="118" y="79"/>
                    <a:pt x="119" y="76"/>
                  </a:cubicBezTo>
                  <a:cubicBezTo>
                    <a:pt x="120" y="73"/>
                    <a:pt x="121" y="70"/>
                    <a:pt x="120" y="67"/>
                  </a:cubicBezTo>
                  <a:cubicBezTo>
                    <a:pt x="119" y="64"/>
                    <a:pt x="119" y="64"/>
                    <a:pt x="119" y="64"/>
                  </a:cubicBezTo>
                  <a:cubicBezTo>
                    <a:pt x="117" y="58"/>
                    <a:pt x="110" y="54"/>
                    <a:pt x="105" y="56"/>
                  </a:cubicBezTo>
                  <a:cubicBezTo>
                    <a:pt x="9" y="85"/>
                    <a:pt x="9" y="85"/>
                    <a:pt x="9" y="85"/>
                  </a:cubicBezTo>
                  <a:cubicBezTo>
                    <a:pt x="6" y="86"/>
                    <a:pt x="4" y="88"/>
                    <a:pt x="3" y="90"/>
                  </a:cubicBezTo>
                  <a:cubicBezTo>
                    <a:pt x="1" y="92"/>
                    <a:pt x="1" y="95"/>
                    <a:pt x="1" y="97"/>
                  </a:cubicBezTo>
                  <a:cubicBezTo>
                    <a:pt x="2" y="98"/>
                    <a:pt x="2" y="98"/>
                    <a:pt x="2" y="99"/>
                  </a:cubicBezTo>
                  <a:cubicBezTo>
                    <a:pt x="3" y="102"/>
                    <a:pt x="3" y="102"/>
                    <a:pt x="3" y="102"/>
                  </a:cubicBezTo>
                  <a:cubicBezTo>
                    <a:pt x="4" y="106"/>
                    <a:pt x="7" y="109"/>
                    <a:pt x="10" y="110"/>
                  </a:cubicBezTo>
                  <a:cubicBezTo>
                    <a:pt x="11" y="110"/>
                    <a:pt x="11" y="110"/>
                    <a:pt x="11" y="110"/>
                  </a:cubicBezTo>
                  <a:cubicBezTo>
                    <a:pt x="23" y="113"/>
                    <a:pt x="23" y="113"/>
                    <a:pt x="23" y="113"/>
                  </a:cubicBezTo>
                  <a:cubicBezTo>
                    <a:pt x="26" y="114"/>
                    <a:pt x="28" y="118"/>
                    <a:pt x="28" y="121"/>
                  </a:cubicBezTo>
                  <a:cubicBezTo>
                    <a:pt x="28" y="138"/>
                    <a:pt x="28" y="138"/>
                    <a:pt x="28" y="138"/>
                  </a:cubicBezTo>
                  <a:cubicBezTo>
                    <a:pt x="17" y="138"/>
                    <a:pt x="17" y="138"/>
                    <a:pt x="17" y="138"/>
                  </a:cubicBezTo>
                  <a:cubicBezTo>
                    <a:pt x="17" y="187"/>
                    <a:pt x="17" y="187"/>
                    <a:pt x="17" y="187"/>
                  </a:cubicBezTo>
                  <a:cubicBezTo>
                    <a:pt x="17" y="199"/>
                    <a:pt x="28" y="208"/>
                    <a:pt x="40" y="209"/>
                  </a:cubicBezTo>
                  <a:cubicBezTo>
                    <a:pt x="40" y="214"/>
                    <a:pt x="40" y="214"/>
                    <a:pt x="40" y="214"/>
                  </a:cubicBezTo>
                  <a:cubicBezTo>
                    <a:pt x="40" y="220"/>
                    <a:pt x="46" y="225"/>
                    <a:pt x="53" y="225"/>
                  </a:cubicBezTo>
                  <a:cubicBezTo>
                    <a:pt x="74" y="225"/>
                    <a:pt x="74" y="225"/>
                    <a:pt x="74" y="225"/>
                  </a:cubicBezTo>
                  <a:cubicBezTo>
                    <a:pt x="81" y="225"/>
                    <a:pt x="87" y="220"/>
                    <a:pt x="87" y="214"/>
                  </a:cubicBezTo>
                  <a:cubicBezTo>
                    <a:pt x="87" y="209"/>
                    <a:pt x="87" y="209"/>
                    <a:pt x="87" y="209"/>
                  </a:cubicBezTo>
                  <a:cubicBezTo>
                    <a:pt x="99" y="208"/>
                    <a:pt x="110" y="199"/>
                    <a:pt x="110" y="187"/>
                  </a:cubicBezTo>
                  <a:cubicBezTo>
                    <a:pt x="110" y="138"/>
                    <a:pt x="110" y="138"/>
                    <a:pt x="110" y="138"/>
                  </a:cubicBezTo>
                  <a:cubicBezTo>
                    <a:pt x="99" y="138"/>
                    <a:pt x="99" y="138"/>
                    <a:pt x="99" y="138"/>
                  </a:cubicBezTo>
                  <a:cubicBezTo>
                    <a:pt x="99" y="125"/>
                    <a:pt x="99" y="125"/>
                    <a:pt x="99" y="125"/>
                  </a:cubicBezTo>
                  <a:cubicBezTo>
                    <a:pt x="99" y="122"/>
                    <a:pt x="101" y="118"/>
                    <a:pt x="104" y="117"/>
                  </a:cubicBezTo>
                  <a:cubicBezTo>
                    <a:pt x="112" y="115"/>
                    <a:pt x="112" y="115"/>
                    <a:pt x="112" y="115"/>
                  </a:cubicBezTo>
                  <a:cubicBezTo>
                    <a:pt x="118" y="113"/>
                    <a:pt x="122" y="107"/>
                    <a:pt x="120" y="101"/>
                  </a:cubicBezTo>
                  <a:close/>
                  <a:moveTo>
                    <a:pt x="43" y="98"/>
                  </a:moveTo>
                  <a:cubicBezTo>
                    <a:pt x="45" y="99"/>
                    <a:pt x="46" y="100"/>
                    <a:pt x="47" y="101"/>
                  </a:cubicBezTo>
                  <a:cubicBezTo>
                    <a:pt x="48" y="103"/>
                    <a:pt x="49" y="104"/>
                    <a:pt x="49" y="106"/>
                  </a:cubicBezTo>
                  <a:cubicBezTo>
                    <a:pt x="49" y="138"/>
                    <a:pt x="49" y="138"/>
                    <a:pt x="49" y="138"/>
                  </a:cubicBezTo>
                  <a:cubicBezTo>
                    <a:pt x="35" y="138"/>
                    <a:pt x="35" y="138"/>
                    <a:pt x="35" y="138"/>
                  </a:cubicBezTo>
                  <a:cubicBezTo>
                    <a:pt x="35" y="121"/>
                    <a:pt x="35" y="121"/>
                    <a:pt x="35" y="121"/>
                  </a:cubicBezTo>
                  <a:cubicBezTo>
                    <a:pt x="35" y="116"/>
                    <a:pt x="30" y="110"/>
                    <a:pt x="25" y="108"/>
                  </a:cubicBezTo>
                  <a:cubicBezTo>
                    <a:pt x="25" y="108"/>
                    <a:pt x="24" y="108"/>
                    <a:pt x="24" y="108"/>
                  </a:cubicBezTo>
                  <a:cubicBezTo>
                    <a:pt x="13" y="104"/>
                    <a:pt x="13" y="104"/>
                    <a:pt x="13" y="104"/>
                  </a:cubicBezTo>
                  <a:cubicBezTo>
                    <a:pt x="12" y="104"/>
                    <a:pt x="12" y="104"/>
                    <a:pt x="12" y="104"/>
                  </a:cubicBezTo>
                  <a:cubicBezTo>
                    <a:pt x="10" y="104"/>
                    <a:pt x="9" y="102"/>
                    <a:pt x="9" y="101"/>
                  </a:cubicBezTo>
                  <a:cubicBezTo>
                    <a:pt x="8" y="97"/>
                    <a:pt x="8" y="97"/>
                    <a:pt x="8" y="97"/>
                  </a:cubicBezTo>
                  <a:cubicBezTo>
                    <a:pt x="8" y="97"/>
                    <a:pt x="8" y="97"/>
                    <a:pt x="8" y="97"/>
                  </a:cubicBezTo>
                  <a:cubicBezTo>
                    <a:pt x="7" y="96"/>
                    <a:pt x="7" y="94"/>
                    <a:pt x="8" y="93"/>
                  </a:cubicBezTo>
                  <a:cubicBezTo>
                    <a:pt x="9" y="92"/>
                    <a:pt x="10" y="91"/>
                    <a:pt x="11" y="90"/>
                  </a:cubicBezTo>
                  <a:cubicBezTo>
                    <a:pt x="12" y="90"/>
                    <a:pt x="12" y="90"/>
                    <a:pt x="12" y="90"/>
                  </a:cubicBezTo>
                  <a:cubicBezTo>
                    <a:pt x="13" y="90"/>
                    <a:pt x="13" y="90"/>
                    <a:pt x="13" y="90"/>
                  </a:cubicBezTo>
                  <a:cubicBezTo>
                    <a:pt x="24" y="86"/>
                    <a:pt x="24" y="86"/>
                    <a:pt x="24" y="86"/>
                  </a:cubicBezTo>
                  <a:cubicBezTo>
                    <a:pt x="106" y="62"/>
                    <a:pt x="106" y="62"/>
                    <a:pt x="106" y="62"/>
                  </a:cubicBezTo>
                  <a:cubicBezTo>
                    <a:pt x="107" y="62"/>
                    <a:pt x="107" y="62"/>
                    <a:pt x="108" y="62"/>
                  </a:cubicBezTo>
                  <a:cubicBezTo>
                    <a:pt x="110" y="62"/>
                    <a:pt x="112" y="63"/>
                    <a:pt x="113" y="66"/>
                  </a:cubicBezTo>
                  <a:cubicBezTo>
                    <a:pt x="114" y="69"/>
                    <a:pt x="114" y="69"/>
                    <a:pt x="114" y="69"/>
                  </a:cubicBezTo>
                  <a:cubicBezTo>
                    <a:pt x="115" y="71"/>
                    <a:pt x="114" y="72"/>
                    <a:pt x="114" y="73"/>
                  </a:cubicBezTo>
                  <a:cubicBezTo>
                    <a:pt x="113" y="74"/>
                    <a:pt x="112" y="75"/>
                    <a:pt x="111" y="76"/>
                  </a:cubicBezTo>
                  <a:cubicBezTo>
                    <a:pt x="49" y="94"/>
                    <a:pt x="49" y="94"/>
                    <a:pt x="49" y="94"/>
                  </a:cubicBezTo>
                  <a:cubicBezTo>
                    <a:pt x="39" y="97"/>
                    <a:pt x="43" y="98"/>
                    <a:pt x="43" y="98"/>
                  </a:cubicBezTo>
                  <a:close/>
                  <a:moveTo>
                    <a:pt x="111" y="109"/>
                  </a:moveTo>
                  <a:cubicBezTo>
                    <a:pt x="103" y="111"/>
                    <a:pt x="103" y="111"/>
                    <a:pt x="103" y="111"/>
                  </a:cubicBezTo>
                  <a:cubicBezTo>
                    <a:pt x="97" y="113"/>
                    <a:pt x="92" y="119"/>
                    <a:pt x="92" y="125"/>
                  </a:cubicBezTo>
                  <a:cubicBezTo>
                    <a:pt x="92" y="138"/>
                    <a:pt x="92" y="138"/>
                    <a:pt x="92" y="138"/>
                  </a:cubicBezTo>
                  <a:cubicBezTo>
                    <a:pt x="78" y="138"/>
                    <a:pt x="78" y="138"/>
                    <a:pt x="78" y="138"/>
                  </a:cubicBezTo>
                  <a:cubicBezTo>
                    <a:pt x="78" y="110"/>
                    <a:pt x="78" y="110"/>
                    <a:pt x="78" y="110"/>
                  </a:cubicBezTo>
                  <a:cubicBezTo>
                    <a:pt x="78" y="107"/>
                    <a:pt x="81" y="103"/>
                    <a:pt x="84" y="102"/>
                  </a:cubicBezTo>
                  <a:cubicBezTo>
                    <a:pt x="106" y="96"/>
                    <a:pt x="106" y="96"/>
                    <a:pt x="106" y="96"/>
                  </a:cubicBezTo>
                  <a:cubicBezTo>
                    <a:pt x="109" y="95"/>
                    <a:pt x="112" y="96"/>
                    <a:pt x="113" y="99"/>
                  </a:cubicBezTo>
                  <a:cubicBezTo>
                    <a:pt x="114" y="103"/>
                    <a:pt x="114" y="103"/>
                    <a:pt x="114" y="103"/>
                  </a:cubicBezTo>
                  <a:cubicBezTo>
                    <a:pt x="115" y="106"/>
                    <a:pt x="113" y="109"/>
                    <a:pt x="111" y="10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defTabSz="776835"/>
              <a:endParaRPr lang="en-US" sz="1600">
                <a:solidFill>
                  <a:srgbClr val="FFFFFF"/>
                </a:solidFill>
              </a:endParaRPr>
            </a:p>
          </p:txBody>
        </p:sp>
      </p:grpSp>
      <p:grpSp>
        <p:nvGrpSpPr>
          <p:cNvPr id="5" name="Green Tile"/>
          <p:cNvGrpSpPr/>
          <p:nvPr userDrawn="1"/>
        </p:nvGrpSpPr>
        <p:grpSpPr>
          <a:xfrm>
            <a:off x="2055657" y="4245981"/>
            <a:ext cx="1084119" cy="1202193"/>
            <a:chOff x="2514069" y="4682828"/>
            <a:chExt cx="1325880" cy="1325880"/>
          </a:xfrm>
        </p:grpSpPr>
        <p:sp>
          <p:nvSpPr>
            <p:cNvPr id="41" name="Rectangle 40"/>
            <p:cNvSpPr/>
            <p:nvPr/>
          </p:nvSpPr>
          <p:spPr bwMode="auto">
            <a:xfrm>
              <a:off x="2514069" y="4682828"/>
              <a:ext cx="1325880" cy="1325880"/>
            </a:xfrm>
            <a:prstGeom prst="rect">
              <a:avLst/>
            </a:prstGeom>
            <a:solidFill>
              <a:schemeClr val="accent5"/>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46" name="Freeform 73"/>
            <p:cNvSpPr>
              <a:spLocks noEditPoints="1"/>
            </p:cNvSpPr>
            <p:nvPr userDrawn="1"/>
          </p:nvSpPr>
          <p:spPr bwMode="auto">
            <a:xfrm>
              <a:off x="2757463" y="5062311"/>
              <a:ext cx="839092" cy="702557"/>
            </a:xfrm>
            <a:custGeom>
              <a:avLst/>
              <a:gdLst>
                <a:gd name="T0" fmla="*/ 339 w 411"/>
                <a:gd name="T1" fmla="*/ 344 h 344"/>
                <a:gd name="T2" fmla="*/ 334 w 411"/>
                <a:gd name="T3" fmla="*/ 342 h 344"/>
                <a:gd name="T4" fmla="*/ 270 w 411"/>
                <a:gd name="T5" fmla="*/ 277 h 344"/>
                <a:gd name="T6" fmla="*/ 74 w 411"/>
                <a:gd name="T7" fmla="*/ 277 h 344"/>
                <a:gd name="T8" fmla="*/ 0 w 411"/>
                <a:gd name="T9" fmla="*/ 203 h 344"/>
                <a:gd name="T10" fmla="*/ 0 w 411"/>
                <a:gd name="T11" fmla="*/ 74 h 344"/>
                <a:gd name="T12" fmla="*/ 74 w 411"/>
                <a:gd name="T13" fmla="*/ 0 h 344"/>
                <a:gd name="T14" fmla="*/ 338 w 411"/>
                <a:gd name="T15" fmla="*/ 0 h 344"/>
                <a:gd name="T16" fmla="*/ 411 w 411"/>
                <a:gd name="T17" fmla="*/ 74 h 344"/>
                <a:gd name="T18" fmla="*/ 411 w 411"/>
                <a:gd name="T19" fmla="*/ 203 h 344"/>
                <a:gd name="T20" fmla="*/ 347 w 411"/>
                <a:gd name="T21" fmla="*/ 277 h 344"/>
                <a:gd name="T22" fmla="*/ 347 w 411"/>
                <a:gd name="T23" fmla="*/ 337 h 344"/>
                <a:gd name="T24" fmla="*/ 342 w 411"/>
                <a:gd name="T25" fmla="*/ 344 h 344"/>
                <a:gd name="T26" fmla="*/ 339 w 411"/>
                <a:gd name="T27" fmla="*/ 344 h 344"/>
                <a:gd name="T28" fmla="*/ 74 w 411"/>
                <a:gd name="T29" fmla="*/ 15 h 344"/>
                <a:gd name="T30" fmla="*/ 14 w 411"/>
                <a:gd name="T31" fmla="*/ 74 h 344"/>
                <a:gd name="T32" fmla="*/ 14 w 411"/>
                <a:gd name="T33" fmla="*/ 203 h 344"/>
                <a:gd name="T34" fmla="*/ 74 w 411"/>
                <a:gd name="T35" fmla="*/ 262 h 344"/>
                <a:gd name="T36" fmla="*/ 273 w 411"/>
                <a:gd name="T37" fmla="*/ 262 h 344"/>
                <a:gd name="T38" fmla="*/ 278 w 411"/>
                <a:gd name="T39" fmla="*/ 264 h 344"/>
                <a:gd name="T40" fmla="*/ 332 w 411"/>
                <a:gd name="T41" fmla="*/ 319 h 344"/>
                <a:gd name="T42" fmla="*/ 332 w 411"/>
                <a:gd name="T43" fmla="*/ 270 h 344"/>
                <a:gd name="T44" fmla="*/ 339 w 411"/>
                <a:gd name="T45" fmla="*/ 262 h 344"/>
                <a:gd name="T46" fmla="*/ 397 w 411"/>
                <a:gd name="T47" fmla="*/ 203 h 344"/>
                <a:gd name="T48" fmla="*/ 397 w 411"/>
                <a:gd name="T49" fmla="*/ 74 h 344"/>
                <a:gd name="T50" fmla="*/ 338 w 411"/>
                <a:gd name="T51" fmla="*/ 15 h 344"/>
                <a:gd name="T52" fmla="*/ 74 w 411"/>
                <a:gd name="T53" fmla="*/ 15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1" h="344">
                  <a:moveTo>
                    <a:pt x="339" y="344"/>
                  </a:moveTo>
                  <a:cubicBezTo>
                    <a:pt x="337" y="344"/>
                    <a:pt x="336" y="343"/>
                    <a:pt x="334" y="342"/>
                  </a:cubicBezTo>
                  <a:cubicBezTo>
                    <a:pt x="270" y="277"/>
                    <a:pt x="270" y="277"/>
                    <a:pt x="270" y="277"/>
                  </a:cubicBezTo>
                  <a:cubicBezTo>
                    <a:pt x="74" y="277"/>
                    <a:pt x="74" y="277"/>
                    <a:pt x="74" y="277"/>
                  </a:cubicBezTo>
                  <a:cubicBezTo>
                    <a:pt x="33" y="277"/>
                    <a:pt x="0" y="244"/>
                    <a:pt x="0" y="203"/>
                  </a:cubicBezTo>
                  <a:cubicBezTo>
                    <a:pt x="0" y="74"/>
                    <a:pt x="0" y="74"/>
                    <a:pt x="0" y="74"/>
                  </a:cubicBezTo>
                  <a:cubicBezTo>
                    <a:pt x="0" y="33"/>
                    <a:pt x="33" y="0"/>
                    <a:pt x="74" y="0"/>
                  </a:cubicBezTo>
                  <a:cubicBezTo>
                    <a:pt x="338" y="0"/>
                    <a:pt x="338" y="0"/>
                    <a:pt x="338" y="0"/>
                  </a:cubicBezTo>
                  <a:cubicBezTo>
                    <a:pt x="378" y="0"/>
                    <a:pt x="411" y="33"/>
                    <a:pt x="411" y="74"/>
                  </a:cubicBezTo>
                  <a:cubicBezTo>
                    <a:pt x="411" y="203"/>
                    <a:pt x="411" y="203"/>
                    <a:pt x="411" y="203"/>
                  </a:cubicBezTo>
                  <a:cubicBezTo>
                    <a:pt x="411" y="242"/>
                    <a:pt x="384" y="273"/>
                    <a:pt x="347" y="277"/>
                  </a:cubicBezTo>
                  <a:cubicBezTo>
                    <a:pt x="347" y="337"/>
                    <a:pt x="347" y="337"/>
                    <a:pt x="347" y="337"/>
                  </a:cubicBezTo>
                  <a:cubicBezTo>
                    <a:pt x="347" y="340"/>
                    <a:pt x="345" y="342"/>
                    <a:pt x="342" y="344"/>
                  </a:cubicBezTo>
                  <a:cubicBezTo>
                    <a:pt x="341" y="344"/>
                    <a:pt x="340" y="344"/>
                    <a:pt x="339" y="344"/>
                  </a:cubicBezTo>
                  <a:close/>
                  <a:moveTo>
                    <a:pt x="74" y="15"/>
                  </a:moveTo>
                  <a:cubicBezTo>
                    <a:pt x="41" y="15"/>
                    <a:pt x="14" y="41"/>
                    <a:pt x="14" y="74"/>
                  </a:cubicBezTo>
                  <a:cubicBezTo>
                    <a:pt x="14" y="203"/>
                    <a:pt x="14" y="203"/>
                    <a:pt x="14" y="203"/>
                  </a:cubicBezTo>
                  <a:cubicBezTo>
                    <a:pt x="14" y="236"/>
                    <a:pt x="41" y="262"/>
                    <a:pt x="74" y="262"/>
                  </a:cubicBezTo>
                  <a:cubicBezTo>
                    <a:pt x="273" y="262"/>
                    <a:pt x="273" y="262"/>
                    <a:pt x="273" y="262"/>
                  </a:cubicBezTo>
                  <a:cubicBezTo>
                    <a:pt x="275" y="262"/>
                    <a:pt x="277" y="263"/>
                    <a:pt x="278" y="264"/>
                  </a:cubicBezTo>
                  <a:cubicBezTo>
                    <a:pt x="332" y="319"/>
                    <a:pt x="332" y="319"/>
                    <a:pt x="332" y="319"/>
                  </a:cubicBezTo>
                  <a:cubicBezTo>
                    <a:pt x="332" y="270"/>
                    <a:pt x="332" y="270"/>
                    <a:pt x="332" y="270"/>
                  </a:cubicBezTo>
                  <a:cubicBezTo>
                    <a:pt x="332" y="266"/>
                    <a:pt x="335" y="262"/>
                    <a:pt x="339" y="262"/>
                  </a:cubicBezTo>
                  <a:cubicBezTo>
                    <a:pt x="371" y="262"/>
                    <a:pt x="397" y="236"/>
                    <a:pt x="397" y="203"/>
                  </a:cubicBezTo>
                  <a:cubicBezTo>
                    <a:pt x="397" y="74"/>
                    <a:pt x="397" y="74"/>
                    <a:pt x="397" y="74"/>
                  </a:cubicBezTo>
                  <a:cubicBezTo>
                    <a:pt x="397" y="41"/>
                    <a:pt x="370" y="15"/>
                    <a:pt x="338" y="15"/>
                  </a:cubicBezTo>
                  <a:lnTo>
                    <a:pt x="74" y="15"/>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776835"/>
              <a:endParaRPr lang="en-US" sz="1600">
                <a:solidFill>
                  <a:srgbClr val="FFFFFF"/>
                </a:solidFill>
              </a:endParaRPr>
            </a:p>
          </p:txBody>
        </p:sp>
      </p:grpSp>
      <p:sp useBgFill="1">
        <p:nvSpPr>
          <p:cNvPr id="43" name="Top Mask"/>
          <p:cNvSpPr/>
          <p:nvPr userDrawn="1"/>
        </p:nvSpPr>
        <p:spPr bwMode="auto">
          <a:xfrm>
            <a:off x="0" y="0"/>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useBgFill="1">
        <p:nvSpPr>
          <p:cNvPr id="44" name="Right Mask"/>
          <p:cNvSpPr/>
          <p:nvPr userDrawn="1"/>
        </p:nvSpPr>
        <p:spPr bwMode="auto">
          <a:xfrm>
            <a:off x="9135582" y="1478672"/>
            <a:ext cx="830744"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 name="Title 1"/>
          <p:cNvSpPr>
            <a:spLocks noGrp="1"/>
          </p:cNvSpPr>
          <p:nvPr>
            <p:ph type="ctrTitle"/>
          </p:nvPr>
        </p:nvSpPr>
        <p:spPr>
          <a:xfrm>
            <a:off x="3419010" y="2930475"/>
            <a:ext cx="5493292" cy="1117490"/>
          </a:xfrm>
        </p:spPr>
        <p:txBody>
          <a:bodyPr anchor="ctr">
            <a:noAutofit/>
          </a:bodyPr>
          <a:lstStyle>
            <a:lvl1pPr algn="l" defTabSz="776835" rtl="0" eaLnBrk="1" latinLnBrk="0" hangingPunct="1">
              <a:lnSpc>
                <a:spcPct val="90000"/>
              </a:lnSpc>
              <a:spcBef>
                <a:spcPct val="0"/>
              </a:spcBef>
              <a:buNone/>
              <a:defRPr lang="en-US" sz="3300" b="1" kern="1200" cap="none" spc="-86" baseline="0" dirty="0">
                <a:ln w="3175">
                  <a:noFill/>
                </a:ln>
                <a:solidFill>
                  <a:schemeClr val="accent1">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p:nvSpPr>
          <p:cNvPr id="3" name="Subtitle 2"/>
          <p:cNvSpPr>
            <a:spLocks noGrp="1"/>
          </p:cNvSpPr>
          <p:nvPr>
            <p:ph type="subTitle" idx="1"/>
          </p:nvPr>
        </p:nvSpPr>
        <p:spPr>
          <a:xfrm>
            <a:off x="3419010" y="4560043"/>
            <a:ext cx="5617904" cy="420039"/>
          </a:xfrm>
        </p:spPr>
        <p:txBody>
          <a:bodyPr>
            <a:noAutofit/>
          </a:bodyPr>
          <a:lstStyle>
            <a:lvl1pPr marL="0" indent="0" algn="l" defTabSz="776835"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17" indent="0" algn="ctr">
              <a:buNone/>
              <a:defRPr>
                <a:solidFill>
                  <a:schemeClr val="tx1">
                    <a:tint val="75000"/>
                  </a:schemeClr>
                </a:solidFill>
              </a:defRPr>
            </a:lvl2pPr>
            <a:lvl3pPr marL="776835" indent="0" algn="ctr">
              <a:buNone/>
              <a:defRPr>
                <a:solidFill>
                  <a:schemeClr val="tx1">
                    <a:tint val="75000"/>
                  </a:schemeClr>
                </a:solidFill>
              </a:defRPr>
            </a:lvl3pPr>
            <a:lvl4pPr marL="1165252" indent="0" algn="ctr">
              <a:buNone/>
              <a:defRPr>
                <a:solidFill>
                  <a:schemeClr val="tx1">
                    <a:tint val="75000"/>
                  </a:schemeClr>
                </a:solidFill>
              </a:defRPr>
            </a:lvl4pPr>
            <a:lvl5pPr marL="1553670" indent="0" algn="ctr">
              <a:buNone/>
              <a:defRPr>
                <a:solidFill>
                  <a:schemeClr val="tx1">
                    <a:tint val="75000"/>
                  </a:schemeClr>
                </a:solidFill>
              </a:defRPr>
            </a:lvl5pPr>
            <a:lvl6pPr marL="1942087" indent="0" algn="ctr">
              <a:buNone/>
              <a:defRPr>
                <a:solidFill>
                  <a:schemeClr val="tx1">
                    <a:tint val="75000"/>
                  </a:schemeClr>
                </a:solidFill>
              </a:defRPr>
            </a:lvl6pPr>
            <a:lvl7pPr marL="2330506" indent="0" algn="ctr">
              <a:buNone/>
              <a:defRPr>
                <a:solidFill>
                  <a:schemeClr val="tx1">
                    <a:tint val="75000"/>
                  </a:schemeClr>
                </a:solidFill>
              </a:defRPr>
            </a:lvl7pPr>
            <a:lvl8pPr marL="2718923" indent="0" algn="ctr">
              <a:buNone/>
              <a:defRPr>
                <a:solidFill>
                  <a:schemeClr val="tx1">
                    <a:tint val="75000"/>
                  </a:schemeClr>
                </a:solidFill>
              </a:defRPr>
            </a:lvl8pPr>
            <a:lvl9pPr marL="3107341" indent="0" algn="ctr">
              <a:buNone/>
              <a:defRPr>
                <a:solidFill>
                  <a:schemeClr val="tx1">
                    <a:tint val="75000"/>
                  </a:schemeClr>
                </a:solidFill>
              </a:defRPr>
            </a:lvl9pPr>
          </a:lstStyle>
          <a:p>
            <a:r>
              <a:rPr lang="en-US" smtClean="0"/>
              <a:t>Click to edit Master subtitle style</a:t>
            </a:r>
            <a:endParaRPr lang="en-US" dirty="0"/>
          </a:p>
        </p:txBody>
      </p:sp>
      <p:sp useBgFill="1">
        <p:nvSpPr>
          <p:cNvPr id="45" name="Bottom Mask"/>
          <p:cNvSpPr/>
          <p:nvPr userDrawn="1"/>
        </p:nvSpPr>
        <p:spPr bwMode="auto">
          <a:xfrm>
            <a:off x="0" y="5449596"/>
            <a:ext cx="9966326"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6" name="Content Placeholder 5"/>
          <p:cNvSpPr>
            <a:spLocks noGrp="1"/>
          </p:cNvSpPr>
          <p:nvPr>
            <p:ph sz="quarter" idx="10" hasCustomPrompt="1"/>
          </p:nvPr>
        </p:nvSpPr>
        <p:spPr>
          <a:xfrm>
            <a:off x="423706" y="207275"/>
            <a:ext cx="1214960" cy="221599"/>
          </a:xfrm>
        </p:spPr>
        <p:txBody>
          <a:bodyPr/>
          <a:lstStyle>
            <a:lvl1pPr marL="0" indent="0">
              <a:buNone/>
              <a:defRPr sz="1600" baseline="0"/>
            </a:lvl1pPr>
          </a:lstStyle>
          <a:p>
            <a:pPr lvl="0"/>
            <a:r>
              <a:rPr lang="en-US" dirty="0" smtClean="0"/>
              <a:t>Session Code</a:t>
            </a:r>
            <a:endParaRPr lang="en-US" dirty="0"/>
          </a:p>
        </p:txBody>
      </p:sp>
    </p:spTree>
    <p:extLst>
      <p:ext uri="{BB962C8B-B14F-4D97-AF65-F5344CB8AC3E}">
        <p14:creationId xmlns="" xmlns:p14="http://schemas.microsoft.com/office/powerpoint/2010/main" val="301534121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emo, &quot;special&quot; slides">
    <p:spTree>
      <p:nvGrpSpPr>
        <p:cNvPr id="1" name=""/>
        <p:cNvGrpSpPr/>
        <p:nvPr/>
      </p:nvGrpSpPr>
      <p:grpSpPr>
        <a:xfrm>
          <a:off x="0" y="0"/>
          <a:ext cx="0" cy="0"/>
          <a:chOff x="0" y="0"/>
          <a:chExt cx="0" cy="0"/>
        </a:xfrm>
      </p:grpSpPr>
      <p:sp>
        <p:nvSpPr>
          <p:cNvPr id="5" name="Title Tile"/>
          <p:cNvSpPr/>
          <p:nvPr userDrawn="1"/>
        </p:nvSpPr>
        <p:spPr bwMode="auto">
          <a:xfrm>
            <a:off x="3278842" y="2889819"/>
            <a:ext cx="5856741"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6" name="Arrow Bar"/>
          <p:cNvSpPr/>
          <p:nvPr userDrawn="1"/>
        </p:nvSpPr>
        <p:spPr bwMode="auto">
          <a:xfrm>
            <a:off x="3278841" y="1373194"/>
            <a:ext cx="5856741" cy="1359722"/>
          </a:xfrm>
          <a:prstGeom prst="rect">
            <a:avLst/>
          </a:prstGeom>
          <a:solidFill>
            <a:schemeClr val="accent6"/>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7" name="Text Placeholder 6"/>
          <p:cNvSpPr>
            <a:spLocks noGrp="1"/>
          </p:cNvSpPr>
          <p:nvPr>
            <p:ph type="body" sz="quarter" idx="10" hasCustomPrompt="1"/>
          </p:nvPr>
        </p:nvSpPr>
        <p:spPr>
          <a:xfrm>
            <a:off x="3417047" y="1438579"/>
            <a:ext cx="4537806" cy="1250035"/>
          </a:xfrm>
        </p:spPr>
        <p:txBody>
          <a:bodyPr anchor="ctr" anchorCtr="0">
            <a:noAutofit/>
            <a:scene3d>
              <a:camera prst="orthographicFront"/>
              <a:lightRig rig="flat" dir="t"/>
            </a:scene3d>
            <a:sp3d>
              <a:contourClr>
                <a:schemeClr val="tx2"/>
              </a:contourClr>
            </a:sp3d>
          </a:bodyPr>
          <a:lstStyle>
            <a:lvl1pPr marL="0" indent="0" algn="l" defTabSz="776835" rtl="0" eaLnBrk="1" latinLnBrk="0" hangingPunct="1">
              <a:lnSpc>
                <a:spcPct val="90000"/>
              </a:lnSpc>
              <a:spcBef>
                <a:spcPct val="0"/>
              </a:spcBef>
              <a:buFont typeface="Arial" pitchFamily="34" charset="0"/>
              <a:buNone/>
              <a:defRPr lang="en-US" sz="4600" b="1" kern="1200" cap="none" spc="-86" baseline="0" dirty="0" smtClean="0">
                <a:ln w="3175">
                  <a:noFill/>
                </a:ln>
                <a:solidFill>
                  <a:schemeClr val="tx1">
                    <a:alpha val="99000"/>
                  </a:schemeClr>
                </a:solidFill>
                <a:effectLst/>
                <a:latin typeface="Segoe UI" pitchFamily="34" charset="0"/>
                <a:ea typeface="Segoe UI" pitchFamily="34" charset="0"/>
                <a:cs typeface="Segoe UI" pitchFamily="34" charset="0"/>
              </a:defRPr>
            </a:lvl1pPr>
          </a:lstStyle>
          <a:p>
            <a:pPr lvl="0"/>
            <a:r>
              <a:rPr lang="en-US" dirty="0" smtClean="0"/>
              <a:t>Demo</a:t>
            </a:r>
          </a:p>
        </p:txBody>
      </p:sp>
      <p:sp useBgFill="1">
        <p:nvSpPr>
          <p:cNvPr id="9" name="Left Mask"/>
          <p:cNvSpPr/>
          <p:nvPr userDrawn="1"/>
        </p:nvSpPr>
        <p:spPr bwMode="auto">
          <a:xfrm>
            <a:off x="0" y="1373195"/>
            <a:ext cx="3278840"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3" name="Subtitle 2"/>
          <p:cNvSpPr>
            <a:spLocks noGrp="1"/>
          </p:cNvSpPr>
          <p:nvPr>
            <p:ph type="subTitle" idx="1"/>
          </p:nvPr>
        </p:nvSpPr>
        <p:spPr>
          <a:xfrm>
            <a:off x="3417048" y="4698226"/>
            <a:ext cx="5405185" cy="418597"/>
          </a:xfrm>
        </p:spPr>
        <p:txBody>
          <a:bodyPr>
            <a:noAutofit/>
          </a:bodyPr>
          <a:lstStyle>
            <a:lvl1pPr marL="0" indent="0" algn="l" defTabSz="776835"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17" indent="0" algn="ctr">
              <a:buNone/>
              <a:defRPr>
                <a:solidFill>
                  <a:schemeClr val="tx1">
                    <a:tint val="75000"/>
                  </a:schemeClr>
                </a:solidFill>
              </a:defRPr>
            </a:lvl2pPr>
            <a:lvl3pPr marL="776835" indent="0" algn="ctr">
              <a:buNone/>
              <a:defRPr>
                <a:solidFill>
                  <a:schemeClr val="tx1">
                    <a:tint val="75000"/>
                  </a:schemeClr>
                </a:solidFill>
              </a:defRPr>
            </a:lvl3pPr>
            <a:lvl4pPr marL="1165252" indent="0" algn="ctr">
              <a:buNone/>
              <a:defRPr>
                <a:solidFill>
                  <a:schemeClr val="tx1">
                    <a:tint val="75000"/>
                  </a:schemeClr>
                </a:solidFill>
              </a:defRPr>
            </a:lvl4pPr>
            <a:lvl5pPr marL="1553670" indent="0" algn="ctr">
              <a:buNone/>
              <a:defRPr>
                <a:solidFill>
                  <a:schemeClr val="tx1">
                    <a:tint val="75000"/>
                  </a:schemeClr>
                </a:solidFill>
              </a:defRPr>
            </a:lvl5pPr>
            <a:lvl6pPr marL="1942087" indent="0" algn="ctr">
              <a:buNone/>
              <a:defRPr>
                <a:solidFill>
                  <a:schemeClr val="tx1">
                    <a:tint val="75000"/>
                  </a:schemeClr>
                </a:solidFill>
              </a:defRPr>
            </a:lvl6pPr>
            <a:lvl7pPr marL="2330506" indent="0" algn="ctr">
              <a:buNone/>
              <a:defRPr>
                <a:solidFill>
                  <a:schemeClr val="tx1">
                    <a:tint val="75000"/>
                  </a:schemeClr>
                </a:solidFill>
              </a:defRPr>
            </a:lvl7pPr>
            <a:lvl8pPr marL="2718923" indent="0" algn="ctr">
              <a:buNone/>
              <a:defRPr>
                <a:solidFill>
                  <a:schemeClr val="tx1">
                    <a:tint val="75000"/>
                  </a:schemeClr>
                </a:solidFill>
              </a:defRPr>
            </a:lvl8pPr>
            <a:lvl9pPr marL="3107341" indent="0" algn="ctr">
              <a:buNone/>
              <a:defRPr>
                <a:solidFill>
                  <a:schemeClr val="tx1">
                    <a:tint val="75000"/>
                  </a:schemeClr>
                </a:solidFill>
              </a:defRPr>
            </a:lvl9pPr>
          </a:lstStyle>
          <a:p>
            <a:r>
              <a:rPr lang="en-US" smtClean="0"/>
              <a:t>Click to edit Master subtitle style</a:t>
            </a:r>
            <a:endParaRPr lang="en-US" dirty="0"/>
          </a:p>
        </p:txBody>
      </p:sp>
      <p:sp>
        <p:nvSpPr>
          <p:cNvPr id="10" name="Circle Arrow"/>
          <p:cNvSpPr>
            <a:spLocks noEditPoints="1"/>
          </p:cNvSpPr>
          <p:nvPr userDrawn="1"/>
        </p:nvSpPr>
        <p:spPr bwMode="auto">
          <a:xfrm rot="5400000">
            <a:off x="8096811"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7" tIns="38843" rIns="77687" bIns="38843" numCol="1" anchor="t" anchorCtr="0" compatLnSpc="1">
            <a:prstTxWarp prst="textNoShape">
              <a:avLst/>
            </a:prstTxWarp>
          </a:bodyPr>
          <a:lstStyle/>
          <a:p>
            <a:pPr defTabSz="776835"/>
            <a:endParaRPr lang="en-US" sz="1600">
              <a:solidFill>
                <a:srgbClr val="FFFFFF"/>
              </a:solidFill>
            </a:endParaRPr>
          </a:p>
        </p:txBody>
      </p:sp>
      <p:sp>
        <p:nvSpPr>
          <p:cNvPr id="11" name="TechEd Tile"/>
          <p:cNvSpPr/>
          <p:nvPr userDrawn="1"/>
        </p:nvSpPr>
        <p:spPr bwMode="auto">
          <a:xfrm>
            <a:off x="835709" y="1373194"/>
            <a:ext cx="2310298"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pic>
        <p:nvPicPr>
          <p:cNvPr id="12" name="TechEd Logo"/>
          <p:cNvPicPr>
            <a:picLocks noChangeAspect="1" noChangeArrowheads="1"/>
          </p:cNvPicPr>
          <p:nvPr userDrawn="1"/>
        </p:nvPicPr>
        <p:blipFill rotWithShape="1">
          <a:blip r:embed="rId2" cstate="print">
            <a:extLst>
              <a:ext uri="{28A0092B-C50C-407E-A947-70E740481C1C}">
                <a14:useLocalDpi xmlns="" xmlns:a14="http://schemas.microsoft.com/office/drawing/2010/main" val="0"/>
              </a:ext>
            </a:extLst>
          </a:blip>
          <a:srcRect r="8530"/>
          <a:stretch/>
        </p:blipFill>
        <p:spPr bwMode="auto">
          <a:xfrm>
            <a:off x="1145803"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sp useBgFill="1">
        <p:nvSpPr>
          <p:cNvPr id="13" name="Top Mask"/>
          <p:cNvSpPr/>
          <p:nvPr userDrawn="1"/>
        </p:nvSpPr>
        <p:spPr bwMode="auto">
          <a:xfrm>
            <a:off x="0" y="0"/>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useBgFill="1">
        <p:nvSpPr>
          <p:cNvPr id="14" name="Right Mask"/>
          <p:cNvSpPr/>
          <p:nvPr userDrawn="1"/>
        </p:nvSpPr>
        <p:spPr bwMode="auto">
          <a:xfrm>
            <a:off x="9135582" y="1478672"/>
            <a:ext cx="830744"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grpSp>
        <p:nvGrpSpPr>
          <p:cNvPr id="16" name="Demo Tile"/>
          <p:cNvGrpSpPr/>
          <p:nvPr userDrawn="1"/>
        </p:nvGrpSpPr>
        <p:grpSpPr>
          <a:xfrm>
            <a:off x="832063" y="2890496"/>
            <a:ext cx="2311733" cy="2563506"/>
            <a:chOff x="1022073" y="-1135906"/>
            <a:chExt cx="2827252" cy="2827252"/>
          </a:xfrm>
        </p:grpSpPr>
        <p:sp>
          <p:nvSpPr>
            <p:cNvPr id="17" name="Rectangle 16"/>
            <p:cNvSpPr/>
            <p:nvPr/>
          </p:nvSpPr>
          <p:spPr bwMode="auto">
            <a:xfrm>
              <a:off x="1022073" y="-1135906"/>
              <a:ext cx="2827252" cy="2827252"/>
            </a:xfrm>
            <a:prstGeom prst="rect">
              <a:avLst/>
            </a:prstGeom>
            <a:solidFill>
              <a:schemeClr val="accent6"/>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18" name="Light bulb Icon"/>
            <p:cNvSpPr>
              <a:spLocks noEditPoints="1"/>
            </p:cNvSpPr>
            <p:nvPr/>
          </p:nvSpPr>
          <p:spPr bwMode="auto">
            <a:xfrm>
              <a:off x="1945077" y="-620805"/>
              <a:ext cx="979488" cy="1797050"/>
            </a:xfrm>
            <a:custGeom>
              <a:avLst/>
              <a:gdLst>
                <a:gd name="T0" fmla="*/ 18 w 122"/>
                <a:gd name="T1" fmla="*/ 137 h 224"/>
                <a:gd name="T2" fmla="*/ 105 w 122"/>
                <a:gd name="T3" fmla="*/ 22 h 224"/>
                <a:gd name="T4" fmla="*/ 119 w 122"/>
                <a:gd name="T5" fmla="*/ 29 h 224"/>
                <a:gd name="T6" fmla="*/ 119 w 122"/>
                <a:gd name="T7" fmla="*/ 41 h 224"/>
                <a:gd name="T8" fmla="*/ 17 w 122"/>
                <a:gd name="T9" fmla="*/ 75 h 224"/>
                <a:gd name="T10" fmla="*/ 14 w 122"/>
                <a:gd name="T11" fmla="*/ 76 h 224"/>
                <a:gd name="T12" fmla="*/ 2 w 122"/>
                <a:gd name="T13" fmla="*/ 64 h 224"/>
                <a:gd name="T14" fmla="*/ 10 w 122"/>
                <a:gd name="T15" fmla="*/ 50 h 224"/>
                <a:gd name="T16" fmla="*/ 8 w 122"/>
                <a:gd name="T17" fmla="*/ 58 h 224"/>
                <a:gd name="T18" fmla="*/ 9 w 122"/>
                <a:gd name="T19" fmla="*/ 66 h 224"/>
                <a:gd name="T20" fmla="*/ 14 w 122"/>
                <a:gd name="T21" fmla="*/ 70 h 224"/>
                <a:gd name="T22" fmla="*/ 111 w 122"/>
                <a:gd name="T23" fmla="*/ 41 h 224"/>
                <a:gd name="T24" fmla="*/ 115 w 122"/>
                <a:gd name="T25" fmla="*/ 35 h 224"/>
                <a:gd name="T26" fmla="*/ 108 w 122"/>
                <a:gd name="T27" fmla="*/ 27 h 224"/>
                <a:gd name="T28" fmla="*/ 12 w 122"/>
                <a:gd name="T29" fmla="*/ 56 h 224"/>
                <a:gd name="T30" fmla="*/ 10 w 122"/>
                <a:gd name="T31" fmla="*/ 16 h 224"/>
                <a:gd name="T32" fmla="*/ 73 w 122"/>
                <a:gd name="T33" fmla="*/ 9 h 224"/>
                <a:gd name="T34" fmla="*/ 67 w 122"/>
                <a:gd name="T35" fmla="*/ 27 h 224"/>
                <a:gd name="T36" fmla="*/ 14 w 122"/>
                <a:gd name="T37" fmla="*/ 42 h 224"/>
                <a:gd name="T38" fmla="*/ 2 w 122"/>
                <a:gd name="T39" fmla="*/ 31 h 224"/>
                <a:gd name="T40" fmla="*/ 9 w 122"/>
                <a:gd name="T41" fmla="*/ 32 h 224"/>
                <a:gd name="T42" fmla="*/ 16 w 122"/>
                <a:gd name="T43" fmla="*/ 36 h 224"/>
                <a:gd name="T44" fmla="*/ 69 w 122"/>
                <a:gd name="T45" fmla="*/ 14 h 224"/>
                <a:gd name="T46" fmla="*/ 63 w 122"/>
                <a:gd name="T47" fmla="*/ 7 h 224"/>
                <a:gd name="T48" fmla="*/ 12 w 122"/>
                <a:gd name="T49" fmla="*/ 22 h 224"/>
                <a:gd name="T50" fmla="*/ 113 w 122"/>
                <a:gd name="T51" fmla="*/ 114 h 224"/>
                <a:gd name="T52" fmla="*/ 99 w 122"/>
                <a:gd name="T53" fmla="*/ 124 h 224"/>
                <a:gd name="T54" fmla="*/ 110 w 122"/>
                <a:gd name="T55" fmla="*/ 137 h 224"/>
                <a:gd name="T56" fmla="*/ 87 w 122"/>
                <a:gd name="T57" fmla="*/ 208 h 224"/>
                <a:gd name="T58" fmla="*/ 74 w 122"/>
                <a:gd name="T59" fmla="*/ 224 h 224"/>
                <a:gd name="T60" fmla="*/ 41 w 122"/>
                <a:gd name="T61" fmla="*/ 213 h 224"/>
                <a:gd name="T62" fmla="*/ 18 w 122"/>
                <a:gd name="T63" fmla="*/ 187 h 224"/>
                <a:gd name="T64" fmla="*/ 29 w 122"/>
                <a:gd name="T65" fmla="*/ 137 h 224"/>
                <a:gd name="T66" fmla="*/ 23 w 122"/>
                <a:gd name="T67" fmla="*/ 113 h 224"/>
                <a:gd name="T68" fmla="*/ 10 w 122"/>
                <a:gd name="T69" fmla="*/ 109 h 224"/>
                <a:gd name="T70" fmla="*/ 2 w 122"/>
                <a:gd name="T71" fmla="*/ 98 h 224"/>
                <a:gd name="T72" fmla="*/ 3 w 122"/>
                <a:gd name="T73" fmla="*/ 89 h 224"/>
                <a:gd name="T74" fmla="*/ 105 w 122"/>
                <a:gd name="T75" fmla="*/ 55 h 224"/>
                <a:gd name="T76" fmla="*/ 120 w 122"/>
                <a:gd name="T77" fmla="*/ 66 h 224"/>
                <a:gd name="T78" fmla="*/ 113 w 122"/>
                <a:gd name="T79" fmla="*/ 81 h 224"/>
                <a:gd name="T80" fmla="*/ 56 w 122"/>
                <a:gd name="T81" fmla="*/ 105 h 224"/>
                <a:gd name="T82" fmla="*/ 72 w 122"/>
                <a:gd name="T83" fmla="*/ 137 h 224"/>
                <a:gd name="T84" fmla="*/ 82 w 122"/>
                <a:gd name="T85" fmla="*/ 95 h 224"/>
                <a:gd name="T86" fmla="*/ 119 w 122"/>
                <a:gd name="T87" fmla="*/ 96 h 224"/>
                <a:gd name="T88" fmla="*/ 113 w 122"/>
                <a:gd name="T89" fmla="*/ 114 h 224"/>
                <a:gd name="T90" fmla="*/ 111 w 122"/>
                <a:gd name="T91" fmla="*/ 75 h 224"/>
                <a:gd name="T92" fmla="*/ 115 w 122"/>
                <a:gd name="T93" fmla="*/ 68 h 224"/>
                <a:gd name="T94" fmla="*/ 108 w 122"/>
                <a:gd name="T95" fmla="*/ 61 h 224"/>
                <a:gd name="T96" fmla="*/ 25 w 122"/>
                <a:gd name="T97" fmla="*/ 86 h 224"/>
                <a:gd name="T98" fmla="*/ 12 w 122"/>
                <a:gd name="T99" fmla="*/ 89 h 224"/>
                <a:gd name="T100" fmla="*/ 8 w 122"/>
                <a:gd name="T101" fmla="*/ 92 h 224"/>
                <a:gd name="T102" fmla="*/ 8 w 122"/>
                <a:gd name="T103" fmla="*/ 96 h 224"/>
                <a:gd name="T104" fmla="*/ 12 w 122"/>
                <a:gd name="T105" fmla="*/ 103 h 224"/>
                <a:gd name="T106" fmla="*/ 25 w 122"/>
                <a:gd name="T107" fmla="*/ 107 h 224"/>
                <a:gd name="T108" fmla="*/ 35 w 122"/>
                <a:gd name="T109" fmla="*/ 120 h 224"/>
                <a:gd name="T110" fmla="*/ 50 w 122"/>
                <a:gd name="T111" fmla="*/ 137 h 224"/>
                <a:gd name="T112" fmla="*/ 48 w 122"/>
                <a:gd name="T113" fmla="*/ 100 h 224"/>
                <a:gd name="T114" fmla="*/ 49 w 122"/>
                <a:gd name="T115" fmla="*/ 93 h 224"/>
                <a:gd name="T116" fmla="*/ 113 w 122"/>
                <a:gd name="T117" fmla="*/ 98 h 224"/>
                <a:gd name="T118" fmla="*/ 84 w 122"/>
                <a:gd name="T119" fmla="*/ 101 h 224"/>
                <a:gd name="T120" fmla="*/ 78 w 122"/>
                <a:gd name="T121" fmla="*/ 137 h 224"/>
                <a:gd name="T122" fmla="*/ 93 w 122"/>
                <a:gd name="T123" fmla="*/ 124 h 224"/>
                <a:gd name="T124" fmla="*/ 111 w 122"/>
                <a:gd name="T125" fmla="*/ 108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2" h="224">
                  <a:moveTo>
                    <a:pt x="18" y="137"/>
                  </a:moveTo>
                  <a:cubicBezTo>
                    <a:pt x="18" y="137"/>
                    <a:pt x="18" y="137"/>
                    <a:pt x="18" y="137"/>
                  </a:cubicBezTo>
                  <a:moveTo>
                    <a:pt x="10" y="50"/>
                  </a:moveTo>
                  <a:cubicBezTo>
                    <a:pt x="105" y="22"/>
                    <a:pt x="105" y="22"/>
                    <a:pt x="105" y="22"/>
                  </a:cubicBezTo>
                  <a:cubicBezTo>
                    <a:pt x="106" y="21"/>
                    <a:pt x="107" y="21"/>
                    <a:pt x="108" y="21"/>
                  </a:cubicBezTo>
                  <a:cubicBezTo>
                    <a:pt x="113" y="21"/>
                    <a:pt x="118" y="24"/>
                    <a:pt x="119" y="29"/>
                  </a:cubicBezTo>
                  <a:cubicBezTo>
                    <a:pt x="120" y="33"/>
                    <a:pt x="120" y="33"/>
                    <a:pt x="120" y="33"/>
                  </a:cubicBezTo>
                  <a:cubicBezTo>
                    <a:pt x="121" y="36"/>
                    <a:pt x="121" y="39"/>
                    <a:pt x="119" y="41"/>
                  </a:cubicBezTo>
                  <a:cubicBezTo>
                    <a:pt x="118" y="44"/>
                    <a:pt x="116" y="46"/>
                    <a:pt x="113" y="47"/>
                  </a:cubicBezTo>
                  <a:cubicBezTo>
                    <a:pt x="17" y="75"/>
                    <a:pt x="17" y="75"/>
                    <a:pt x="17" y="75"/>
                  </a:cubicBezTo>
                  <a:cubicBezTo>
                    <a:pt x="16" y="76"/>
                    <a:pt x="15" y="76"/>
                    <a:pt x="14" y="76"/>
                  </a:cubicBezTo>
                  <a:cubicBezTo>
                    <a:pt x="14" y="76"/>
                    <a:pt x="14" y="76"/>
                    <a:pt x="14" y="76"/>
                  </a:cubicBezTo>
                  <a:cubicBezTo>
                    <a:pt x="9" y="76"/>
                    <a:pt x="5" y="73"/>
                    <a:pt x="3" y="68"/>
                  </a:cubicBezTo>
                  <a:cubicBezTo>
                    <a:pt x="2" y="64"/>
                    <a:pt x="2" y="64"/>
                    <a:pt x="2" y="64"/>
                  </a:cubicBezTo>
                  <a:cubicBezTo>
                    <a:pt x="1" y="61"/>
                    <a:pt x="2" y="58"/>
                    <a:pt x="3" y="56"/>
                  </a:cubicBezTo>
                  <a:cubicBezTo>
                    <a:pt x="5" y="53"/>
                    <a:pt x="7" y="51"/>
                    <a:pt x="10" y="50"/>
                  </a:cubicBezTo>
                  <a:close/>
                  <a:moveTo>
                    <a:pt x="12" y="56"/>
                  </a:moveTo>
                  <a:cubicBezTo>
                    <a:pt x="10" y="56"/>
                    <a:pt x="9" y="57"/>
                    <a:pt x="8" y="58"/>
                  </a:cubicBezTo>
                  <a:cubicBezTo>
                    <a:pt x="8" y="60"/>
                    <a:pt x="8" y="61"/>
                    <a:pt x="8" y="62"/>
                  </a:cubicBezTo>
                  <a:cubicBezTo>
                    <a:pt x="9" y="66"/>
                    <a:pt x="9" y="66"/>
                    <a:pt x="9" y="66"/>
                  </a:cubicBezTo>
                  <a:cubicBezTo>
                    <a:pt x="10" y="68"/>
                    <a:pt x="12" y="70"/>
                    <a:pt x="14" y="70"/>
                  </a:cubicBezTo>
                  <a:cubicBezTo>
                    <a:pt x="14" y="70"/>
                    <a:pt x="14" y="70"/>
                    <a:pt x="14" y="70"/>
                  </a:cubicBezTo>
                  <a:cubicBezTo>
                    <a:pt x="15" y="70"/>
                    <a:pt x="15" y="70"/>
                    <a:pt x="16" y="70"/>
                  </a:cubicBezTo>
                  <a:cubicBezTo>
                    <a:pt x="111" y="41"/>
                    <a:pt x="111" y="41"/>
                    <a:pt x="111" y="41"/>
                  </a:cubicBezTo>
                  <a:cubicBezTo>
                    <a:pt x="112" y="41"/>
                    <a:pt x="113" y="40"/>
                    <a:pt x="114" y="39"/>
                  </a:cubicBezTo>
                  <a:cubicBezTo>
                    <a:pt x="115" y="37"/>
                    <a:pt x="115" y="36"/>
                    <a:pt x="115" y="35"/>
                  </a:cubicBezTo>
                  <a:cubicBezTo>
                    <a:pt x="113" y="31"/>
                    <a:pt x="113" y="31"/>
                    <a:pt x="113" y="31"/>
                  </a:cubicBezTo>
                  <a:cubicBezTo>
                    <a:pt x="113" y="29"/>
                    <a:pt x="111" y="27"/>
                    <a:pt x="108" y="27"/>
                  </a:cubicBezTo>
                  <a:cubicBezTo>
                    <a:pt x="108" y="27"/>
                    <a:pt x="107" y="27"/>
                    <a:pt x="107" y="27"/>
                  </a:cubicBezTo>
                  <a:lnTo>
                    <a:pt x="12" y="56"/>
                  </a:lnTo>
                  <a:close/>
                  <a:moveTo>
                    <a:pt x="2" y="31"/>
                  </a:moveTo>
                  <a:cubicBezTo>
                    <a:pt x="0" y="25"/>
                    <a:pt x="4" y="18"/>
                    <a:pt x="10" y="16"/>
                  </a:cubicBezTo>
                  <a:cubicBezTo>
                    <a:pt x="59" y="1"/>
                    <a:pt x="59" y="1"/>
                    <a:pt x="59" y="1"/>
                  </a:cubicBezTo>
                  <a:cubicBezTo>
                    <a:pt x="65" y="0"/>
                    <a:pt x="72" y="3"/>
                    <a:pt x="73" y="9"/>
                  </a:cubicBezTo>
                  <a:cubicBezTo>
                    <a:pt x="75" y="12"/>
                    <a:pt x="75" y="12"/>
                    <a:pt x="75" y="12"/>
                  </a:cubicBezTo>
                  <a:cubicBezTo>
                    <a:pt x="76" y="18"/>
                    <a:pt x="73" y="25"/>
                    <a:pt x="67" y="27"/>
                  </a:cubicBezTo>
                  <a:cubicBezTo>
                    <a:pt x="18" y="42"/>
                    <a:pt x="18" y="42"/>
                    <a:pt x="18" y="42"/>
                  </a:cubicBezTo>
                  <a:cubicBezTo>
                    <a:pt x="16" y="42"/>
                    <a:pt x="15" y="42"/>
                    <a:pt x="14" y="42"/>
                  </a:cubicBezTo>
                  <a:cubicBezTo>
                    <a:pt x="9" y="42"/>
                    <a:pt x="5" y="39"/>
                    <a:pt x="3" y="34"/>
                  </a:cubicBezTo>
                  <a:lnTo>
                    <a:pt x="2" y="31"/>
                  </a:lnTo>
                  <a:close/>
                  <a:moveTo>
                    <a:pt x="8" y="29"/>
                  </a:moveTo>
                  <a:cubicBezTo>
                    <a:pt x="9" y="32"/>
                    <a:pt x="9" y="32"/>
                    <a:pt x="9" y="32"/>
                  </a:cubicBezTo>
                  <a:cubicBezTo>
                    <a:pt x="10" y="35"/>
                    <a:pt x="12" y="36"/>
                    <a:pt x="14" y="36"/>
                  </a:cubicBezTo>
                  <a:cubicBezTo>
                    <a:pt x="15" y="36"/>
                    <a:pt x="15" y="36"/>
                    <a:pt x="16" y="36"/>
                  </a:cubicBezTo>
                  <a:cubicBezTo>
                    <a:pt x="65" y="21"/>
                    <a:pt x="65" y="21"/>
                    <a:pt x="65" y="21"/>
                  </a:cubicBezTo>
                  <a:cubicBezTo>
                    <a:pt x="68" y="20"/>
                    <a:pt x="70" y="17"/>
                    <a:pt x="69" y="14"/>
                  </a:cubicBezTo>
                  <a:cubicBezTo>
                    <a:pt x="68" y="11"/>
                    <a:pt x="68" y="11"/>
                    <a:pt x="68" y="11"/>
                  </a:cubicBezTo>
                  <a:cubicBezTo>
                    <a:pt x="67" y="8"/>
                    <a:pt x="65" y="7"/>
                    <a:pt x="63" y="7"/>
                  </a:cubicBezTo>
                  <a:cubicBezTo>
                    <a:pt x="62" y="7"/>
                    <a:pt x="62" y="7"/>
                    <a:pt x="61" y="7"/>
                  </a:cubicBezTo>
                  <a:cubicBezTo>
                    <a:pt x="12" y="22"/>
                    <a:pt x="12" y="22"/>
                    <a:pt x="12" y="22"/>
                  </a:cubicBezTo>
                  <a:cubicBezTo>
                    <a:pt x="9" y="23"/>
                    <a:pt x="7" y="26"/>
                    <a:pt x="8" y="29"/>
                  </a:cubicBezTo>
                  <a:close/>
                  <a:moveTo>
                    <a:pt x="113" y="114"/>
                  </a:moveTo>
                  <a:cubicBezTo>
                    <a:pt x="105" y="116"/>
                    <a:pt x="105" y="116"/>
                    <a:pt x="105" y="116"/>
                  </a:cubicBezTo>
                  <a:cubicBezTo>
                    <a:pt x="102" y="117"/>
                    <a:pt x="99" y="121"/>
                    <a:pt x="99" y="124"/>
                  </a:cubicBezTo>
                  <a:cubicBezTo>
                    <a:pt x="99" y="137"/>
                    <a:pt x="99" y="137"/>
                    <a:pt x="99" y="137"/>
                  </a:cubicBezTo>
                  <a:cubicBezTo>
                    <a:pt x="110" y="137"/>
                    <a:pt x="110" y="137"/>
                    <a:pt x="110" y="137"/>
                  </a:cubicBezTo>
                  <a:cubicBezTo>
                    <a:pt x="110" y="187"/>
                    <a:pt x="110" y="187"/>
                    <a:pt x="110" y="187"/>
                  </a:cubicBezTo>
                  <a:cubicBezTo>
                    <a:pt x="110" y="198"/>
                    <a:pt x="100" y="207"/>
                    <a:pt x="87" y="208"/>
                  </a:cubicBezTo>
                  <a:cubicBezTo>
                    <a:pt x="87" y="213"/>
                    <a:pt x="87" y="213"/>
                    <a:pt x="87" y="213"/>
                  </a:cubicBezTo>
                  <a:cubicBezTo>
                    <a:pt x="87" y="219"/>
                    <a:pt x="81" y="224"/>
                    <a:pt x="74" y="224"/>
                  </a:cubicBezTo>
                  <a:cubicBezTo>
                    <a:pt x="54" y="224"/>
                    <a:pt x="54" y="224"/>
                    <a:pt x="54" y="224"/>
                  </a:cubicBezTo>
                  <a:cubicBezTo>
                    <a:pt x="47" y="224"/>
                    <a:pt x="41" y="219"/>
                    <a:pt x="41" y="213"/>
                  </a:cubicBezTo>
                  <a:cubicBezTo>
                    <a:pt x="41" y="208"/>
                    <a:pt x="41" y="208"/>
                    <a:pt x="41" y="208"/>
                  </a:cubicBezTo>
                  <a:cubicBezTo>
                    <a:pt x="28" y="207"/>
                    <a:pt x="18" y="198"/>
                    <a:pt x="18" y="187"/>
                  </a:cubicBezTo>
                  <a:cubicBezTo>
                    <a:pt x="18" y="137"/>
                    <a:pt x="18" y="137"/>
                    <a:pt x="18" y="137"/>
                  </a:cubicBezTo>
                  <a:cubicBezTo>
                    <a:pt x="29" y="137"/>
                    <a:pt x="29" y="137"/>
                    <a:pt x="29" y="137"/>
                  </a:cubicBezTo>
                  <a:cubicBezTo>
                    <a:pt x="29" y="120"/>
                    <a:pt x="29" y="120"/>
                    <a:pt x="29" y="120"/>
                  </a:cubicBezTo>
                  <a:cubicBezTo>
                    <a:pt x="29" y="117"/>
                    <a:pt x="26" y="113"/>
                    <a:pt x="23" y="113"/>
                  </a:cubicBezTo>
                  <a:cubicBezTo>
                    <a:pt x="12" y="109"/>
                    <a:pt x="12" y="109"/>
                    <a:pt x="12" y="109"/>
                  </a:cubicBezTo>
                  <a:cubicBezTo>
                    <a:pt x="10" y="109"/>
                    <a:pt x="10" y="109"/>
                    <a:pt x="10" y="109"/>
                  </a:cubicBezTo>
                  <a:cubicBezTo>
                    <a:pt x="7" y="108"/>
                    <a:pt x="4" y="105"/>
                    <a:pt x="3" y="102"/>
                  </a:cubicBezTo>
                  <a:cubicBezTo>
                    <a:pt x="2" y="98"/>
                    <a:pt x="2" y="98"/>
                    <a:pt x="2" y="98"/>
                  </a:cubicBezTo>
                  <a:cubicBezTo>
                    <a:pt x="2" y="97"/>
                    <a:pt x="2" y="97"/>
                    <a:pt x="2" y="96"/>
                  </a:cubicBezTo>
                  <a:cubicBezTo>
                    <a:pt x="2" y="94"/>
                    <a:pt x="2" y="91"/>
                    <a:pt x="3" y="89"/>
                  </a:cubicBezTo>
                  <a:cubicBezTo>
                    <a:pt x="5" y="87"/>
                    <a:pt x="7" y="85"/>
                    <a:pt x="10" y="84"/>
                  </a:cubicBezTo>
                  <a:cubicBezTo>
                    <a:pt x="105" y="55"/>
                    <a:pt x="105" y="55"/>
                    <a:pt x="105" y="55"/>
                  </a:cubicBezTo>
                  <a:cubicBezTo>
                    <a:pt x="111" y="54"/>
                    <a:pt x="118" y="57"/>
                    <a:pt x="119" y="63"/>
                  </a:cubicBezTo>
                  <a:cubicBezTo>
                    <a:pt x="120" y="66"/>
                    <a:pt x="120" y="66"/>
                    <a:pt x="120" y="66"/>
                  </a:cubicBezTo>
                  <a:cubicBezTo>
                    <a:pt x="121" y="69"/>
                    <a:pt x="121" y="72"/>
                    <a:pt x="119" y="75"/>
                  </a:cubicBezTo>
                  <a:cubicBezTo>
                    <a:pt x="118" y="78"/>
                    <a:pt x="116" y="80"/>
                    <a:pt x="113" y="81"/>
                  </a:cubicBezTo>
                  <a:cubicBezTo>
                    <a:pt x="54" y="98"/>
                    <a:pt x="54" y="98"/>
                    <a:pt x="54" y="98"/>
                  </a:cubicBezTo>
                  <a:cubicBezTo>
                    <a:pt x="55" y="100"/>
                    <a:pt x="56" y="103"/>
                    <a:pt x="56" y="105"/>
                  </a:cubicBezTo>
                  <a:cubicBezTo>
                    <a:pt x="56" y="137"/>
                    <a:pt x="56" y="137"/>
                    <a:pt x="56" y="137"/>
                  </a:cubicBezTo>
                  <a:cubicBezTo>
                    <a:pt x="72" y="137"/>
                    <a:pt x="72" y="137"/>
                    <a:pt x="72" y="137"/>
                  </a:cubicBezTo>
                  <a:cubicBezTo>
                    <a:pt x="72" y="109"/>
                    <a:pt x="72" y="109"/>
                    <a:pt x="72" y="109"/>
                  </a:cubicBezTo>
                  <a:cubicBezTo>
                    <a:pt x="72" y="103"/>
                    <a:pt x="77" y="97"/>
                    <a:pt x="82" y="95"/>
                  </a:cubicBezTo>
                  <a:cubicBezTo>
                    <a:pt x="105" y="89"/>
                    <a:pt x="105" y="89"/>
                    <a:pt x="105" y="89"/>
                  </a:cubicBezTo>
                  <a:cubicBezTo>
                    <a:pt x="111" y="87"/>
                    <a:pt x="118" y="91"/>
                    <a:pt x="119" y="96"/>
                  </a:cubicBezTo>
                  <a:cubicBezTo>
                    <a:pt x="120" y="100"/>
                    <a:pt x="120" y="100"/>
                    <a:pt x="120" y="100"/>
                  </a:cubicBezTo>
                  <a:cubicBezTo>
                    <a:pt x="122" y="106"/>
                    <a:pt x="119" y="112"/>
                    <a:pt x="113" y="114"/>
                  </a:cubicBezTo>
                  <a:close/>
                  <a:moveTo>
                    <a:pt x="49" y="93"/>
                  </a:moveTo>
                  <a:cubicBezTo>
                    <a:pt x="111" y="75"/>
                    <a:pt x="111" y="75"/>
                    <a:pt x="111" y="75"/>
                  </a:cubicBezTo>
                  <a:cubicBezTo>
                    <a:pt x="112" y="74"/>
                    <a:pt x="113" y="74"/>
                    <a:pt x="114" y="72"/>
                  </a:cubicBezTo>
                  <a:cubicBezTo>
                    <a:pt x="115" y="71"/>
                    <a:pt x="115" y="70"/>
                    <a:pt x="115" y="68"/>
                  </a:cubicBezTo>
                  <a:cubicBezTo>
                    <a:pt x="113" y="65"/>
                    <a:pt x="113" y="65"/>
                    <a:pt x="113" y="65"/>
                  </a:cubicBezTo>
                  <a:cubicBezTo>
                    <a:pt x="113" y="62"/>
                    <a:pt x="111" y="61"/>
                    <a:pt x="108" y="61"/>
                  </a:cubicBezTo>
                  <a:cubicBezTo>
                    <a:pt x="108" y="61"/>
                    <a:pt x="107" y="61"/>
                    <a:pt x="107" y="61"/>
                  </a:cubicBezTo>
                  <a:cubicBezTo>
                    <a:pt x="25" y="86"/>
                    <a:pt x="25" y="86"/>
                    <a:pt x="25" y="86"/>
                  </a:cubicBezTo>
                  <a:cubicBezTo>
                    <a:pt x="13" y="89"/>
                    <a:pt x="13" y="89"/>
                    <a:pt x="13" y="89"/>
                  </a:cubicBezTo>
                  <a:cubicBezTo>
                    <a:pt x="12" y="89"/>
                    <a:pt x="12" y="89"/>
                    <a:pt x="12" y="89"/>
                  </a:cubicBezTo>
                  <a:cubicBezTo>
                    <a:pt x="12" y="90"/>
                    <a:pt x="12" y="90"/>
                    <a:pt x="12" y="90"/>
                  </a:cubicBezTo>
                  <a:cubicBezTo>
                    <a:pt x="10" y="90"/>
                    <a:pt x="9" y="91"/>
                    <a:pt x="8" y="92"/>
                  </a:cubicBezTo>
                  <a:cubicBezTo>
                    <a:pt x="8" y="93"/>
                    <a:pt x="8" y="95"/>
                    <a:pt x="8" y="96"/>
                  </a:cubicBezTo>
                  <a:cubicBezTo>
                    <a:pt x="8" y="96"/>
                    <a:pt x="8" y="96"/>
                    <a:pt x="8" y="96"/>
                  </a:cubicBezTo>
                  <a:cubicBezTo>
                    <a:pt x="9" y="100"/>
                    <a:pt x="9" y="100"/>
                    <a:pt x="9" y="100"/>
                  </a:cubicBezTo>
                  <a:cubicBezTo>
                    <a:pt x="10" y="101"/>
                    <a:pt x="11" y="103"/>
                    <a:pt x="12" y="103"/>
                  </a:cubicBezTo>
                  <a:cubicBezTo>
                    <a:pt x="13" y="103"/>
                    <a:pt x="13" y="103"/>
                    <a:pt x="13" y="103"/>
                  </a:cubicBezTo>
                  <a:cubicBezTo>
                    <a:pt x="25" y="107"/>
                    <a:pt x="25" y="107"/>
                    <a:pt x="25" y="107"/>
                  </a:cubicBezTo>
                  <a:cubicBezTo>
                    <a:pt x="25" y="107"/>
                    <a:pt x="25" y="107"/>
                    <a:pt x="25" y="107"/>
                  </a:cubicBezTo>
                  <a:cubicBezTo>
                    <a:pt x="31" y="109"/>
                    <a:pt x="35" y="115"/>
                    <a:pt x="35" y="120"/>
                  </a:cubicBezTo>
                  <a:cubicBezTo>
                    <a:pt x="35" y="137"/>
                    <a:pt x="35" y="137"/>
                    <a:pt x="35" y="137"/>
                  </a:cubicBezTo>
                  <a:cubicBezTo>
                    <a:pt x="50" y="137"/>
                    <a:pt x="50" y="137"/>
                    <a:pt x="50" y="137"/>
                  </a:cubicBezTo>
                  <a:cubicBezTo>
                    <a:pt x="50" y="105"/>
                    <a:pt x="50" y="105"/>
                    <a:pt x="50" y="105"/>
                  </a:cubicBezTo>
                  <a:cubicBezTo>
                    <a:pt x="50" y="104"/>
                    <a:pt x="49" y="102"/>
                    <a:pt x="48" y="100"/>
                  </a:cubicBezTo>
                  <a:cubicBezTo>
                    <a:pt x="47" y="99"/>
                    <a:pt x="45" y="98"/>
                    <a:pt x="44" y="97"/>
                  </a:cubicBezTo>
                  <a:cubicBezTo>
                    <a:pt x="44" y="97"/>
                    <a:pt x="40" y="96"/>
                    <a:pt x="49" y="93"/>
                  </a:cubicBezTo>
                  <a:close/>
                  <a:moveTo>
                    <a:pt x="115" y="102"/>
                  </a:moveTo>
                  <a:cubicBezTo>
                    <a:pt x="113" y="98"/>
                    <a:pt x="113" y="98"/>
                    <a:pt x="113" y="98"/>
                  </a:cubicBezTo>
                  <a:cubicBezTo>
                    <a:pt x="113" y="95"/>
                    <a:pt x="110" y="94"/>
                    <a:pt x="107" y="95"/>
                  </a:cubicBezTo>
                  <a:cubicBezTo>
                    <a:pt x="84" y="101"/>
                    <a:pt x="84" y="101"/>
                    <a:pt x="84" y="101"/>
                  </a:cubicBezTo>
                  <a:cubicBezTo>
                    <a:pt x="81" y="102"/>
                    <a:pt x="78" y="106"/>
                    <a:pt x="78" y="109"/>
                  </a:cubicBezTo>
                  <a:cubicBezTo>
                    <a:pt x="78" y="137"/>
                    <a:pt x="78" y="137"/>
                    <a:pt x="78" y="137"/>
                  </a:cubicBezTo>
                  <a:cubicBezTo>
                    <a:pt x="93" y="137"/>
                    <a:pt x="93" y="137"/>
                    <a:pt x="93" y="137"/>
                  </a:cubicBezTo>
                  <a:cubicBezTo>
                    <a:pt x="93" y="124"/>
                    <a:pt x="93" y="124"/>
                    <a:pt x="93" y="124"/>
                  </a:cubicBezTo>
                  <a:cubicBezTo>
                    <a:pt x="93" y="118"/>
                    <a:pt x="97" y="112"/>
                    <a:pt x="103" y="111"/>
                  </a:cubicBezTo>
                  <a:cubicBezTo>
                    <a:pt x="111" y="108"/>
                    <a:pt x="111" y="108"/>
                    <a:pt x="111" y="108"/>
                  </a:cubicBezTo>
                  <a:cubicBezTo>
                    <a:pt x="114" y="108"/>
                    <a:pt x="115" y="105"/>
                    <a:pt x="115" y="10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35"/>
              <a:endParaRPr lang="en-US" sz="1600">
                <a:solidFill>
                  <a:srgbClr val="FFFFFF"/>
                </a:solidFill>
              </a:endParaRPr>
            </a:p>
          </p:txBody>
        </p:sp>
      </p:grpSp>
      <p:sp>
        <p:nvSpPr>
          <p:cNvPr id="2" name="Title 1"/>
          <p:cNvSpPr>
            <a:spLocks noGrp="1"/>
          </p:cNvSpPr>
          <p:nvPr>
            <p:ph type="ctrTitle"/>
          </p:nvPr>
        </p:nvSpPr>
        <p:spPr>
          <a:xfrm>
            <a:off x="3417048" y="2889818"/>
            <a:ext cx="5405185" cy="1381372"/>
          </a:xfrm>
        </p:spPr>
        <p:txBody>
          <a:bodyPr anchor="ctr" anchorCtr="0">
            <a:noAutofit/>
          </a:bodyPr>
          <a:lstStyle>
            <a:lvl1pPr algn="l" defTabSz="776835" rtl="0" eaLnBrk="1" latinLnBrk="0" hangingPunct="1">
              <a:lnSpc>
                <a:spcPct val="90000"/>
              </a:lnSpc>
              <a:spcBef>
                <a:spcPct val="0"/>
              </a:spcBef>
              <a:buNone/>
              <a:defRPr lang="en-US" sz="3300" b="1" kern="1200" cap="none" spc="-86" baseline="0" dirty="0">
                <a:ln w="3175">
                  <a:noFill/>
                </a:ln>
                <a:solidFill>
                  <a:schemeClr val="accent6">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useBgFill="1">
        <p:nvSpPr>
          <p:cNvPr id="15" name="Bottom Mask"/>
          <p:cNvSpPr/>
          <p:nvPr userDrawn="1"/>
        </p:nvSpPr>
        <p:spPr bwMode="auto">
          <a:xfrm>
            <a:off x="3278843" y="5449596"/>
            <a:ext cx="6687484"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Tree>
    <p:extLst>
      <p:ext uri="{BB962C8B-B14F-4D97-AF65-F5344CB8AC3E}">
        <p14:creationId xmlns="" xmlns:p14="http://schemas.microsoft.com/office/powerpoint/2010/main" val="418450163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Video, &quot;special&quot; slides">
    <p:spTree>
      <p:nvGrpSpPr>
        <p:cNvPr id="1" name=""/>
        <p:cNvGrpSpPr/>
        <p:nvPr/>
      </p:nvGrpSpPr>
      <p:grpSpPr>
        <a:xfrm>
          <a:off x="0" y="0"/>
          <a:ext cx="0" cy="0"/>
          <a:chOff x="0" y="0"/>
          <a:chExt cx="0" cy="0"/>
        </a:xfrm>
      </p:grpSpPr>
      <p:sp>
        <p:nvSpPr>
          <p:cNvPr id="5" name="Title Tile"/>
          <p:cNvSpPr/>
          <p:nvPr userDrawn="1"/>
        </p:nvSpPr>
        <p:spPr bwMode="auto">
          <a:xfrm>
            <a:off x="3278842" y="2889819"/>
            <a:ext cx="5856741"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6" name="Arrow Bar"/>
          <p:cNvSpPr/>
          <p:nvPr userDrawn="1"/>
        </p:nvSpPr>
        <p:spPr bwMode="auto">
          <a:xfrm>
            <a:off x="3278841" y="1373194"/>
            <a:ext cx="5856741" cy="1359722"/>
          </a:xfrm>
          <a:prstGeom prst="rect">
            <a:avLst/>
          </a:prstGeom>
          <a:solidFill>
            <a:schemeClr val="accent5"/>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7" name="Text Placeholder 6"/>
          <p:cNvSpPr>
            <a:spLocks noGrp="1"/>
          </p:cNvSpPr>
          <p:nvPr>
            <p:ph type="body" sz="quarter" idx="10" hasCustomPrompt="1"/>
          </p:nvPr>
        </p:nvSpPr>
        <p:spPr>
          <a:xfrm>
            <a:off x="3417047" y="1438579"/>
            <a:ext cx="4537806" cy="1250035"/>
          </a:xfrm>
        </p:spPr>
        <p:txBody>
          <a:bodyPr anchor="ctr" anchorCtr="0">
            <a:noAutofit/>
            <a:scene3d>
              <a:camera prst="orthographicFront"/>
              <a:lightRig rig="flat" dir="t"/>
            </a:scene3d>
            <a:sp3d>
              <a:contourClr>
                <a:schemeClr val="tx2"/>
              </a:contourClr>
            </a:sp3d>
          </a:bodyPr>
          <a:lstStyle>
            <a:lvl1pPr marL="0" indent="0" algn="l" defTabSz="776835" rtl="0" eaLnBrk="1" latinLnBrk="0" hangingPunct="1">
              <a:lnSpc>
                <a:spcPct val="90000"/>
              </a:lnSpc>
              <a:spcBef>
                <a:spcPct val="0"/>
              </a:spcBef>
              <a:buFont typeface="Arial" pitchFamily="34" charset="0"/>
              <a:buNone/>
              <a:defRPr lang="en-US" sz="4600" b="1" kern="1200" cap="none" spc="-86" baseline="0" dirty="0" smtClean="0">
                <a:ln w="3175">
                  <a:noFill/>
                </a:ln>
                <a:solidFill>
                  <a:schemeClr val="tx1">
                    <a:alpha val="99000"/>
                  </a:schemeClr>
                </a:solidFill>
                <a:effectLst/>
                <a:latin typeface="Segoe UI" pitchFamily="34" charset="0"/>
                <a:ea typeface="Segoe UI" pitchFamily="34" charset="0"/>
                <a:cs typeface="Segoe UI" pitchFamily="34" charset="0"/>
              </a:defRPr>
            </a:lvl1pPr>
          </a:lstStyle>
          <a:p>
            <a:pPr lvl="0"/>
            <a:r>
              <a:rPr lang="en-US" dirty="0" smtClean="0"/>
              <a:t>Video</a:t>
            </a:r>
          </a:p>
        </p:txBody>
      </p:sp>
      <p:sp useBgFill="1">
        <p:nvSpPr>
          <p:cNvPr id="9" name="Left Mask"/>
          <p:cNvSpPr/>
          <p:nvPr userDrawn="1"/>
        </p:nvSpPr>
        <p:spPr bwMode="auto">
          <a:xfrm>
            <a:off x="0" y="1373195"/>
            <a:ext cx="3278840"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3" name="Subtitle 2"/>
          <p:cNvSpPr>
            <a:spLocks noGrp="1"/>
          </p:cNvSpPr>
          <p:nvPr>
            <p:ph type="subTitle" idx="1"/>
          </p:nvPr>
        </p:nvSpPr>
        <p:spPr>
          <a:xfrm>
            <a:off x="3417048" y="4698226"/>
            <a:ext cx="5405185" cy="418597"/>
          </a:xfrm>
        </p:spPr>
        <p:txBody>
          <a:bodyPr>
            <a:noAutofit/>
          </a:bodyPr>
          <a:lstStyle>
            <a:lvl1pPr marL="0" indent="0" algn="l" defTabSz="776835"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17" indent="0" algn="ctr">
              <a:buNone/>
              <a:defRPr>
                <a:solidFill>
                  <a:schemeClr val="tx1">
                    <a:tint val="75000"/>
                  </a:schemeClr>
                </a:solidFill>
              </a:defRPr>
            </a:lvl2pPr>
            <a:lvl3pPr marL="776835" indent="0" algn="ctr">
              <a:buNone/>
              <a:defRPr>
                <a:solidFill>
                  <a:schemeClr val="tx1">
                    <a:tint val="75000"/>
                  </a:schemeClr>
                </a:solidFill>
              </a:defRPr>
            </a:lvl3pPr>
            <a:lvl4pPr marL="1165252" indent="0" algn="ctr">
              <a:buNone/>
              <a:defRPr>
                <a:solidFill>
                  <a:schemeClr val="tx1">
                    <a:tint val="75000"/>
                  </a:schemeClr>
                </a:solidFill>
              </a:defRPr>
            </a:lvl4pPr>
            <a:lvl5pPr marL="1553670" indent="0" algn="ctr">
              <a:buNone/>
              <a:defRPr>
                <a:solidFill>
                  <a:schemeClr val="tx1">
                    <a:tint val="75000"/>
                  </a:schemeClr>
                </a:solidFill>
              </a:defRPr>
            </a:lvl5pPr>
            <a:lvl6pPr marL="1942087" indent="0" algn="ctr">
              <a:buNone/>
              <a:defRPr>
                <a:solidFill>
                  <a:schemeClr val="tx1">
                    <a:tint val="75000"/>
                  </a:schemeClr>
                </a:solidFill>
              </a:defRPr>
            </a:lvl6pPr>
            <a:lvl7pPr marL="2330506" indent="0" algn="ctr">
              <a:buNone/>
              <a:defRPr>
                <a:solidFill>
                  <a:schemeClr val="tx1">
                    <a:tint val="75000"/>
                  </a:schemeClr>
                </a:solidFill>
              </a:defRPr>
            </a:lvl7pPr>
            <a:lvl8pPr marL="2718923" indent="0" algn="ctr">
              <a:buNone/>
              <a:defRPr>
                <a:solidFill>
                  <a:schemeClr val="tx1">
                    <a:tint val="75000"/>
                  </a:schemeClr>
                </a:solidFill>
              </a:defRPr>
            </a:lvl8pPr>
            <a:lvl9pPr marL="3107341" indent="0" algn="ctr">
              <a:buNone/>
              <a:defRPr>
                <a:solidFill>
                  <a:schemeClr val="tx1">
                    <a:tint val="75000"/>
                  </a:schemeClr>
                </a:solidFill>
              </a:defRPr>
            </a:lvl9pPr>
          </a:lstStyle>
          <a:p>
            <a:r>
              <a:rPr lang="en-US" smtClean="0"/>
              <a:t>Click to edit Master subtitle style</a:t>
            </a:r>
            <a:endParaRPr lang="en-US" dirty="0"/>
          </a:p>
        </p:txBody>
      </p:sp>
      <p:sp>
        <p:nvSpPr>
          <p:cNvPr id="10" name="Circle Arrow"/>
          <p:cNvSpPr>
            <a:spLocks noEditPoints="1"/>
          </p:cNvSpPr>
          <p:nvPr userDrawn="1"/>
        </p:nvSpPr>
        <p:spPr bwMode="auto">
          <a:xfrm rot="5400000">
            <a:off x="8096811"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7" tIns="38843" rIns="77687" bIns="38843" numCol="1" anchor="t" anchorCtr="0" compatLnSpc="1">
            <a:prstTxWarp prst="textNoShape">
              <a:avLst/>
            </a:prstTxWarp>
          </a:bodyPr>
          <a:lstStyle/>
          <a:p>
            <a:pPr defTabSz="776835"/>
            <a:endParaRPr lang="en-US" sz="1600">
              <a:solidFill>
                <a:srgbClr val="FFFFFF"/>
              </a:solidFill>
            </a:endParaRPr>
          </a:p>
        </p:txBody>
      </p:sp>
      <p:sp>
        <p:nvSpPr>
          <p:cNvPr id="11" name="TechEd Tile"/>
          <p:cNvSpPr/>
          <p:nvPr userDrawn="1"/>
        </p:nvSpPr>
        <p:spPr bwMode="auto">
          <a:xfrm>
            <a:off x="835709" y="1373194"/>
            <a:ext cx="2310298"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pic>
        <p:nvPicPr>
          <p:cNvPr id="12" name="TechEd Logo"/>
          <p:cNvPicPr>
            <a:picLocks noChangeAspect="1" noChangeArrowheads="1"/>
          </p:cNvPicPr>
          <p:nvPr userDrawn="1"/>
        </p:nvPicPr>
        <p:blipFill rotWithShape="1">
          <a:blip r:embed="rId2" cstate="print">
            <a:extLst>
              <a:ext uri="{28A0092B-C50C-407E-A947-70E740481C1C}">
                <a14:useLocalDpi xmlns="" xmlns:a14="http://schemas.microsoft.com/office/drawing/2010/main" val="0"/>
              </a:ext>
            </a:extLst>
          </a:blip>
          <a:srcRect r="8530"/>
          <a:stretch/>
        </p:blipFill>
        <p:spPr bwMode="auto">
          <a:xfrm>
            <a:off x="1145803"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sp useBgFill="1">
        <p:nvSpPr>
          <p:cNvPr id="13" name="Top Mask"/>
          <p:cNvSpPr/>
          <p:nvPr userDrawn="1"/>
        </p:nvSpPr>
        <p:spPr bwMode="auto">
          <a:xfrm>
            <a:off x="0" y="0"/>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useBgFill="1">
        <p:nvSpPr>
          <p:cNvPr id="14" name="Right Mask"/>
          <p:cNvSpPr/>
          <p:nvPr userDrawn="1"/>
        </p:nvSpPr>
        <p:spPr bwMode="auto">
          <a:xfrm>
            <a:off x="9135582" y="1478672"/>
            <a:ext cx="830744"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 name="Title 1"/>
          <p:cNvSpPr>
            <a:spLocks noGrp="1"/>
          </p:cNvSpPr>
          <p:nvPr>
            <p:ph type="ctrTitle"/>
          </p:nvPr>
        </p:nvSpPr>
        <p:spPr>
          <a:xfrm>
            <a:off x="3417048" y="2889818"/>
            <a:ext cx="5405185" cy="1381372"/>
          </a:xfrm>
        </p:spPr>
        <p:txBody>
          <a:bodyPr anchor="ctr" anchorCtr="0">
            <a:noAutofit/>
          </a:bodyPr>
          <a:lstStyle>
            <a:lvl1pPr algn="l" defTabSz="776835" rtl="0" eaLnBrk="1" latinLnBrk="0" hangingPunct="1">
              <a:lnSpc>
                <a:spcPct val="90000"/>
              </a:lnSpc>
              <a:spcBef>
                <a:spcPct val="0"/>
              </a:spcBef>
              <a:buNone/>
              <a:defRPr lang="en-US" sz="3300" b="1" kern="1200" cap="none" spc="-86" baseline="0" dirty="0">
                <a:ln w="3175">
                  <a:noFill/>
                </a:ln>
                <a:solidFill>
                  <a:schemeClr val="accent5">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useBgFill="1">
        <p:nvSpPr>
          <p:cNvPr id="15" name="Bottom Mask"/>
          <p:cNvSpPr/>
          <p:nvPr userDrawn="1"/>
        </p:nvSpPr>
        <p:spPr bwMode="auto">
          <a:xfrm>
            <a:off x="3278843" y="5449596"/>
            <a:ext cx="6687484"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grpSp>
        <p:nvGrpSpPr>
          <p:cNvPr id="19" name="Green Tile"/>
          <p:cNvGrpSpPr/>
          <p:nvPr userDrawn="1"/>
        </p:nvGrpSpPr>
        <p:grpSpPr>
          <a:xfrm>
            <a:off x="830626" y="2889818"/>
            <a:ext cx="2311733" cy="2563506"/>
            <a:chOff x="-2619354" y="-790581"/>
            <a:chExt cx="2827252" cy="2827252"/>
          </a:xfrm>
        </p:grpSpPr>
        <p:sp>
          <p:nvSpPr>
            <p:cNvPr id="20" name="Rectangle 19"/>
            <p:cNvSpPr/>
            <p:nvPr/>
          </p:nvSpPr>
          <p:spPr bwMode="auto">
            <a:xfrm>
              <a:off x="-2619354" y="-790581"/>
              <a:ext cx="2827252" cy="2827252"/>
            </a:xfrm>
            <a:prstGeom prst="rect">
              <a:avLst/>
            </a:prstGeom>
            <a:solidFill>
              <a:schemeClr val="accent5"/>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1" name="Play Icon"/>
            <p:cNvSpPr>
              <a:spLocks noEditPoints="1"/>
            </p:cNvSpPr>
            <p:nvPr/>
          </p:nvSpPr>
          <p:spPr bwMode="auto">
            <a:xfrm>
              <a:off x="-2097903" y="-269875"/>
              <a:ext cx="1784350" cy="1784350"/>
            </a:xfrm>
            <a:custGeom>
              <a:avLst/>
              <a:gdLst>
                <a:gd name="T0" fmla="*/ 168 w 224"/>
                <a:gd name="T1" fmla="*/ 112 h 224"/>
                <a:gd name="T2" fmla="*/ 86 w 224"/>
                <a:gd name="T3" fmla="*/ 173 h 224"/>
                <a:gd name="T4" fmla="*/ 86 w 224"/>
                <a:gd name="T5" fmla="*/ 50 h 224"/>
                <a:gd name="T6" fmla="*/ 168 w 224"/>
                <a:gd name="T7" fmla="*/ 112 h 224"/>
                <a:gd name="T8" fmla="*/ 168 w 224"/>
                <a:gd name="T9" fmla="*/ 112 h 224"/>
                <a:gd name="T10" fmla="*/ 112 w 224"/>
                <a:gd name="T11" fmla="*/ 0 h 224"/>
                <a:gd name="T12" fmla="*/ 224 w 224"/>
                <a:gd name="T13" fmla="*/ 112 h 224"/>
                <a:gd name="T14" fmla="*/ 112 w 224"/>
                <a:gd name="T15" fmla="*/ 224 h 224"/>
                <a:gd name="T16" fmla="*/ 0 w 224"/>
                <a:gd name="T17" fmla="*/ 112 h 224"/>
                <a:gd name="T18" fmla="*/ 112 w 224"/>
                <a:gd name="T19" fmla="*/ 0 h 224"/>
                <a:gd name="T20" fmla="*/ 112 w 224"/>
                <a:gd name="T21" fmla="*/ 216 h 224"/>
                <a:gd name="T22" fmla="*/ 216 w 224"/>
                <a:gd name="T23" fmla="*/ 112 h 224"/>
                <a:gd name="T24" fmla="*/ 112 w 224"/>
                <a:gd name="T25" fmla="*/ 8 h 224"/>
                <a:gd name="T26" fmla="*/ 8 w 224"/>
                <a:gd name="T27" fmla="*/ 112 h 224"/>
                <a:gd name="T28" fmla="*/ 112 w 224"/>
                <a:gd name="T29" fmla="*/ 216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 h="224">
                  <a:moveTo>
                    <a:pt x="168" y="112"/>
                  </a:moveTo>
                  <a:cubicBezTo>
                    <a:pt x="86" y="173"/>
                    <a:pt x="86" y="173"/>
                    <a:pt x="86" y="173"/>
                  </a:cubicBezTo>
                  <a:cubicBezTo>
                    <a:pt x="86" y="50"/>
                    <a:pt x="86" y="50"/>
                    <a:pt x="86" y="50"/>
                  </a:cubicBezTo>
                  <a:cubicBezTo>
                    <a:pt x="168" y="112"/>
                    <a:pt x="168" y="112"/>
                    <a:pt x="168" y="112"/>
                  </a:cubicBezTo>
                  <a:cubicBezTo>
                    <a:pt x="168" y="112"/>
                    <a:pt x="168" y="112"/>
                    <a:pt x="168" y="112"/>
                  </a:cubicBezTo>
                  <a:close/>
                  <a:moveTo>
                    <a:pt x="112" y="0"/>
                  </a:moveTo>
                  <a:cubicBezTo>
                    <a:pt x="174" y="0"/>
                    <a:pt x="224" y="50"/>
                    <a:pt x="224" y="112"/>
                  </a:cubicBezTo>
                  <a:cubicBezTo>
                    <a:pt x="224" y="174"/>
                    <a:pt x="174" y="224"/>
                    <a:pt x="112" y="224"/>
                  </a:cubicBezTo>
                  <a:cubicBezTo>
                    <a:pt x="51" y="224"/>
                    <a:pt x="0" y="174"/>
                    <a:pt x="0" y="112"/>
                  </a:cubicBezTo>
                  <a:cubicBezTo>
                    <a:pt x="0" y="50"/>
                    <a:pt x="51" y="0"/>
                    <a:pt x="112" y="0"/>
                  </a:cubicBezTo>
                  <a:moveTo>
                    <a:pt x="112" y="216"/>
                  </a:moveTo>
                  <a:cubicBezTo>
                    <a:pt x="170" y="216"/>
                    <a:pt x="216" y="169"/>
                    <a:pt x="216" y="112"/>
                  </a:cubicBezTo>
                  <a:cubicBezTo>
                    <a:pt x="216" y="54"/>
                    <a:pt x="170" y="8"/>
                    <a:pt x="112" y="8"/>
                  </a:cubicBezTo>
                  <a:cubicBezTo>
                    <a:pt x="55" y="8"/>
                    <a:pt x="8" y="54"/>
                    <a:pt x="8" y="112"/>
                  </a:cubicBezTo>
                  <a:cubicBezTo>
                    <a:pt x="8" y="169"/>
                    <a:pt x="55" y="216"/>
                    <a:pt x="112" y="216"/>
                  </a:cubicBezTo>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35"/>
              <a:endParaRPr lang="en-US" sz="1600">
                <a:solidFill>
                  <a:srgbClr val="FFFFFF"/>
                </a:solidFill>
              </a:endParaRPr>
            </a:p>
          </p:txBody>
        </p:sp>
      </p:grpSp>
    </p:spTree>
    <p:extLst>
      <p:ext uri="{BB962C8B-B14F-4D97-AF65-F5344CB8AC3E}">
        <p14:creationId xmlns="" xmlns:p14="http://schemas.microsoft.com/office/powerpoint/2010/main" val="74014364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Partner, &quot;special&quot; slides">
    <p:spTree>
      <p:nvGrpSpPr>
        <p:cNvPr id="1" name=""/>
        <p:cNvGrpSpPr/>
        <p:nvPr/>
      </p:nvGrpSpPr>
      <p:grpSpPr>
        <a:xfrm>
          <a:off x="0" y="0"/>
          <a:ext cx="0" cy="0"/>
          <a:chOff x="0" y="0"/>
          <a:chExt cx="0" cy="0"/>
        </a:xfrm>
      </p:grpSpPr>
      <p:sp>
        <p:nvSpPr>
          <p:cNvPr id="5" name="Title Tile"/>
          <p:cNvSpPr/>
          <p:nvPr userDrawn="1"/>
        </p:nvSpPr>
        <p:spPr bwMode="auto">
          <a:xfrm>
            <a:off x="3278842" y="2889819"/>
            <a:ext cx="5856741"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6" name="Arrow Bar"/>
          <p:cNvSpPr/>
          <p:nvPr userDrawn="1"/>
        </p:nvSpPr>
        <p:spPr bwMode="auto">
          <a:xfrm>
            <a:off x="3278841" y="1373194"/>
            <a:ext cx="5856741" cy="1359722"/>
          </a:xfrm>
          <a:prstGeom prst="rect">
            <a:avLst/>
          </a:prstGeom>
          <a:solidFill>
            <a:schemeClr val="accent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7" name="Text Placeholder 6"/>
          <p:cNvSpPr>
            <a:spLocks noGrp="1"/>
          </p:cNvSpPr>
          <p:nvPr>
            <p:ph type="body" sz="quarter" idx="10" hasCustomPrompt="1"/>
          </p:nvPr>
        </p:nvSpPr>
        <p:spPr>
          <a:xfrm>
            <a:off x="3417047" y="1438579"/>
            <a:ext cx="4537806" cy="1250035"/>
          </a:xfrm>
        </p:spPr>
        <p:txBody>
          <a:bodyPr anchor="ctr" anchorCtr="0">
            <a:noAutofit/>
            <a:scene3d>
              <a:camera prst="orthographicFront"/>
              <a:lightRig rig="flat" dir="t"/>
            </a:scene3d>
            <a:sp3d>
              <a:contourClr>
                <a:schemeClr val="tx2"/>
              </a:contourClr>
            </a:sp3d>
          </a:bodyPr>
          <a:lstStyle>
            <a:lvl1pPr marL="0" indent="0" algn="l" defTabSz="776835" rtl="0" eaLnBrk="1" latinLnBrk="0" hangingPunct="1">
              <a:lnSpc>
                <a:spcPct val="90000"/>
              </a:lnSpc>
              <a:spcBef>
                <a:spcPct val="0"/>
              </a:spcBef>
              <a:buFont typeface="Arial" pitchFamily="34" charset="0"/>
              <a:buNone/>
              <a:defRPr lang="en-US" sz="4600" b="1" kern="1200" cap="none" spc="-86" baseline="0" dirty="0" smtClean="0">
                <a:ln w="3175">
                  <a:noFill/>
                </a:ln>
                <a:solidFill>
                  <a:schemeClr val="tx1">
                    <a:alpha val="99000"/>
                  </a:schemeClr>
                </a:solidFill>
                <a:effectLst/>
                <a:latin typeface="Segoe UI" pitchFamily="34" charset="0"/>
                <a:ea typeface="Segoe UI" pitchFamily="34" charset="0"/>
                <a:cs typeface="Segoe UI" pitchFamily="34" charset="0"/>
              </a:defRPr>
            </a:lvl1pPr>
          </a:lstStyle>
          <a:p>
            <a:pPr lvl="0"/>
            <a:r>
              <a:rPr lang="en-US" dirty="0" smtClean="0"/>
              <a:t>Partner</a:t>
            </a:r>
          </a:p>
        </p:txBody>
      </p:sp>
      <p:sp useBgFill="1">
        <p:nvSpPr>
          <p:cNvPr id="9" name="Left Mask"/>
          <p:cNvSpPr/>
          <p:nvPr userDrawn="1"/>
        </p:nvSpPr>
        <p:spPr bwMode="auto">
          <a:xfrm>
            <a:off x="0" y="1373195"/>
            <a:ext cx="3278840"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3" name="Subtitle 2"/>
          <p:cNvSpPr>
            <a:spLocks noGrp="1"/>
          </p:cNvSpPr>
          <p:nvPr>
            <p:ph type="subTitle" idx="1"/>
          </p:nvPr>
        </p:nvSpPr>
        <p:spPr>
          <a:xfrm>
            <a:off x="3417048" y="4698226"/>
            <a:ext cx="5405185" cy="418597"/>
          </a:xfrm>
        </p:spPr>
        <p:txBody>
          <a:bodyPr>
            <a:noAutofit/>
          </a:bodyPr>
          <a:lstStyle>
            <a:lvl1pPr marL="0" indent="0" algn="l" defTabSz="776835"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17" indent="0" algn="ctr">
              <a:buNone/>
              <a:defRPr>
                <a:solidFill>
                  <a:schemeClr val="tx1">
                    <a:tint val="75000"/>
                  </a:schemeClr>
                </a:solidFill>
              </a:defRPr>
            </a:lvl2pPr>
            <a:lvl3pPr marL="776835" indent="0" algn="ctr">
              <a:buNone/>
              <a:defRPr>
                <a:solidFill>
                  <a:schemeClr val="tx1">
                    <a:tint val="75000"/>
                  </a:schemeClr>
                </a:solidFill>
              </a:defRPr>
            </a:lvl3pPr>
            <a:lvl4pPr marL="1165252" indent="0" algn="ctr">
              <a:buNone/>
              <a:defRPr>
                <a:solidFill>
                  <a:schemeClr val="tx1">
                    <a:tint val="75000"/>
                  </a:schemeClr>
                </a:solidFill>
              </a:defRPr>
            </a:lvl4pPr>
            <a:lvl5pPr marL="1553670" indent="0" algn="ctr">
              <a:buNone/>
              <a:defRPr>
                <a:solidFill>
                  <a:schemeClr val="tx1">
                    <a:tint val="75000"/>
                  </a:schemeClr>
                </a:solidFill>
              </a:defRPr>
            </a:lvl5pPr>
            <a:lvl6pPr marL="1942087" indent="0" algn="ctr">
              <a:buNone/>
              <a:defRPr>
                <a:solidFill>
                  <a:schemeClr val="tx1">
                    <a:tint val="75000"/>
                  </a:schemeClr>
                </a:solidFill>
              </a:defRPr>
            </a:lvl6pPr>
            <a:lvl7pPr marL="2330506" indent="0" algn="ctr">
              <a:buNone/>
              <a:defRPr>
                <a:solidFill>
                  <a:schemeClr val="tx1">
                    <a:tint val="75000"/>
                  </a:schemeClr>
                </a:solidFill>
              </a:defRPr>
            </a:lvl7pPr>
            <a:lvl8pPr marL="2718923" indent="0" algn="ctr">
              <a:buNone/>
              <a:defRPr>
                <a:solidFill>
                  <a:schemeClr val="tx1">
                    <a:tint val="75000"/>
                  </a:schemeClr>
                </a:solidFill>
              </a:defRPr>
            </a:lvl8pPr>
            <a:lvl9pPr marL="3107341" indent="0" algn="ctr">
              <a:buNone/>
              <a:defRPr>
                <a:solidFill>
                  <a:schemeClr val="tx1">
                    <a:tint val="75000"/>
                  </a:schemeClr>
                </a:solidFill>
              </a:defRPr>
            </a:lvl9pPr>
          </a:lstStyle>
          <a:p>
            <a:r>
              <a:rPr lang="en-US" smtClean="0"/>
              <a:t>Click to edit Master subtitle style</a:t>
            </a:r>
            <a:endParaRPr lang="en-US" dirty="0"/>
          </a:p>
        </p:txBody>
      </p:sp>
      <p:sp>
        <p:nvSpPr>
          <p:cNvPr id="10" name="Circle Arrow"/>
          <p:cNvSpPr>
            <a:spLocks noEditPoints="1"/>
          </p:cNvSpPr>
          <p:nvPr userDrawn="1"/>
        </p:nvSpPr>
        <p:spPr bwMode="auto">
          <a:xfrm rot="5400000">
            <a:off x="8096811"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7" tIns="38843" rIns="77687" bIns="38843" numCol="1" anchor="t" anchorCtr="0" compatLnSpc="1">
            <a:prstTxWarp prst="textNoShape">
              <a:avLst/>
            </a:prstTxWarp>
          </a:bodyPr>
          <a:lstStyle/>
          <a:p>
            <a:pPr defTabSz="776835"/>
            <a:endParaRPr lang="en-US" sz="1600">
              <a:solidFill>
                <a:srgbClr val="FFFFFF"/>
              </a:solidFill>
            </a:endParaRPr>
          </a:p>
        </p:txBody>
      </p:sp>
      <p:sp>
        <p:nvSpPr>
          <p:cNvPr id="11" name="TechEd Tile"/>
          <p:cNvSpPr/>
          <p:nvPr userDrawn="1"/>
        </p:nvSpPr>
        <p:spPr bwMode="auto">
          <a:xfrm>
            <a:off x="835709" y="1373194"/>
            <a:ext cx="2310298"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pic>
        <p:nvPicPr>
          <p:cNvPr id="12" name="TechEd Logo"/>
          <p:cNvPicPr>
            <a:picLocks noChangeAspect="1" noChangeArrowheads="1"/>
          </p:cNvPicPr>
          <p:nvPr userDrawn="1"/>
        </p:nvPicPr>
        <p:blipFill rotWithShape="1">
          <a:blip r:embed="rId2" cstate="print">
            <a:extLst>
              <a:ext uri="{28A0092B-C50C-407E-A947-70E740481C1C}">
                <a14:useLocalDpi xmlns="" xmlns:a14="http://schemas.microsoft.com/office/drawing/2010/main" val="0"/>
              </a:ext>
            </a:extLst>
          </a:blip>
          <a:srcRect r="8530"/>
          <a:stretch/>
        </p:blipFill>
        <p:spPr bwMode="auto">
          <a:xfrm>
            <a:off x="1145803"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sp useBgFill="1">
        <p:nvSpPr>
          <p:cNvPr id="13" name="Top Mask"/>
          <p:cNvSpPr/>
          <p:nvPr userDrawn="1"/>
        </p:nvSpPr>
        <p:spPr bwMode="auto">
          <a:xfrm>
            <a:off x="0" y="0"/>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useBgFill="1">
        <p:nvSpPr>
          <p:cNvPr id="14" name="Right Mask"/>
          <p:cNvSpPr/>
          <p:nvPr userDrawn="1"/>
        </p:nvSpPr>
        <p:spPr bwMode="auto">
          <a:xfrm>
            <a:off x="9135582" y="1478672"/>
            <a:ext cx="830744"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 name="Title 1"/>
          <p:cNvSpPr>
            <a:spLocks noGrp="1"/>
          </p:cNvSpPr>
          <p:nvPr>
            <p:ph type="ctrTitle"/>
          </p:nvPr>
        </p:nvSpPr>
        <p:spPr>
          <a:xfrm>
            <a:off x="3417048" y="2889818"/>
            <a:ext cx="5405185" cy="1381372"/>
          </a:xfrm>
        </p:spPr>
        <p:txBody>
          <a:bodyPr anchor="ctr" anchorCtr="0">
            <a:noAutofit/>
          </a:bodyPr>
          <a:lstStyle>
            <a:lvl1pPr algn="l" defTabSz="776835" rtl="0" eaLnBrk="1" latinLnBrk="0" hangingPunct="1">
              <a:lnSpc>
                <a:spcPct val="90000"/>
              </a:lnSpc>
              <a:spcBef>
                <a:spcPct val="0"/>
              </a:spcBef>
              <a:buNone/>
              <a:defRPr lang="en-US" sz="3300" b="1" kern="1200" cap="none" spc="-86" baseline="0" dirty="0">
                <a:ln w="3175">
                  <a:noFill/>
                </a:ln>
                <a:solidFill>
                  <a:schemeClr val="accent1">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useBgFill="1">
        <p:nvSpPr>
          <p:cNvPr id="15" name="Bottom Mask"/>
          <p:cNvSpPr/>
          <p:nvPr userDrawn="1"/>
        </p:nvSpPr>
        <p:spPr bwMode="auto">
          <a:xfrm>
            <a:off x="3278843" y="5449596"/>
            <a:ext cx="6687484"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grpSp>
        <p:nvGrpSpPr>
          <p:cNvPr id="17" name="Blue Tile"/>
          <p:cNvGrpSpPr/>
          <p:nvPr userDrawn="1"/>
        </p:nvGrpSpPr>
        <p:grpSpPr>
          <a:xfrm>
            <a:off x="830627" y="2892167"/>
            <a:ext cx="2311733" cy="2563506"/>
            <a:chOff x="1071620" y="3044261"/>
            <a:chExt cx="1325880" cy="1325880"/>
          </a:xfrm>
        </p:grpSpPr>
        <p:sp>
          <p:nvSpPr>
            <p:cNvPr id="18" name="Rectangle 17"/>
            <p:cNvSpPr/>
            <p:nvPr/>
          </p:nvSpPr>
          <p:spPr bwMode="auto">
            <a:xfrm>
              <a:off x="1071620" y="3044261"/>
              <a:ext cx="1325880" cy="1325880"/>
            </a:xfrm>
            <a:prstGeom prst="rect">
              <a:avLst/>
            </a:prstGeom>
            <a:solidFill>
              <a:schemeClr val="accent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2" name="Freeform 13"/>
            <p:cNvSpPr>
              <a:spLocks noEditPoints="1"/>
            </p:cNvSpPr>
            <p:nvPr/>
          </p:nvSpPr>
          <p:spPr bwMode="auto">
            <a:xfrm>
              <a:off x="1316254" y="3284926"/>
              <a:ext cx="836612" cy="841375"/>
            </a:xfrm>
            <a:custGeom>
              <a:avLst/>
              <a:gdLst>
                <a:gd name="T0" fmla="*/ 183 w 223"/>
                <a:gd name="T1" fmla="*/ 108 h 224"/>
                <a:gd name="T2" fmla="*/ 154 w 223"/>
                <a:gd name="T3" fmla="*/ 120 h 224"/>
                <a:gd name="T4" fmla="*/ 135 w 223"/>
                <a:gd name="T5" fmla="*/ 101 h 224"/>
                <a:gd name="T6" fmla="*/ 154 w 223"/>
                <a:gd name="T7" fmla="*/ 59 h 224"/>
                <a:gd name="T8" fmla="*/ 96 w 223"/>
                <a:gd name="T9" fmla="*/ 0 h 224"/>
                <a:gd name="T10" fmla="*/ 37 w 223"/>
                <a:gd name="T11" fmla="*/ 59 h 224"/>
                <a:gd name="T12" fmla="*/ 64 w 223"/>
                <a:gd name="T13" fmla="*/ 107 h 224"/>
                <a:gd name="T14" fmla="*/ 52 w 223"/>
                <a:gd name="T15" fmla="*/ 145 h 224"/>
                <a:gd name="T16" fmla="*/ 41 w 223"/>
                <a:gd name="T17" fmla="*/ 143 h 224"/>
                <a:gd name="T18" fmla="*/ 0 w 223"/>
                <a:gd name="T19" fmla="*/ 183 h 224"/>
                <a:gd name="T20" fmla="*/ 41 w 223"/>
                <a:gd name="T21" fmla="*/ 224 h 224"/>
                <a:gd name="T22" fmla="*/ 81 w 223"/>
                <a:gd name="T23" fmla="*/ 183 h 224"/>
                <a:gd name="T24" fmla="*/ 60 w 223"/>
                <a:gd name="T25" fmla="*/ 148 h 224"/>
                <a:gd name="T26" fmla="*/ 71 w 223"/>
                <a:gd name="T27" fmla="*/ 111 h 224"/>
                <a:gd name="T28" fmla="*/ 96 w 223"/>
                <a:gd name="T29" fmla="*/ 117 h 224"/>
                <a:gd name="T30" fmla="*/ 129 w 223"/>
                <a:gd name="T31" fmla="*/ 106 h 224"/>
                <a:gd name="T32" fmla="*/ 149 w 223"/>
                <a:gd name="T33" fmla="*/ 126 h 224"/>
                <a:gd name="T34" fmla="*/ 143 w 223"/>
                <a:gd name="T35" fmla="*/ 148 h 224"/>
                <a:gd name="T36" fmla="*/ 183 w 223"/>
                <a:gd name="T37" fmla="*/ 189 h 224"/>
                <a:gd name="T38" fmla="*/ 223 w 223"/>
                <a:gd name="T39" fmla="*/ 148 h 224"/>
                <a:gd name="T40" fmla="*/ 183 w 223"/>
                <a:gd name="T41" fmla="*/ 108 h 224"/>
                <a:gd name="T42" fmla="*/ 73 w 223"/>
                <a:gd name="T43" fmla="*/ 183 h 224"/>
                <a:gd name="T44" fmla="*/ 41 w 223"/>
                <a:gd name="T45" fmla="*/ 216 h 224"/>
                <a:gd name="T46" fmla="*/ 8 w 223"/>
                <a:gd name="T47" fmla="*/ 183 h 224"/>
                <a:gd name="T48" fmla="*/ 41 w 223"/>
                <a:gd name="T49" fmla="*/ 151 h 224"/>
                <a:gd name="T50" fmla="*/ 73 w 223"/>
                <a:gd name="T51" fmla="*/ 183 h 224"/>
                <a:gd name="T52" fmla="*/ 45 w 223"/>
                <a:gd name="T53" fmla="*/ 59 h 224"/>
                <a:gd name="T54" fmla="*/ 96 w 223"/>
                <a:gd name="T55" fmla="*/ 8 h 224"/>
                <a:gd name="T56" fmla="*/ 146 w 223"/>
                <a:gd name="T57" fmla="*/ 59 h 224"/>
                <a:gd name="T58" fmla="*/ 96 w 223"/>
                <a:gd name="T59" fmla="*/ 109 h 224"/>
                <a:gd name="T60" fmla="*/ 45 w 223"/>
                <a:gd name="T61" fmla="*/ 59 h 224"/>
                <a:gd name="T62" fmla="*/ 183 w 223"/>
                <a:gd name="T63" fmla="*/ 181 h 224"/>
                <a:gd name="T64" fmla="*/ 151 w 223"/>
                <a:gd name="T65" fmla="*/ 148 h 224"/>
                <a:gd name="T66" fmla="*/ 183 w 223"/>
                <a:gd name="T67" fmla="*/ 116 h 224"/>
                <a:gd name="T68" fmla="*/ 215 w 223"/>
                <a:gd name="T69" fmla="*/ 148 h 224"/>
                <a:gd name="T70" fmla="*/ 183 w 223"/>
                <a:gd name="T71" fmla="*/ 181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3" h="224">
                  <a:moveTo>
                    <a:pt x="183" y="108"/>
                  </a:moveTo>
                  <a:cubicBezTo>
                    <a:pt x="172" y="108"/>
                    <a:pt x="162" y="113"/>
                    <a:pt x="154" y="120"/>
                  </a:cubicBezTo>
                  <a:cubicBezTo>
                    <a:pt x="135" y="101"/>
                    <a:pt x="135" y="101"/>
                    <a:pt x="135" y="101"/>
                  </a:cubicBezTo>
                  <a:cubicBezTo>
                    <a:pt x="147" y="90"/>
                    <a:pt x="154" y="75"/>
                    <a:pt x="154" y="59"/>
                  </a:cubicBezTo>
                  <a:cubicBezTo>
                    <a:pt x="154" y="26"/>
                    <a:pt x="128" y="0"/>
                    <a:pt x="96" y="0"/>
                  </a:cubicBezTo>
                  <a:cubicBezTo>
                    <a:pt x="64" y="0"/>
                    <a:pt x="37" y="26"/>
                    <a:pt x="37" y="59"/>
                  </a:cubicBezTo>
                  <a:cubicBezTo>
                    <a:pt x="37" y="79"/>
                    <a:pt x="48" y="97"/>
                    <a:pt x="64" y="107"/>
                  </a:cubicBezTo>
                  <a:cubicBezTo>
                    <a:pt x="52" y="145"/>
                    <a:pt x="52" y="145"/>
                    <a:pt x="52" y="145"/>
                  </a:cubicBezTo>
                  <a:cubicBezTo>
                    <a:pt x="49" y="144"/>
                    <a:pt x="45" y="143"/>
                    <a:pt x="41" y="143"/>
                  </a:cubicBezTo>
                  <a:cubicBezTo>
                    <a:pt x="18" y="143"/>
                    <a:pt x="0" y="161"/>
                    <a:pt x="0" y="183"/>
                  </a:cubicBezTo>
                  <a:cubicBezTo>
                    <a:pt x="0" y="206"/>
                    <a:pt x="18" y="224"/>
                    <a:pt x="41" y="224"/>
                  </a:cubicBezTo>
                  <a:cubicBezTo>
                    <a:pt x="63" y="224"/>
                    <a:pt x="81" y="206"/>
                    <a:pt x="81" y="183"/>
                  </a:cubicBezTo>
                  <a:cubicBezTo>
                    <a:pt x="81" y="168"/>
                    <a:pt x="72" y="155"/>
                    <a:pt x="60" y="148"/>
                  </a:cubicBezTo>
                  <a:cubicBezTo>
                    <a:pt x="71" y="111"/>
                    <a:pt x="71" y="111"/>
                    <a:pt x="71" y="111"/>
                  </a:cubicBezTo>
                  <a:cubicBezTo>
                    <a:pt x="78" y="115"/>
                    <a:pt x="87" y="117"/>
                    <a:pt x="96" y="117"/>
                  </a:cubicBezTo>
                  <a:cubicBezTo>
                    <a:pt x="108" y="117"/>
                    <a:pt x="120" y="113"/>
                    <a:pt x="129" y="106"/>
                  </a:cubicBezTo>
                  <a:cubicBezTo>
                    <a:pt x="149" y="126"/>
                    <a:pt x="149" y="126"/>
                    <a:pt x="149" y="126"/>
                  </a:cubicBezTo>
                  <a:cubicBezTo>
                    <a:pt x="145" y="133"/>
                    <a:pt x="143" y="140"/>
                    <a:pt x="143" y="148"/>
                  </a:cubicBezTo>
                  <a:cubicBezTo>
                    <a:pt x="143" y="171"/>
                    <a:pt x="161" y="189"/>
                    <a:pt x="183" y="189"/>
                  </a:cubicBezTo>
                  <a:cubicBezTo>
                    <a:pt x="205" y="189"/>
                    <a:pt x="223" y="171"/>
                    <a:pt x="223" y="148"/>
                  </a:cubicBezTo>
                  <a:cubicBezTo>
                    <a:pt x="223" y="126"/>
                    <a:pt x="205" y="108"/>
                    <a:pt x="183" y="108"/>
                  </a:cubicBezTo>
                  <a:close/>
                  <a:moveTo>
                    <a:pt x="73" y="183"/>
                  </a:moveTo>
                  <a:cubicBezTo>
                    <a:pt x="73" y="201"/>
                    <a:pt x="58" y="216"/>
                    <a:pt x="41" y="216"/>
                  </a:cubicBezTo>
                  <a:cubicBezTo>
                    <a:pt x="23" y="216"/>
                    <a:pt x="8" y="201"/>
                    <a:pt x="8" y="183"/>
                  </a:cubicBezTo>
                  <a:cubicBezTo>
                    <a:pt x="8" y="166"/>
                    <a:pt x="23" y="151"/>
                    <a:pt x="41" y="151"/>
                  </a:cubicBezTo>
                  <a:cubicBezTo>
                    <a:pt x="58" y="151"/>
                    <a:pt x="73" y="166"/>
                    <a:pt x="73" y="183"/>
                  </a:cubicBezTo>
                  <a:close/>
                  <a:moveTo>
                    <a:pt x="45" y="59"/>
                  </a:moveTo>
                  <a:cubicBezTo>
                    <a:pt x="45" y="31"/>
                    <a:pt x="68" y="8"/>
                    <a:pt x="96" y="8"/>
                  </a:cubicBezTo>
                  <a:cubicBezTo>
                    <a:pt x="123" y="8"/>
                    <a:pt x="146" y="31"/>
                    <a:pt x="146" y="59"/>
                  </a:cubicBezTo>
                  <a:cubicBezTo>
                    <a:pt x="146" y="86"/>
                    <a:pt x="123" y="109"/>
                    <a:pt x="96" y="109"/>
                  </a:cubicBezTo>
                  <a:cubicBezTo>
                    <a:pt x="68" y="109"/>
                    <a:pt x="45" y="86"/>
                    <a:pt x="45" y="59"/>
                  </a:cubicBezTo>
                  <a:close/>
                  <a:moveTo>
                    <a:pt x="183" y="181"/>
                  </a:moveTo>
                  <a:cubicBezTo>
                    <a:pt x="165" y="181"/>
                    <a:pt x="151" y="166"/>
                    <a:pt x="151" y="148"/>
                  </a:cubicBezTo>
                  <a:cubicBezTo>
                    <a:pt x="151" y="130"/>
                    <a:pt x="165" y="116"/>
                    <a:pt x="183" y="116"/>
                  </a:cubicBezTo>
                  <a:cubicBezTo>
                    <a:pt x="201" y="116"/>
                    <a:pt x="215" y="130"/>
                    <a:pt x="215" y="148"/>
                  </a:cubicBezTo>
                  <a:cubicBezTo>
                    <a:pt x="215" y="166"/>
                    <a:pt x="201" y="181"/>
                    <a:pt x="183" y="181"/>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35"/>
              <a:endParaRPr lang="en-US" sz="1600">
                <a:solidFill>
                  <a:srgbClr val="FFFFFF"/>
                </a:solidFill>
              </a:endParaRPr>
            </a:p>
          </p:txBody>
        </p:sp>
      </p:grpSp>
    </p:spTree>
    <p:extLst>
      <p:ext uri="{BB962C8B-B14F-4D97-AF65-F5344CB8AC3E}">
        <p14:creationId xmlns="" xmlns:p14="http://schemas.microsoft.com/office/powerpoint/2010/main" val="64448410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ustomer, &quot;special&quot; slides">
    <p:spTree>
      <p:nvGrpSpPr>
        <p:cNvPr id="1" name=""/>
        <p:cNvGrpSpPr/>
        <p:nvPr/>
      </p:nvGrpSpPr>
      <p:grpSpPr>
        <a:xfrm>
          <a:off x="0" y="0"/>
          <a:ext cx="0" cy="0"/>
          <a:chOff x="0" y="0"/>
          <a:chExt cx="0" cy="0"/>
        </a:xfrm>
      </p:grpSpPr>
      <p:sp>
        <p:nvSpPr>
          <p:cNvPr id="5" name="Title Tile"/>
          <p:cNvSpPr/>
          <p:nvPr userDrawn="1"/>
        </p:nvSpPr>
        <p:spPr bwMode="auto">
          <a:xfrm>
            <a:off x="3278842" y="2889819"/>
            <a:ext cx="5856741"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6" name="Arrow Bar"/>
          <p:cNvSpPr/>
          <p:nvPr userDrawn="1"/>
        </p:nvSpPr>
        <p:spPr bwMode="auto">
          <a:xfrm>
            <a:off x="3278841" y="1373194"/>
            <a:ext cx="5856741" cy="1359722"/>
          </a:xfrm>
          <a:prstGeom prst="rect">
            <a:avLst/>
          </a:prstGeom>
          <a:solidFill>
            <a:schemeClr val="accent2"/>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7" name="Text Placeholder 6"/>
          <p:cNvSpPr>
            <a:spLocks noGrp="1"/>
          </p:cNvSpPr>
          <p:nvPr>
            <p:ph type="body" sz="quarter" idx="10" hasCustomPrompt="1"/>
          </p:nvPr>
        </p:nvSpPr>
        <p:spPr>
          <a:xfrm>
            <a:off x="3417047" y="1438579"/>
            <a:ext cx="4537806" cy="1250035"/>
          </a:xfrm>
        </p:spPr>
        <p:txBody>
          <a:bodyPr anchor="ctr" anchorCtr="0">
            <a:noAutofit/>
            <a:scene3d>
              <a:camera prst="orthographicFront"/>
              <a:lightRig rig="flat" dir="t"/>
            </a:scene3d>
            <a:sp3d>
              <a:contourClr>
                <a:schemeClr val="tx2"/>
              </a:contourClr>
            </a:sp3d>
          </a:bodyPr>
          <a:lstStyle>
            <a:lvl1pPr marL="0" indent="0" algn="l" defTabSz="776835" rtl="0" eaLnBrk="1" latinLnBrk="0" hangingPunct="1">
              <a:lnSpc>
                <a:spcPct val="90000"/>
              </a:lnSpc>
              <a:spcBef>
                <a:spcPct val="0"/>
              </a:spcBef>
              <a:buFont typeface="Arial" pitchFamily="34" charset="0"/>
              <a:buNone/>
              <a:defRPr lang="en-US" sz="4600" b="1" kern="1200" cap="none" spc="-86" baseline="0" dirty="0" smtClean="0">
                <a:ln w="3175">
                  <a:noFill/>
                </a:ln>
                <a:solidFill>
                  <a:schemeClr val="tx1">
                    <a:alpha val="99000"/>
                  </a:schemeClr>
                </a:solidFill>
                <a:effectLst/>
                <a:latin typeface="Segoe UI" pitchFamily="34" charset="0"/>
                <a:ea typeface="Segoe UI" pitchFamily="34" charset="0"/>
                <a:cs typeface="Segoe UI" pitchFamily="34" charset="0"/>
              </a:defRPr>
            </a:lvl1pPr>
          </a:lstStyle>
          <a:p>
            <a:pPr lvl="0"/>
            <a:r>
              <a:rPr lang="en-US" dirty="0" smtClean="0"/>
              <a:t>Customer</a:t>
            </a:r>
          </a:p>
        </p:txBody>
      </p:sp>
      <p:sp useBgFill="1">
        <p:nvSpPr>
          <p:cNvPr id="9" name="Left Mask"/>
          <p:cNvSpPr/>
          <p:nvPr userDrawn="1"/>
        </p:nvSpPr>
        <p:spPr bwMode="auto">
          <a:xfrm>
            <a:off x="0" y="1373195"/>
            <a:ext cx="3278840"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3" name="Subtitle 2"/>
          <p:cNvSpPr>
            <a:spLocks noGrp="1"/>
          </p:cNvSpPr>
          <p:nvPr>
            <p:ph type="subTitle" idx="1"/>
          </p:nvPr>
        </p:nvSpPr>
        <p:spPr>
          <a:xfrm>
            <a:off x="3417048" y="4698226"/>
            <a:ext cx="5405185" cy="418597"/>
          </a:xfrm>
        </p:spPr>
        <p:txBody>
          <a:bodyPr>
            <a:noAutofit/>
          </a:bodyPr>
          <a:lstStyle>
            <a:lvl1pPr marL="0" indent="0" algn="l" defTabSz="776835"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17" indent="0" algn="ctr">
              <a:buNone/>
              <a:defRPr>
                <a:solidFill>
                  <a:schemeClr val="tx1">
                    <a:tint val="75000"/>
                  </a:schemeClr>
                </a:solidFill>
              </a:defRPr>
            </a:lvl2pPr>
            <a:lvl3pPr marL="776835" indent="0" algn="ctr">
              <a:buNone/>
              <a:defRPr>
                <a:solidFill>
                  <a:schemeClr val="tx1">
                    <a:tint val="75000"/>
                  </a:schemeClr>
                </a:solidFill>
              </a:defRPr>
            </a:lvl3pPr>
            <a:lvl4pPr marL="1165252" indent="0" algn="ctr">
              <a:buNone/>
              <a:defRPr>
                <a:solidFill>
                  <a:schemeClr val="tx1">
                    <a:tint val="75000"/>
                  </a:schemeClr>
                </a:solidFill>
              </a:defRPr>
            </a:lvl4pPr>
            <a:lvl5pPr marL="1553670" indent="0" algn="ctr">
              <a:buNone/>
              <a:defRPr>
                <a:solidFill>
                  <a:schemeClr val="tx1">
                    <a:tint val="75000"/>
                  </a:schemeClr>
                </a:solidFill>
              </a:defRPr>
            </a:lvl5pPr>
            <a:lvl6pPr marL="1942087" indent="0" algn="ctr">
              <a:buNone/>
              <a:defRPr>
                <a:solidFill>
                  <a:schemeClr val="tx1">
                    <a:tint val="75000"/>
                  </a:schemeClr>
                </a:solidFill>
              </a:defRPr>
            </a:lvl6pPr>
            <a:lvl7pPr marL="2330506" indent="0" algn="ctr">
              <a:buNone/>
              <a:defRPr>
                <a:solidFill>
                  <a:schemeClr val="tx1">
                    <a:tint val="75000"/>
                  </a:schemeClr>
                </a:solidFill>
              </a:defRPr>
            </a:lvl7pPr>
            <a:lvl8pPr marL="2718923" indent="0" algn="ctr">
              <a:buNone/>
              <a:defRPr>
                <a:solidFill>
                  <a:schemeClr val="tx1">
                    <a:tint val="75000"/>
                  </a:schemeClr>
                </a:solidFill>
              </a:defRPr>
            </a:lvl8pPr>
            <a:lvl9pPr marL="3107341" indent="0" algn="ctr">
              <a:buNone/>
              <a:defRPr>
                <a:solidFill>
                  <a:schemeClr val="tx1">
                    <a:tint val="75000"/>
                  </a:schemeClr>
                </a:solidFill>
              </a:defRPr>
            </a:lvl9pPr>
          </a:lstStyle>
          <a:p>
            <a:r>
              <a:rPr lang="en-US" smtClean="0"/>
              <a:t>Click to edit Master subtitle style</a:t>
            </a:r>
            <a:endParaRPr lang="en-US" dirty="0"/>
          </a:p>
        </p:txBody>
      </p:sp>
      <p:sp>
        <p:nvSpPr>
          <p:cNvPr id="10" name="Circle Arrow"/>
          <p:cNvSpPr>
            <a:spLocks noEditPoints="1"/>
          </p:cNvSpPr>
          <p:nvPr userDrawn="1"/>
        </p:nvSpPr>
        <p:spPr bwMode="auto">
          <a:xfrm rot="5400000">
            <a:off x="8096811"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7" tIns="38843" rIns="77687" bIns="38843" numCol="1" anchor="t" anchorCtr="0" compatLnSpc="1">
            <a:prstTxWarp prst="textNoShape">
              <a:avLst/>
            </a:prstTxWarp>
          </a:bodyPr>
          <a:lstStyle/>
          <a:p>
            <a:pPr defTabSz="776835"/>
            <a:endParaRPr lang="en-US" sz="1600">
              <a:solidFill>
                <a:srgbClr val="FFFFFF"/>
              </a:solidFill>
            </a:endParaRPr>
          </a:p>
        </p:txBody>
      </p:sp>
      <p:sp>
        <p:nvSpPr>
          <p:cNvPr id="11" name="TechEd Tile"/>
          <p:cNvSpPr/>
          <p:nvPr userDrawn="1"/>
        </p:nvSpPr>
        <p:spPr bwMode="auto">
          <a:xfrm>
            <a:off x="835709" y="1373194"/>
            <a:ext cx="2310298"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pic>
        <p:nvPicPr>
          <p:cNvPr id="12" name="TechEd Logo"/>
          <p:cNvPicPr>
            <a:picLocks noChangeAspect="1" noChangeArrowheads="1"/>
          </p:cNvPicPr>
          <p:nvPr userDrawn="1"/>
        </p:nvPicPr>
        <p:blipFill rotWithShape="1">
          <a:blip r:embed="rId2" cstate="print">
            <a:extLst>
              <a:ext uri="{28A0092B-C50C-407E-A947-70E740481C1C}">
                <a14:useLocalDpi xmlns="" xmlns:a14="http://schemas.microsoft.com/office/drawing/2010/main" val="0"/>
              </a:ext>
            </a:extLst>
          </a:blip>
          <a:srcRect r="8530"/>
          <a:stretch/>
        </p:blipFill>
        <p:spPr bwMode="auto">
          <a:xfrm>
            <a:off x="1145803"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sp useBgFill="1">
        <p:nvSpPr>
          <p:cNvPr id="13" name="Top Mask"/>
          <p:cNvSpPr/>
          <p:nvPr userDrawn="1"/>
        </p:nvSpPr>
        <p:spPr bwMode="auto">
          <a:xfrm>
            <a:off x="0" y="0"/>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useBgFill="1">
        <p:nvSpPr>
          <p:cNvPr id="14" name="Right Mask"/>
          <p:cNvSpPr/>
          <p:nvPr userDrawn="1"/>
        </p:nvSpPr>
        <p:spPr bwMode="auto">
          <a:xfrm>
            <a:off x="9135582" y="1478672"/>
            <a:ext cx="830744"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 name="Title 1"/>
          <p:cNvSpPr>
            <a:spLocks noGrp="1"/>
          </p:cNvSpPr>
          <p:nvPr>
            <p:ph type="ctrTitle"/>
          </p:nvPr>
        </p:nvSpPr>
        <p:spPr>
          <a:xfrm>
            <a:off x="3417048" y="2889818"/>
            <a:ext cx="5405185" cy="1381372"/>
          </a:xfrm>
        </p:spPr>
        <p:txBody>
          <a:bodyPr anchor="ctr" anchorCtr="0">
            <a:noAutofit/>
          </a:bodyPr>
          <a:lstStyle>
            <a:lvl1pPr algn="l" defTabSz="776835" rtl="0" eaLnBrk="1" latinLnBrk="0" hangingPunct="1">
              <a:lnSpc>
                <a:spcPct val="90000"/>
              </a:lnSpc>
              <a:spcBef>
                <a:spcPct val="0"/>
              </a:spcBef>
              <a:buNone/>
              <a:defRPr lang="en-US" sz="3300" b="1" kern="1200" cap="none" spc="-86" baseline="0" dirty="0">
                <a:ln w="3175">
                  <a:noFill/>
                </a:ln>
                <a:solidFill>
                  <a:schemeClr val="accent2">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useBgFill="1">
        <p:nvSpPr>
          <p:cNvPr id="15" name="Bottom Mask"/>
          <p:cNvSpPr/>
          <p:nvPr userDrawn="1"/>
        </p:nvSpPr>
        <p:spPr bwMode="auto">
          <a:xfrm>
            <a:off x="3278843" y="5449596"/>
            <a:ext cx="6687484"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grpSp>
        <p:nvGrpSpPr>
          <p:cNvPr id="19" name="Purple Tile"/>
          <p:cNvGrpSpPr/>
          <p:nvPr userDrawn="1"/>
        </p:nvGrpSpPr>
        <p:grpSpPr>
          <a:xfrm>
            <a:off x="832063" y="2889818"/>
            <a:ext cx="2311733" cy="2563506"/>
            <a:chOff x="1022073" y="-1624298"/>
            <a:chExt cx="2827252" cy="2827252"/>
          </a:xfrm>
        </p:grpSpPr>
        <p:sp>
          <p:nvSpPr>
            <p:cNvPr id="20" name="Rectangle 19"/>
            <p:cNvSpPr/>
            <p:nvPr/>
          </p:nvSpPr>
          <p:spPr bwMode="auto">
            <a:xfrm>
              <a:off x="1022073" y="-1624298"/>
              <a:ext cx="2827252" cy="2827252"/>
            </a:xfrm>
            <a:prstGeom prst="rect">
              <a:avLst/>
            </a:prstGeom>
            <a:solidFill>
              <a:schemeClr val="accent2"/>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1" name="Freeform 8"/>
            <p:cNvSpPr>
              <a:spLocks noEditPoints="1"/>
            </p:cNvSpPr>
            <p:nvPr/>
          </p:nvSpPr>
          <p:spPr bwMode="auto">
            <a:xfrm>
              <a:off x="1537798" y="-867430"/>
              <a:ext cx="1792288" cy="1501775"/>
            </a:xfrm>
            <a:custGeom>
              <a:avLst/>
              <a:gdLst>
                <a:gd name="T0" fmla="*/ 184 w 223"/>
                <a:gd name="T1" fmla="*/ 187 h 187"/>
                <a:gd name="T2" fmla="*/ 181 w 223"/>
                <a:gd name="T3" fmla="*/ 186 h 187"/>
                <a:gd name="T4" fmla="*/ 146 w 223"/>
                <a:gd name="T5" fmla="*/ 151 h 187"/>
                <a:gd name="T6" fmla="*/ 40 w 223"/>
                <a:gd name="T7" fmla="*/ 151 h 187"/>
                <a:gd name="T8" fmla="*/ 0 w 223"/>
                <a:gd name="T9" fmla="*/ 111 h 187"/>
                <a:gd name="T10" fmla="*/ 0 w 223"/>
                <a:gd name="T11" fmla="*/ 40 h 187"/>
                <a:gd name="T12" fmla="*/ 40 w 223"/>
                <a:gd name="T13" fmla="*/ 0 h 187"/>
                <a:gd name="T14" fmla="*/ 183 w 223"/>
                <a:gd name="T15" fmla="*/ 0 h 187"/>
                <a:gd name="T16" fmla="*/ 223 w 223"/>
                <a:gd name="T17" fmla="*/ 40 h 187"/>
                <a:gd name="T18" fmla="*/ 223 w 223"/>
                <a:gd name="T19" fmla="*/ 111 h 187"/>
                <a:gd name="T20" fmla="*/ 188 w 223"/>
                <a:gd name="T21" fmla="*/ 150 h 187"/>
                <a:gd name="T22" fmla="*/ 188 w 223"/>
                <a:gd name="T23" fmla="*/ 183 h 187"/>
                <a:gd name="T24" fmla="*/ 185 w 223"/>
                <a:gd name="T25" fmla="*/ 187 h 187"/>
                <a:gd name="T26" fmla="*/ 184 w 223"/>
                <a:gd name="T27" fmla="*/ 187 h 187"/>
                <a:gd name="T28" fmla="*/ 40 w 223"/>
                <a:gd name="T29" fmla="*/ 8 h 187"/>
                <a:gd name="T30" fmla="*/ 8 w 223"/>
                <a:gd name="T31" fmla="*/ 40 h 187"/>
                <a:gd name="T32" fmla="*/ 8 w 223"/>
                <a:gd name="T33" fmla="*/ 111 h 187"/>
                <a:gd name="T34" fmla="*/ 40 w 223"/>
                <a:gd name="T35" fmla="*/ 143 h 187"/>
                <a:gd name="T36" fmla="*/ 148 w 223"/>
                <a:gd name="T37" fmla="*/ 143 h 187"/>
                <a:gd name="T38" fmla="*/ 151 w 223"/>
                <a:gd name="T39" fmla="*/ 144 h 187"/>
                <a:gd name="T40" fmla="*/ 180 w 223"/>
                <a:gd name="T41" fmla="*/ 173 h 187"/>
                <a:gd name="T42" fmla="*/ 180 w 223"/>
                <a:gd name="T43" fmla="*/ 147 h 187"/>
                <a:gd name="T44" fmla="*/ 184 w 223"/>
                <a:gd name="T45" fmla="*/ 143 h 187"/>
                <a:gd name="T46" fmla="*/ 215 w 223"/>
                <a:gd name="T47" fmla="*/ 111 h 187"/>
                <a:gd name="T48" fmla="*/ 215 w 223"/>
                <a:gd name="T49" fmla="*/ 40 h 187"/>
                <a:gd name="T50" fmla="*/ 183 w 223"/>
                <a:gd name="T51" fmla="*/ 8 h 187"/>
                <a:gd name="T52" fmla="*/ 40 w 223"/>
                <a:gd name="T53" fmla="*/ 8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3" h="187">
                  <a:moveTo>
                    <a:pt x="184" y="187"/>
                  </a:moveTo>
                  <a:cubicBezTo>
                    <a:pt x="183" y="187"/>
                    <a:pt x="182" y="187"/>
                    <a:pt x="181" y="186"/>
                  </a:cubicBezTo>
                  <a:cubicBezTo>
                    <a:pt x="146" y="151"/>
                    <a:pt x="146" y="151"/>
                    <a:pt x="146" y="151"/>
                  </a:cubicBezTo>
                  <a:cubicBezTo>
                    <a:pt x="40" y="151"/>
                    <a:pt x="40" y="151"/>
                    <a:pt x="40" y="151"/>
                  </a:cubicBezTo>
                  <a:cubicBezTo>
                    <a:pt x="18" y="151"/>
                    <a:pt x="0" y="133"/>
                    <a:pt x="0" y="111"/>
                  </a:cubicBezTo>
                  <a:cubicBezTo>
                    <a:pt x="0" y="40"/>
                    <a:pt x="0" y="40"/>
                    <a:pt x="0" y="40"/>
                  </a:cubicBezTo>
                  <a:cubicBezTo>
                    <a:pt x="0" y="18"/>
                    <a:pt x="18" y="0"/>
                    <a:pt x="40" y="0"/>
                  </a:cubicBezTo>
                  <a:cubicBezTo>
                    <a:pt x="183" y="0"/>
                    <a:pt x="183" y="0"/>
                    <a:pt x="183" y="0"/>
                  </a:cubicBezTo>
                  <a:cubicBezTo>
                    <a:pt x="205" y="0"/>
                    <a:pt x="223" y="18"/>
                    <a:pt x="223" y="40"/>
                  </a:cubicBezTo>
                  <a:cubicBezTo>
                    <a:pt x="223" y="111"/>
                    <a:pt x="223" y="111"/>
                    <a:pt x="223" y="111"/>
                  </a:cubicBezTo>
                  <a:cubicBezTo>
                    <a:pt x="223" y="132"/>
                    <a:pt x="208" y="148"/>
                    <a:pt x="188" y="150"/>
                  </a:cubicBezTo>
                  <a:cubicBezTo>
                    <a:pt x="188" y="183"/>
                    <a:pt x="188" y="183"/>
                    <a:pt x="188" y="183"/>
                  </a:cubicBezTo>
                  <a:cubicBezTo>
                    <a:pt x="188" y="185"/>
                    <a:pt x="187" y="186"/>
                    <a:pt x="185" y="187"/>
                  </a:cubicBezTo>
                  <a:cubicBezTo>
                    <a:pt x="185" y="187"/>
                    <a:pt x="184" y="187"/>
                    <a:pt x="184" y="187"/>
                  </a:cubicBezTo>
                  <a:moveTo>
                    <a:pt x="40" y="8"/>
                  </a:moveTo>
                  <a:cubicBezTo>
                    <a:pt x="22" y="8"/>
                    <a:pt x="8" y="23"/>
                    <a:pt x="8" y="40"/>
                  </a:cubicBezTo>
                  <a:cubicBezTo>
                    <a:pt x="8" y="111"/>
                    <a:pt x="8" y="111"/>
                    <a:pt x="8" y="111"/>
                  </a:cubicBezTo>
                  <a:cubicBezTo>
                    <a:pt x="8" y="128"/>
                    <a:pt x="22" y="143"/>
                    <a:pt x="40" y="143"/>
                  </a:cubicBezTo>
                  <a:cubicBezTo>
                    <a:pt x="148" y="143"/>
                    <a:pt x="148" y="143"/>
                    <a:pt x="148" y="143"/>
                  </a:cubicBezTo>
                  <a:cubicBezTo>
                    <a:pt x="149" y="143"/>
                    <a:pt x="150" y="143"/>
                    <a:pt x="151" y="144"/>
                  </a:cubicBezTo>
                  <a:cubicBezTo>
                    <a:pt x="180" y="173"/>
                    <a:pt x="180" y="173"/>
                    <a:pt x="180" y="173"/>
                  </a:cubicBezTo>
                  <a:cubicBezTo>
                    <a:pt x="180" y="147"/>
                    <a:pt x="180" y="147"/>
                    <a:pt x="180" y="147"/>
                  </a:cubicBezTo>
                  <a:cubicBezTo>
                    <a:pt x="180" y="144"/>
                    <a:pt x="182" y="143"/>
                    <a:pt x="184" y="143"/>
                  </a:cubicBezTo>
                  <a:cubicBezTo>
                    <a:pt x="201" y="143"/>
                    <a:pt x="215" y="129"/>
                    <a:pt x="215" y="111"/>
                  </a:cubicBezTo>
                  <a:cubicBezTo>
                    <a:pt x="215" y="40"/>
                    <a:pt x="215" y="40"/>
                    <a:pt x="215" y="40"/>
                  </a:cubicBezTo>
                  <a:cubicBezTo>
                    <a:pt x="215" y="23"/>
                    <a:pt x="200" y="8"/>
                    <a:pt x="183" y="8"/>
                  </a:cubicBezTo>
                  <a:lnTo>
                    <a:pt x="40" y="8"/>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35"/>
              <a:endParaRPr lang="en-US" sz="1600">
                <a:solidFill>
                  <a:srgbClr val="FFFFFF"/>
                </a:solidFill>
              </a:endParaRPr>
            </a:p>
          </p:txBody>
        </p:sp>
      </p:grpSp>
    </p:spTree>
    <p:extLst>
      <p:ext uri="{BB962C8B-B14F-4D97-AF65-F5344CB8AC3E}">
        <p14:creationId xmlns="" xmlns:p14="http://schemas.microsoft.com/office/powerpoint/2010/main" val="275970414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Announcement, &quot;special&quot; slides">
    <p:spTree>
      <p:nvGrpSpPr>
        <p:cNvPr id="1" name=""/>
        <p:cNvGrpSpPr/>
        <p:nvPr/>
      </p:nvGrpSpPr>
      <p:grpSpPr>
        <a:xfrm>
          <a:off x="0" y="0"/>
          <a:ext cx="0" cy="0"/>
          <a:chOff x="0" y="0"/>
          <a:chExt cx="0" cy="0"/>
        </a:xfrm>
      </p:grpSpPr>
      <p:sp>
        <p:nvSpPr>
          <p:cNvPr id="5" name="Title Tile"/>
          <p:cNvSpPr/>
          <p:nvPr userDrawn="1"/>
        </p:nvSpPr>
        <p:spPr bwMode="auto">
          <a:xfrm>
            <a:off x="3278842" y="2889819"/>
            <a:ext cx="5856741"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6" name="Arrow Bar"/>
          <p:cNvSpPr/>
          <p:nvPr userDrawn="1"/>
        </p:nvSpPr>
        <p:spPr bwMode="auto">
          <a:xfrm>
            <a:off x="3278841" y="1373194"/>
            <a:ext cx="5856741" cy="1359722"/>
          </a:xfrm>
          <a:prstGeom prst="rect">
            <a:avLst/>
          </a:prstGeom>
          <a:solidFill>
            <a:schemeClr val="accent3"/>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7" name="Text Placeholder 6"/>
          <p:cNvSpPr>
            <a:spLocks noGrp="1"/>
          </p:cNvSpPr>
          <p:nvPr>
            <p:ph type="body" sz="quarter" idx="10" hasCustomPrompt="1"/>
          </p:nvPr>
        </p:nvSpPr>
        <p:spPr>
          <a:xfrm>
            <a:off x="3417047" y="1438579"/>
            <a:ext cx="4537806" cy="1250035"/>
          </a:xfrm>
        </p:spPr>
        <p:txBody>
          <a:bodyPr anchor="ctr" anchorCtr="0">
            <a:noAutofit/>
            <a:scene3d>
              <a:camera prst="orthographicFront"/>
              <a:lightRig rig="flat" dir="t"/>
            </a:scene3d>
            <a:sp3d>
              <a:contourClr>
                <a:schemeClr val="tx2"/>
              </a:contourClr>
            </a:sp3d>
          </a:bodyPr>
          <a:lstStyle>
            <a:lvl1pPr marL="0" indent="0" algn="l" defTabSz="776835" rtl="0" eaLnBrk="1" latinLnBrk="0" hangingPunct="1">
              <a:lnSpc>
                <a:spcPct val="90000"/>
              </a:lnSpc>
              <a:spcBef>
                <a:spcPct val="0"/>
              </a:spcBef>
              <a:buFont typeface="Arial" pitchFamily="34" charset="0"/>
              <a:buNone/>
              <a:defRPr lang="en-US" sz="4600" b="1" kern="1200" cap="none" spc="-86" baseline="0" dirty="0" smtClean="0">
                <a:ln w="3175">
                  <a:noFill/>
                </a:ln>
                <a:solidFill>
                  <a:schemeClr val="tx1">
                    <a:alpha val="99000"/>
                  </a:schemeClr>
                </a:solidFill>
                <a:effectLst/>
                <a:latin typeface="Segoe UI" pitchFamily="34" charset="0"/>
                <a:ea typeface="Segoe UI" pitchFamily="34" charset="0"/>
                <a:cs typeface="Segoe UI" pitchFamily="34" charset="0"/>
              </a:defRPr>
            </a:lvl1pPr>
          </a:lstStyle>
          <a:p>
            <a:pPr lvl="0"/>
            <a:r>
              <a:rPr lang="en-US" dirty="0" smtClean="0"/>
              <a:t>Announcement</a:t>
            </a:r>
          </a:p>
        </p:txBody>
      </p:sp>
      <p:sp useBgFill="1">
        <p:nvSpPr>
          <p:cNvPr id="9" name="Left Mask"/>
          <p:cNvSpPr/>
          <p:nvPr userDrawn="1"/>
        </p:nvSpPr>
        <p:spPr bwMode="auto">
          <a:xfrm>
            <a:off x="0" y="1373195"/>
            <a:ext cx="3278840"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3" name="Subtitle 2"/>
          <p:cNvSpPr>
            <a:spLocks noGrp="1"/>
          </p:cNvSpPr>
          <p:nvPr>
            <p:ph type="subTitle" idx="1"/>
          </p:nvPr>
        </p:nvSpPr>
        <p:spPr>
          <a:xfrm>
            <a:off x="3417048" y="4698226"/>
            <a:ext cx="5405185" cy="418597"/>
          </a:xfrm>
        </p:spPr>
        <p:txBody>
          <a:bodyPr>
            <a:noAutofit/>
          </a:bodyPr>
          <a:lstStyle>
            <a:lvl1pPr marL="0" indent="0" algn="l" defTabSz="776835"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17" indent="0" algn="ctr">
              <a:buNone/>
              <a:defRPr>
                <a:solidFill>
                  <a:schemeClr val="tx1">
                    <a:tint val="75000"/>
                  </a:schemeClr>
                </a:solidFill>
              </a:defRPr>
            </a:lvl2pPr>
            <a:lvl3pPr marL="776835" indent="0" algn="ctr">
              <a:buNone/>
              <a:defRPr>
                <a:solidFill>
                  <a:schemeClr val="tx1">
                    <a:tint val="75000"/>
                  </a:schemeClr>
                </a:solidFill>
              </a:defRPr>
            </a:lvl3pPr>
            <a:lvl4pPr marL="1165252" indent="0" algn="ctr">
              <a:buNone/>
              <a:defRPr>
                <a:solidFill>
                  <a:schemeClr val="tx1">
                    <a:tint val="75000"/>
                  </a:schemeClr>
                </a:solidFill>
              </a:defRPr>
            </a:lvl4pPr>
            <a:lvl5pPr marL="1553670" indent="0" algn="ctr">
              <a:buNone/>
              <a:defRPr>
                <a:solidFill>
                  <a:schemeClr val="tx1">
                    <a:tint val="75000"/>
                  </a:schemeClr>
                </a:solidFill>
              </a:defRPr>
            </a:lvl5pPr>
            <a:lvl6pPr marL="1942087" indent="0" algn="ctr">
              <a:buNone/>
              <a:defRPr>
                <a:solidFill>
                  <a:schemeClr val="tx1">
                    <a:tint val="75000"/>
                  </a:schemeClr>
                </a:solidFill>
              </a:defRPr>
            </a:lvl6pPr>
            <a:lvl7pPr marL="2330506" indent="0" algn="ctr">
              <a:buNone/>
              <a:defRPr>
                <a:solidFill>
                  <a:schemeClr val="tx1">
                    <a:tint val="75000"/>
                  </a:schemeClr>
                </a:solidFill>
              </a:defRPr>
            </a:lvl7pPr>
            <a:lvl8pPr marL="2718923" indent="0" algn="ctr">
              <a:buNone/>
              <a:defRPr>
                <a:solidFill>
                  <a:schemeClr val="tx1">
                    <a:tint val="75000"/>
                  </a:schemeClr>
                </a:solidFill>
              </a:defRPr>
            </a:lvl8pPr>
            <a:lvl9pPr marL="3107341" indent="0" algn="ctr">
              <a:buNone/>
              <a:defRPr>
                <a:solidFill>
                  <a:schemeClr val="tx1">
                    <a:tint val="75000"/>
                  </a:schemeClr>
                </a:solidFill>
              </a:defRPr>
            </a:lvl9pPr>
          </a:lstStyle>
          <a:p>
            <a:r>
              <a:rPr lang="en-US" smtClean="0"/>
              <a:t>Click to edit Master subtitle style</a:t>
            </a:r>
            <a:endParaRPr lang="en-US" dirty="0"/>
          </a:p>
        </p:txBody>
      </p:sp>
      <p:sp>
        <p:nvSpPr>
          <p:cNvPr id="10" name="Circle Arrow"/>
          <p:cNvSpPr>
            <a:spLocks noEditPoints="1"/>
          </p:cNvSpPr>
          <p:nvPr userDrawn="1"/>
        </p:nvSpPr>
        <p:spPr bwMode="auto">
          <a:xfrm rot="5400000">
            <a:off x="8096811"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7" tIns="38843" rIns="77687" bIns="38843" numCol="1" anchor="t" anchorCtr="0" compatLnSpc="1">
            <a:prstTxWarp prst="textNoShape">
              <a:avLst/>
            </a:prstTxWarp>
          </a:bodyPr>
          <a:lstStyle/>
          <a:p>
            <a:pPr defTabSz="776835"/>
            <a:endParaRPr lang="en-US" sz="1600">
              <a:solidFill>
                <a:srgbClr val="FFFFFF"/>
              </a:solidFill>
            </a:endParaRPr>
          </a:p>
        </p:txBody>
      </p:sp>
      <p:sp>
        <p:nvSpPr>
          <p:cNvPr id="11" name="TechEd Tile"/>
          <p:cNvSpPr/>
          <p:nvPr userDrawn="1"/>
        </p:nvSpPr>
        <p:spPr bwMode="auto">
          <a:xfrm>
            <a:off x="835709" y="1373194"/>
            <a:ext cx="2310298"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pic>
        <p:nvPicPr>
          <p:cNvPr id="12" name="TechEd Logo"/>
          <p:cNvPicPr>
            <a:picLocks noChangeAspect="1" noChangeArrowheads="1"/>
          </p:cNvPicPr>
          <p:nvPr userDrawn="1"/>
        </p:nvPicPr>
        <p:blipFill rotWithShape="1">
          <a:blip r:embed="rId2" cstate="print">
            <a:extLst>
              <a:ext uri="{28A0092B-C50C-407E-A947-70E740481C1C}">
                <a14:useLocalDpi xmlns="" xmlns:a14="http://schemas.microsoft.com/office/drawing/2010/main" val="0"/>
              </a:ext>
            </a:extLst>
          </a:blip>
          <a:srcRect r="8530"/>
          <a:stretch/>
        </p:blipFill>
        <p:spPr bwMode="auto">
          <a:xfrm>
            <a:off x="1145803"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sp useBgFill="1">
        <p:nvSpPr>
          <p:cNvPr id="13" name="Top Mask"/>
          <p:cNvSpPr/>
          <p:nvPr userDrawn="1"/>
        </p:nvSpPr>
        <p:spPr bwMode="auto">
          <a:xfrm>
            <a:off x="0" y="0"/>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useBgFill="1">
        <p:nvSpPr>
          <p:cNvPr id="14" name="Right Mask"/>
          <p:cNvSpPr/>
          <p:nvPr userDrawn="1"/>
        </p:nvSpPr>
        <p:spPr bwMode="auto">
          <a:xfrm>
            <a:off x="9135582" y="1478672"/>
            <a:ext cx="830744"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 name="Title 1"/>
          <p:cNvSpPr>
            <a:spLocks noGrp="1"/>
          </p:cNvSpPr>
          <p:nvPr>
            <p:ph type="ctrTitle"/>
          </p:nvPr>
        </p:nvSpPr>
        <p:spPr>
          <a:xfrm>
            <a:off x="3417048" y="2889818"/>
            <a:ext cx="5405185" cy="1381372"/>
          </a:xfrm>
        </p:spPr>
        <p:txBody>
          <a:bodyPr anchor="ctr" anchorCtr="0">
            <a:noAutofit/>
          </a:bodyPr>
          <a:lstStyle>
            <a:lvl1pPr algn="l" defTabSz="776835" rtl="0" eaLnBrk="1" latinLnBrk="0" hangingPunct="1">
              <a:lnSpc>
                <a:spcPct val="90000"/>
              </a:lnSpc>
              <a:spcBef>
                <a:spcPct val="0"/>
              </a:spcBef>
              <a:buNone/>
              <a:defRPr lang="en-US" sz="3300" b="1" kern="1200" cap="none" spc="-86" baseline="0" dirty="0">
                <a:ln w="3175">
                  <a:noFill/>
                </a:ln>
                <a:solidFill>
                  <a:schemeClr val="accent3">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useBgFill="1">
        <p:nvSpPr>
          <p:cNvPr id="15" name="Bottom Mask"/>
          <p:cNvSpPr/>
          <p:nvPr userDrawn="1"/>
        </p:nvSpPr>
        <p:spPr bwMode="auto">
          <a:xfrm>
            <a:off x="3278843" y="5449596"/>
            <a:ext cx="6687484"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grpSp>
        <p:nvGrpSpPr>
          <p:cNvPr id="17" name="Orange Tile"/>
          <p:cNvGrpSpPr/>
          <p:nvPr userDrawn="1"/>
        </p:nvGrpSpPr>
        <p:grpSpPr>
          <a:xfrm>
            <a:off x="830627" y="2890132"/>
            <a:ext cx="2311733" cy="2563506"/>
            <a:chOff x="1351800" y="-1084759"/>
            <a:chExt cx="2827252" cy="2827252"/>
          </a:xfrm>
        </p:grpSpPr>
        <p:sp>
          <p:nvSpPr>
            <p:cNvPr id="18" name="Rectangle 17"/>
            <p:cNvSpPr/>
            <p:nvPr/>
          </p:nvSpPr>
          <p:spPr bwMode="auto">
            <a:xfrm>
              <a:off x="1351800" y="-1084759"/>
              <a:ext cx="2827252" cy="2827252"/>
            </a:xfrm>
            <a:prstGeom prst="rect">
              <a:avLst/>
            </a:prstGeom>
            <a:solidFill>
              <a:schemeClr val="accent3"/>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2" name="Freeform 21"/>
            <p:cNvSpPr>
              <a:spLocks noEditPoints="1"/>
            </p:cNvSpPr>
            <p:nvPr/>
          </p:nvSpPr>
          <p:spPr bwMode="auto">
            <a:xfrm>
              <a:off x="2005011" y="-436308"/>
              <a:ext cx="1522413" cy="1530350"/>
            </a:xfrm>
            <a:custGeom>
              <a:avLst/>
              <a:gdLst>
                <a:gd name="T0" fmla="*/ 6 w 187"/>
                <a:gd name="T1" fmla="*/ 188 h 188"/>
                <a:gd name="T2" fmla="*/ 129 w 187"/>
                <a:gd name="T3" fmla="*/ 64 h 188"/>
                <a:gd name="T4" fmla="*/ 180 w 187"/>
                <a:gd name="T5" fmla="*/ 115 h 188"/>
                <a:gd name="T6" fmla="*/ 185 w 187"/>
                <a:gd name="T7" fmla="*/ 116 h 188"/>
                <a:gd name="T8" fmla="*/ 187 w 187"/>
                <a:gd name="T9" fmla="*/ 112 h 188"/>
                <a:gd name="T10" fmla="*/ 187 w 187"/>
                <a:gd name="T11" fmla="*/ 4 h 188"/>
                <a:gd name="T12" fmla="*/ 183 w 187"/>
                <a:gd name="T13" fmla="*/ 0 h 188"/>
                <a:gd name="T14" fmla="*/ 75 w 187"/>
                <a:gd name="T15" fmla="*/ 0 h 188"/>
                <a:gd name="T16" fmla="*/ 71 w 187"/>
                <a:gd name="T17" fmla="*/ 3 h 188"/>
                <a:gd name="T18" fmla="*/ 71 w 187"/>
                <a:gd name="T19" fmla="*/ 4 h 188"/>
                <a:gd name="T20" fmla="*/ 72 w 187"/>
                <a:gd name="T21" fmla="*/ 7 h 188"/>
                <a:gd name="T22" fmla="*/ 123 w 187"/>
                <a:gd name="T23" fmla="*/ 58 h 188"/>
                <a:gd name="T24" fmla="*/ 0 w 187"/>
                <a:gd name="T25" fmla="*/ 182 h 188"/>
                <a:gd name="T26" fmla="*/ 6 w 187"/>
                <a:gd name="T27" fmla="*/ 188 h 188"/>
                <a:gd name="T28" fmla="*/ 179 w 187"/>
                <a:gd name="T29" fmla="*/ 8 h 188"/>
                <a:gd name="T30" fmla="*/ 179 w 187"/>
                <a:gd name="T31" fmla="*/ 103 h 188"/>
                <a:gd name="T32" fmla="*/ 85 w 187"/>
                <a:gd name="T33" fmla="*/ 8 h 188"/>
                <a:gd name="T34" fmla="*/ 179 w 187"/>
                <a:gd name="T35" fmla="*/ 8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7" h="188">
                  <a:moveTo>
                    <a:pt x="6" y="188"/>
                  </a:moveTo>
                  <a:cubicBezTo>
                    <a:pt x="129" y="64"/>
                    <a:pt x="129" y="64"/>
                    <a:pt x="129" y="64"/>
                  </a:cubicBezTo>
                  <a:cubicBezTo>
                    <a:pt x="180" y="115"/>
                    <a:pt x="180" y="115"/>
                    <a:pt x="180" y="115"/>
                  </a:cubicBezTo>
                  <a:cubicBezTo>
                    <a:pt x="181" y="116"/>
                    <a:pt x="183" y="117"/>
                    <a:pt x="185" y="116"/>
                  </a:cubicBezTo>
                  <a:cubicBezTo>
                    <a:pt x="186" y="116"/>
                    <a:pt x="187" y="114"/>
                    <a:pt x="187" y="112"/>
                  </a:cubicBezTo>
                  <a:cubicBezTo>
                    <a:pt x="187" y="4"/>
                    <a:pt x="187" y="4"/>
                    <a:pt x="187" y="4"/>
                  </a:cubicBezTo>
                  <a:cubicBezTo>
                    <a:pt x="187" y="2"/>
                    <a:pt x="185" y="0"/>
                    <a:pt x="183" y="0"/>
                  </a:cubicBezTo>
                  <a:cubicBezTo>
                    <a:pt x="75" y="0"/>
                    <a:pt x="75" y="0"/>
                    <a:pt x="75" y="0"/>
                  </a:cubicBezTo>
                  <a:cubicBezTo>
                    <a:pt x="73" y="0"/>
                    <a:pt x="72" y="1"/>
                    <a:pt x="71" y="3"/>
                  </a:cubicBezTo>
                  <a:cubicBezTo>
                    <a:pt x="71" y="3"/>
                    <a:pt x="71" y="4"/>
                    <a:pt x="71" y="4"/>
                  </a:cubicBezTo>
                  <a:cubicBezTo>
                    <a:pt x="71" y="6"/>
                    <a:pt x="71" y="7"/>
                    <a:pt x="72" y="7"/>
                  </a:cubicBezTo>
                  <a:cubicBezTo>
                    <a:pt x="123" y="58"/>
                    <a:pt x="123" y="58"/>
                    <a:pt x="123" y="58"/>
                  </a:cubicBezTo>
                  <a:cubicBezTo>
                    <a:pt x="0" y="182"/>
                    <a:pt x="0" y="182"/>
                    <a:pt x="0" y="182"/>
                  </a:cubicBezTo>
                  <a:lnTo>
                    <a:pt x="6" y="188"/>
                  </a:lnTo>
                  <a:close/>
                  <a:moveTo>
                    <a:pt x="179" y="8"/>
                  </a:moveTo>
                  <a:cubicBezTo>
                    <a:pt x="179" y="103"/>
                    <a:pt x="179" y="103"/>
                    <a:pt x="179" y="103"/>
                  </a:cubicBezTo>
                  <a:cubicBezTo>
                    <a:pt x="85" y="8"/>
                    <a:pt x="85" y="8"/>
                    <a:pt x="85" y="8"/>
                  </a:cubicBezTo>
                  <a:lnTo>
                    <a:pt x="179" y="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defTabSz="776835"/>
              <a:endParaRPr lang="en-US" sz="1600">
                <a:solidFill>
                  <a:srgbClr val="FFFFFF"/>
                </a:solidFill>
              </a:endParaRPr>
            </a:p>
          </p:txBody>
        </p:sp>
      </p:grpSp>
    </p:spTree>
    <p:extLst>
      <p:ext uri="{BB962C8B-B14F-4D97-AF65-F5344CB8AC3E}">
        <p14:creationId xmlns="" xmlns:p14="http://schemas.microsoft.com/office/powerpoint/2010/main" val="339495032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Etc., &quot;special&quot; slides">
    <p:spTree>
      <p:nvGrpSpPr>
        <p:cNvPr id="1" name=""/>
        <p:cNvGrpSpPr/>
        <p:nvPr/>
      </p:nvGrpSpPr>
      <p:grpSpPr>
        <a:xfrm>
          <a:off x="0" y="0"/>
          <a:ext cx="0" cy="0"/>
          <a:chOff x="0" y="0"/>
          <a:chExt cx="0" cy="0"/>
        </a:xfrm>
      </p:grpSpPr>
      <p:sp>
        <p:nvSpPr>
          <p:cNvPr id="5" name="Title Tile"/>
          <p:cNvSpPr/>
          <p:nvPr userDrawn="1"/>
        </p:nvSpPr>
        <p:spPr bwMode="auto">
          <a:xfrm>
            <a:off x="3278842" y="2889819"/>
            <a:ext cx="5856741"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6" name="Arrow Bar"/>
          <p:cNvSpPr/>
          <p:nvPr userDrawn="1"/>
        </p:nvSpPr>
        <p:spPr bwMode="auto">
          <a:xfrm>
            <a:off x="3278841" y="1373194"/>
            <a:ext cx="5856741" cy="1359722"/>
          </a:xfrm>
          <a:prstGeom prst="rect">
            <a:avLst/>
          </a:prstGeom>
          <a:solidFill>
            <a:schemeClr val="accent4"/>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7" name="Text Placeholder 6"/>
          <p:cNvSpPr>
            <a:spLocks noGrp="1"/>
          </p:cNvSpPr>
          <p:nvPr>
            <p:ph type="body" sz="quarter" idx="10" hasCustomPrompt="1"/>
          </p:nvPr>
        </p:nvSpPr>
        <p:spPr>
          <a:xfrm>
            <a:off x="3417047" y="1438579"/>
            <a:ext cx="4537806" cy="1250035"/>
          </a:xfrm>
        </p:spPr>
        <p:txBody>
          <a:bodyPr anchor="ctr" anchorCtr="0">
            <a:noAutofit/>
            <a:scene3d>
              <a:camera prst="orthographicFront"/>
              <a:lightRig rig="flat" dir="t"/>
            </a:scene3d>
            <a:sp3d>
              <a:contourClr>
                <a:schemeClr val="tx2"/>
              </a:contourClr>
            </a:sp3d>
          </a:bodyPr>
          <a:lstStyle>
            <a:lvl1pPr marL="0" indent="0" algn="l" defTabSz="776835" rtl="0" eaLnBrk="1" latinLnBrk="0" hangingPunct="1">
              <a:lnSpc>
                <a:spcPct val="90000"/>
              </a:lnSpc>
              <a:spcBef>
                <a:spcPct val="0"/>
              </a:spcBef>
              <a:buFont typeface="Arial" pitchFamily="34" charset="0"/>
              <a:buNone/>
              <a:defRPr lang="en-US" sz="4600" b="1" kern="1200" cap="none" spc="-86" baseline="0" dirty="0" smtClean="0">
                <a:ln w="3175">
                  <a:noFill/>
                </a:ln>
                <a:solidFill>
                  <a:schemeClr val="tx1">
                    <a:alpha val="99000"/>
                  </a:schemeClr>
                </a:solidFill>
                <a:effectLst/>
                <a:latin typeface="Segoe UI" pitchFamily="34" charset="0"/>
                <a:ea typeface="Segoe UI" pitchFamily="34" charset="0"/>
                <a:cs typeface="Segoe UI" pitchFamily="34" charset="0"/>
              </a:defRPr>
            </a:lvl1pPr>
          </a:lstStyle>
          <a:p>
            <a:pPr lvl="0"/>
            <a:r>
              <a:rPr lang="en-US" dirty="0" smtClean="0"/>
              <a:t>Title</a:t>
            </a:r>
          </a:p>
        </p:txBody>
      </p:sp>
      <p:sp useBgFill="1">
        <p:nvSpPr>
          <p:cNvPr id="9" name="Left Mask"/>
          <p:cNvSpPr/>
          <p:nvPr userDrawn="1"/>
        </p:nvSpPr>
        <p:spPr bwMode="auto">
          <a:xfrm>
            <a:off x="0" y="1373195"/>
            <a:ext cx="3278840"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3" name="Subtitle 2"/>
          <p:cNvSpPr>
            <a:spLocks noGrp="1"/>
          </p:cNvSpPr>
          <p:nvPr>
            <p:ph type="subTitle" idx="1"/>
          </p:nvPr>
        </p:nvSpPr>
        <p:spPr>
          <a:xfrm>
            <a:off x="3417048" y="4698226"/>
            <a:ext cx="5405185" cy="418597"/>
          </a:xfrm>
        </p:spPr>
        <p:txBody>
          <a:bodyPr>
            <a:noAutofit/>
          </a:bodyPr>
          <a:lstStyle>
            <a:lvl1pPr marL="0" indent="0" algn="l" defTabSz="776835"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17" indent="0" algn="ctr">
              <a:buNone/>
              <a:defRPr>
                <a:solidFill>
                  <a:schemeClr val="tx1">
                    <a:tint val="75000"/>
                  </a:schemeClr>
                </a:solidFill>
              </a:defRPr>
            </a:lvl2pPr>
            <a:lvl3pPr marL="776835" indent="0" algn="ctr">
              <a:buNone/>
              <a:defRPr>
                <a:solidFill>
                  <a:schemeClr val="tx1">
                    <a:tint val="75000"/>
                  </a:schemeClr>
                </a:solidFill>
              </a:defRPr>
            </a:lvl3pPr>
            <a:lvl4pPr marL="1165252" indent="0" algn="ctr">
              <a:buNone/>
              <a:defRPr>
                <a:solidFill>
                  <a:schemeClr val="tx1">
                    <a:tint val="75000"/>
                  </a:schemeClr>
                </a:solidFill>
              </a:defRPr>
            </a:lvl4pPr>
            <a:lvl5pPr marL="1553670" indent="0" algn="ctr">
              <a:buNone/>
              <a:defRPr>
                <a:solidFill>
                  <a:schemeClr val="tx1">
                    <a:tint val="75000"/>
                  </a:schemeClr>
                </a:solidFill>
              </a:defRPr>
            </a:lvl5pPr>
            <a:lvl6pPr marL="1942087" indent="0" algn="ctr">
              <a:buNone/>
              <a:defRPr>
                <a:solidFill>
                  <a:schemeClr val="tx1">
                    <a:tint val="75000"/>
                  </a:schemeClr>
                </a:solidFill>
              </a:defRPr>
            </a:lvl6pPr>
            <a:lvl7pPr marL="2330506" indent="0" algn="ctr">
              <a:buNone/>
              <a:defRPr>
                <a:solidFill>
                  <a:schemeClr val="tx1">
                    <a:tint val="75000"/>
                  </a:schemeClr>
                </a:solidFill>
              </a:defRPr>
            </a:lvl7pPr>
            <a:lvl8pPr marL="2718923" indent="0" algn="ctr">
              <a:buNone/>
              <a:defRPr>
                <a:solidFill>
                  <a:schemeClr val="tx1">
                    <a:tint val="75000"/>
                  </a:schemeClr>
                </a:solidFill>
              </a:defRPr>
            </a:lvl8pPr>
            <a:lvl9pPr marL="3107341" indent="0" algn="ctr">
              <a:buNone/>
              <a:defRPr>
                <a:solidFill>
                  <a:schemeClr val="tx1">
                    <a:tint val="75000"/>
                  </a:schemeClr>
                </a:solidFill>
              </a:defRPr>
            </a:lvl9pPr>
          </a:lstStyle>
          <a:p>
            <a:r>
              <a:rPr lang="en-US" smtClean="0"/>
              <a:t>Click to edit Master subtitle style</a:t>
            </a:r>
            <a:endParaRPr lang="en-US" dirty="0"/>
          </a:p>
        </p:txBody>
      </p:sp>
      <p:sp>
        <p:nvSpPr>
          <p:cNvPr id="10" name="Circle Arrow"/>
          <p:cNvSpPr>
            <a:spLocks noEditPoints="1"/>
          </p:cNvSpPr>
          <p:nvPr userDrawn="1"/>
        </p:nvSpPr>
        <p:spPr bwMode="auto">
          <a:xfrm rot="5400000">
            <a:off x="8096811"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7" tIns="38843" rIns="77687" bIns="38843" numCol="1" anchor="t" anchorCtr="0" compatLnSpc="1">
            <a:prstTxWarp prst="textNoShape">
              <a:avLst/>
            </a:prstTxWarp>
          </a:bodyPr>
          <a:lstStyle/>
          <a:p>
            <a:pPr defTabSz="776835"/>
            <a:endParaRPr lang="en-US" sz="1600">
              <a:solidFill>
                <a:srgbClr val="FFFFFF"/>
              </a:solidFill>
            </a:endParaRPr>
          </a:p>
        </p:txBody>
      </p:sp>
      <p:sp>
        <p:nvSpPr>
          <p:cNvPr id="11" name="TechEd Tile"/>
          <p:cNvSpPr/>
          <p:nvPr userDrawn="1"/>
        </p:nvSpPr>
        <p:spPr bwMode="auto">
          <a:xfrm>
            <a:off x="835709" y="1373194"/>
            <a:ext cx="2310298"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pic>
        <p:nvPicPr>
          <p:cNvPr id="12" name="TechEd Logo"/>
          <p:cNvPicPr>
            <a:picLocks noChangeAspect="1" noChangeArrowheads="1"/>
          </p:cNvPicPr>
          <p:nvPr userDrawn="1"/>
        </p:nvPicPr>
        <p:blipFill rotWithShape="1">
          <a:blip r:embed="rId2" cstate="print">
            <a:extLst>
              <a:ext uri="{28A0092B-C50C-407E-A947-70E740481C1C}">
                <a14:useLocalDpi xmlns="" xmlns:a14="http://schemas.microsoft.com/office/drawing/2010/main" val="0"/>
              </a:ext>
            </a:extLst>
          </a:blip>
          <a:srcRect r="8530"/>
          <a:stretch/>
        </p:blipFill>
        <p:spPr bwMode="auto">
          <a:xfrm>
            <a:off x="1145803"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sp useBgFill="1">
        <p:nvSpPr>
          <p:cNvPr id="13" name="Top Mask"/>
          <p:cNvSpPr/>
          <p:nvPr userDrawn="1"/>
        </p:nvSpPr>
        <p:spPr bwMode="auto">
          <a:xfrm>
            <a:off x="0" y="0"/>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useBgFill="1">
        <p:nvSpPr>
          <p:cNvPr id="14" name="Right Mask"/>
          <p:cNvSpPr/>
          <p:nvPr userDrawn="1"/>
        </p:nvSpPr>
        <p:spPr bwMode="auto">
          <a:xfrm>
            <a:off x="9135582" y="1478672"/>
            <a:ext cx="830744"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 name="Title 1"/>
          <p:cNvSpPr>
            <a:spLocks noGrp="1"/>
          </p:cNvSpPr>
          <p:nvPr>
            <p:ph type="ctrTitle"/>
          </p:nvPr>
        </p:nvSpPr>
        <p:spPr>
          <a:xfrm>
            <a:off x="3417048" y="2889818"/>
            <a:ext cx="5405185" cy="1381372"/>
          </a:xfrm>
        </p:spPr>
        <p:txBody>
          <a:bodyPr anchor="ctr" anchorCtr="0">
            <a:noAutofit/>
          </a:bodyPr>
          <a:lstStyle>
            <a:lvl1pPr algn="l" defTabSz="776835" rtl="0" eaLnBrk="1" latinLnBrk="0" hangingPunct="1">
              <a:lnSpc>
                <a:spcPct val="90000"/>
              </a:lnSpc>
              <a:spcBef>
                <a:spcPct val="0"/>
              </a:spcBef>
              <a:buNone/>
              <a:defRPr lang="en-US" sz="3300" b="1" kern="1200" cap="none" spc="-86" baseline="0" dirty="0">
                <a:ln w="3175">
                  <a:noFill/>
                </a:ln>
                <a:solidFill>
                  <a:schemeClr val="accent4">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useBgFill="1">
        <p:nvSpPr>
          <p:cNvPr id="15" name="Bottom Mask"/>
          <p:cNvSpPr/>
          <p:nvPr userDrawn="1"/>
        </p:nvSpPr>
        <p:spPr bwMode="auto">
          <a:xfrm>
            <a:off x="3278843" y="5449596"/>
            <a:ext cx="6687484"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grpSp>
        <p:nvGrpSpPr>
          <p:cNvPr id="19" name="Teal Tile"/>
          <p:cNvGrpSpPr/>
          <p:nvPr userDrawn="1"/>
        </p:nvGrpSpPr>
        <p:grpSpPr>
          <a:xfrm>
            <a:off x="830626" y="2889818"/>
            <a:ext cx="2311733" cy="2563506"/>
            <a:chOff x="823093" y="-1413626"/>
            <a:chExt cx="2827252" cy="2827252"/>
          </a:xfrm>
        </p:grpSpPr>
        <p:sp>
          <p:nvSpPr>
            <p:cNvPr id="20" name="Rectangle 19"/>
            <p:cNvSpPr/>
            <p:nvPr/>
          </p:nvSpPr>
          <p:spPr bwMode="auto">
            <a:xfrm>
              <a:off x="823093" y="-1413626"/>
              <a:ext cx="2827252" cy="2827252"/>
            </a:xfrm>
            <a:prstGeom prst="rect">
              <a:avLst/>
            </a:prstGeom>
            <a:solidFill>
              <a:schemeClr val="accent4"/>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1" name="Freeform 20"/>
            <p:cNvSpPr>
              <a:spLocks noEditPoints="1"/>
            </p:cNvSpPr>
            <p:nvPr/>
          </p:nvSpPr>
          <p:spPr bwMode="auto">
            <a:xfrm>
              <a:off x="1397725" y="-232569"/>
              <a:ext cx="1677988" cy="465138"/>
            </a:xfrm>
            <a:custGeom>
              <a:avLst/>
              <a:gdLst>
                <a:gd name="T0" fmla="*/ 0 w 209"/>
                <a:gd name="T1" fmla="*/ 25 h 58"/>
                <a:gd name="T2" fmla="*/ 20 w 209"/>
                <a:gd name="T3" fmla="*/ 25 h 58"/>
                <a:gd name="T4" fmla="*/ 20 w 209"/>
                <a:gd name="T5" fmla="*/ 33 h 58"/>
                <a:gd name="T6" fmla="*/ 0 w 209"/>
                <a:gd name="T7" fmla="*/ 33 h 58"/>
                <a:gd name="T8" fmla="*/ 0 w 209"/>
                <a:gd name="T9" fmla="*/ 25 h 58"/>
                <a:gd name="T10" fmla="*/ 40 w 209"/>
                <a:gd name="T11" fmla="*/ 33 h 58"/>
                <a:gd name="T12" fmla="*/ 60 w 209"/>
                <a:gd name="T13" fmla="*/ 33 h 58"/>
                <a:gd name="T14" fmla="*/ 60 w 209"/>
                <a:gd name="T15" fmla="*/ 25 h 58"/>
                <a:gd name="T16" fmla="*/ 40 w 209"/>
                <a:gd name="T17" fmla="*/ 25 h 58"/>
                <a:gd name="T18" fmla="*/ 40 w 209"/>
                <a:gd name="T19" fmla="*/ 33 h 58"/>
                <a:gd name="T20" fmla="*/ 120 w 209"/>
                <a:gd name="T21" fmla="*/ 33 h 58"/>
                <a:gd name="T22" fmla="*/ 140 w 209"/>
                <a:gd name="T23" fmla="*/ 33 h 58"/>
                <a:gd name="T24" fmla="*/ 140 w 209"/>
                <a:gd name="T25" fmla="*/ 25 h 58"/>
                <a:gd name="T26" fmla="*/ 120 w 209"/>
                <a:gd name="T27" fmla="*/ 25 h 58"/>
                <a:gd name="T28" fmla="*/ 120 w 209"/>
                <a:gd name="T29" fmla="*/ 33 h 58"/>
                <a:gd name="T30" fmla="*/ 80 w 209"/>
                <a:gd name="T31" fmla="*/ 33 h 58"/>
                <a:gd name="T32" fmla="*/ 100 w 209"/>
                <a:gd name="T33" fmla="*/ 33 h 58"/>
                <a:gd name="T34" fmla="*/ 100 w 209"/>
                <a:gd name="T35" fmla="*/ 25 h 58"/>
                <a:gd name="T36" fmla="*/ 80 w 209"/>
                <a:gd name="T37" fmla="*/ 25 h 58"/>
                <a:gd name="T38" fmla="*/ 80 w 209"/>
                <a:gd name="T39" fmla="*/ 33 h 58"/>
                <a:gd name="T40" fmla="*/ 207 w 209"/>
                <a:gd name="T41" fmla="*/ 26 h 58"/>
                <a:gd name="T42" fmla="*/ 181 w 209"/>
                <a:gd name="T43" fmla="*/ 0 h 58"/>
                <a:gd name="T44" fmla="*/ 175 w 209"/>
                <a:gd name="T45" fmla="*/ 6 h 58"/>
                <a:gd name="T46" fmla="*/ 195 w 209"/>
                <a:gd name="T47" fmla="*/ 25 h 58"/>
                <a:gd name="T48" fmla="*/ 160 w 209"/>
                <a:gd name="T49" fmla="*/ 25 h 58"/>
                <a:gd name="T50" fmla="*/ 160 w 209"/>
                <a:gd name="T51" fmla="*/ 33 h 58"/>
                <a:gd name="T52" fmla="*/ 195 w 209"/>
                <a:gd name="T53" fmla="*/ 33 h 58"/>
                <a:gd name="T54" fmla="*/ 175 w 209"/>
                <a:gd name="T55" fmla="*/ 52 h 58"/>
                <a:gd name="T56" fmla="*/ 181 w 209"/>
                <a:gd name="T57" fmla="*/ 58 h 58"/>
                <a:gd name="T58" fmla="*/ 207 w 209"/>
                <a:gd name="T59" fmla="*/ 32 h 58"/>
                <a:gd name="T60" fmla="*/ 207 w 209"/>
                <a:gd name="T61" fmla="*/ 2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09" h="58">
                  <a:moveTo>
                    <a:pt x="0" y="25"/>
                  </a:moveTo>
                  <a:cubicBezTo>
                    <a:pt x="20" y="25"/>
                    <a:pt x="20" y="25"/>
                    <a:pt x="20" y="25"/>
                  </a:cubicBezTo>
                  <a:cubicBezTo>
                    <a:pt x="20" y="33"/>
                    <a:pt x="20" y="33"/>
                    <a:pt x="20" y="33"/>
                  </a:cubicBezTo>
                  <a:cubicBezTo>
                    <a:pt x="0" y="33"/>
                    <a:pt x="0" y="33"/>
                    <a:pt x="0" y="33"/>
                  </a:cubicBezTo>
                  <a:lnTo>
                    <a:pt x="0" y="25"/>
                  </a:lnTo>
                  <a:close/>
                  <a:moveTo>
                    <a:pt x="40" y="33"/>
                  </a:moveTo>
                  <a:cubicBezTo>
                    <a:pt x="60" y="33"/>
                    <a:pt x="60" y="33"/>
                    <a:pt x="60" y="33"/>
                  </a:cubicBezTo>
                  <a:cubicBezTo>
                    <a:pt x="60" y="25"/>
                    <a:pt x="60" y="25"/>
                    <a:pt x="60" y="25"/>
                  </a:cubicBezTo>
                  <a:cubicBezTo>
                    <a:pt x="40" y="25"/>
                    <a:pt x="40" y="25"/>
                    <a:pt x="40" y="25"/>
                  </a:cubicBezTo>
                  <a:lnTo>
                    <a:pt x="40" y="33"/>
                  </a:lnTo>
                  <a:close/>
                  <a:moveTo>
                    <a:pt x="120" y="33"/>
                  </a:moveTo>
                  <a:cubicBezTo>
                    <a:pt x="140" y="33"/>
                    <a:pt x="140" y="33"/>
                    <a:pt x="140" y="33"/>
                  </a:cubicBezTo>
                  <a:cubicBezTo>
                    <a:pt x="140" y="25"/>
                    <a:pt x="140" y="25"/>
                    <a:pt x="140" y="25"/>
                  </a:cubicBezTo>
                  <a:cubicBezTo>
                    <a:pt x="120" y="25"/>
                    <a:pt x="120" y="25"/>
                    <a:pt x="120" y="25"/>
                  </a:cubicBezTo>
                  <a:lnTo>
                    <a:pt x="120" y="33"/>
                  </a:lnTo>
                  <a:close/>
                  <a:moveTo>
                    <a:pt x="80" y="33"/>
                  </a:moveTo>
                  <a:cubicBezTo>
                    <a:pt x="100" y="33"/>
                    <a:pt x="100" y="33"/>
                    <a:pt x="100" y="33"/>
                  </a:cubicBezTo>
                  <a:cubicBezTo>
                    <a:pt x="100" y="25"/>
                    <a:pt x="100" y="25"/>
                    <a:pt x="100" y="25"/>
                  </a:cubicBezTo>
                  <a:cubicBezTo>
                    <a:pt x="80" y="25"/>
                    <a:pt x="80" y="25"/>
                    <a:pt x="80" y="25"/>
                  </a:cubicBezTo>
                  <a:lnTo>
                    <a:pt x="80" y="33"/>
                  </a:lnTo>
                  <a:close/>
                  <a:moveTo>
                    <a:pt x="207" y="26"/>
                  </a:moveTo>
                  <a:cubicBezTo>
                    <a:pt x="181" y="0"/>
                    <a:pt x="181" y="0"/>
                    <a:pt x="181" y="0"/>
                  </a:cubicBezTo>
                  <a:cubicBezTo>
                    <a:pt x="175" y="6"/>
                    <a:pt x="175" y="6"/>
                    <a:pt x="175" y="6"/>
                  </a:cubicBezTo>
                  <a:cubicBezTo>
                    <a:pt x="195" y="25"/>
                    <a:pt x="195" y="25"/>
                    <a:pt x="195" y="25"/>
                  </a:cubicBezTo>
                  <a:cubicBezTo>
                    <a:pt x="160" y="25"/>
                    <a:pt x="160" y="25"/>
                    <a:pt x="160" y="25"/>
                  </a:cubicBezTo>
                  <a:cubicBezTo>
                    <a:pt x="160" y="33"/>
                    <a:pt x="160" y="33"/>
                    <a:pt x="160" y="33"/>
                  </a:cubicBezTo>
                  <a:cubicBezTo>
                    <a:pt x="195" y="33"/>
                    <a:pt x="195" y="33"/>
                    <a:pt x="195" y="33"/>
                  </a:cubicBezTo>
                  <a:cubicBezTo>
                    <a:pt x="175" y="52"/>
                    <a:pt x="175" y="52"/>
                    <a:pt x="175" y="52"/>
                  </a:cubicBezTo>
                  <a:cubicBezTo>
                    <a:pt x="181" y="58"/>
                    <a:pt x="181" y="58"/>
                    <a:pt x="181" y="58"/>
                  </a:cubicBezTo>
                  <a:cubicBezTo>
                    <a:pt x="207" y="32"/>
                    <a:pt x="207" y="32"/>
                    <a:pt x="207" y="32"/>
                  </a:cubicBezTo>
                  <a:cubicBezTo>
                    <a:pt x="209" y="30"/>
                    <a:pt x="209" y="28"/>
                    <a:pt x="207" y="26"/>
                  </a:cubicBezTo>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35"/>
              <a:endParaRPr lang="en-US" sz="1600">
                <a:solidFill>
                  <a:srgbClr val="FFFFFF"/>
                </a:solidFill>
              </a:endParaRPr>
            </a:p>
          </p:txBody>
        </p:sp>
      </p:grpSp>
    </p:spTree>
    <p:extLst>
      <p:ext uri="{BB962C8B-B14F-4D97-AF65-F5344CB8AC3E}">
        <p14:creationId xmlns="" xmlns:p14="http://schemas.microsoft.com/office/powerpoint/2010/main" val="96881419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24459" y="207274"/>
            <a:ext cx="9116111" cy="511287"/>
          </a:xfrm>
        </p:spPr>
        <p:txBody>
          <a:bodyPr/>
          <a:lstStyle>
            <a:lvl1pPr>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424459" y="1312739"/>
            <a:ext cx="9116111" cy="174201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23987265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idx="1"/>
          </p:nvPr>
        </p:nvSpPr>
        <p:spPr>
          <a:xfrm>
            <a:off x="424459" y="1312739"/>
            <a:ext cx="9116111" cy="1742015"/>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55583980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sz="half" idx="1"/>
          </p:nvPr>
        </p:nvSpPr>
        <p:spPr>
          <a:xfrm>
            <a:off x="424459" y="1312739"/>
            <a:ext cx="4486014" cy="1517338"/>
          </a:xfrm>
        </p:spPr>
        <p:txBody>
          <a:bodyPr/>
          <a:lstStyle>
            <a:lvl1pPr marL="288841" indent="-288841">
              <a:lnSpc>
                <a:spcPct val="90000"/>
              </a:lnSpc>
              <a:defRPr sz="2400"/>
            </a:lvl1pPr>
            <a:lvl2pPr marL="572062" indent="-276477">
              <a:lnSpc>
                <a:spcPct val="90000"/>
              </a:lnSpc>
              <a:defRPr sz="2000"/>
            </a:lvl2pPr>
            <a:lvl3pPr marL="810327" indent="-245008">
              <a:lnSpc>
                <a:spcPct val="90000"/>
              </a:lnSpc>
              <a:defRPr sz="1800"/>
            </a:lvl3pPr>
            <a:lvl4pPr marL="1042974" indent="-232646">
              <a:lnSpc>
                <a:spcPct val="90000"/>
              </a:lnSpc>
              <a:defRPr sz="1600"/>
            </a:lvl4pPr>
            <a:lvl5pPr marL="1287981" indent="-238264">
              <a:lnSpc>
                <a:spcPct val="90000"/>
              </a:lnSpc>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54556" y="1312739"/>
            <a:ext cx="4486014" cy="1517338"/>
          </a:xfrm>
        </p:spPr>
        <p:txBody>
          <a:bodyPr/>
          <a:lstStyle>
            <a:lvl1pPr marL="295584" indent="-295584">
              <a:lnSpc>
                <a:spcPct val="90000"/>
              </a:lnSpc>
              <a:defRPr sz="2400"/>
            </a:lvl1pPr>
            <a:lvl2pPr marL="572062" indent="-288841">
              <a:lnSpc>
                <a:spcPct val="90000"/>
              </a:lnSpc>
              <a:defRPr sz="2000"/>
            </a:lvl2pPr>
            <a:lvl3pPr marL="817070" indent="-257371">
              <a:lnSpc>
                <a:spcPct val="90000"/>
              </a:lnSpc>
              <a:defRPr sz="1800"/>
            </a:lvl3pPr>
            <a:lvl4pPr marL="1042974" indent="-225902">
              <a:lnSpc>
                <a:spcPct val="90000"/>
              </a:lnSpc>
              <a:defRPr sz="1600"/>
            </a:lvl4pPr>
            <a:lvl5pPr marL="1287981" indent="-232646">
              <a:lnSpc>
                <a:spcPct val="90000"/>
              </a:lnSpc>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44749122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424459" y="1302974"/>
            <a:ext cx="4486014" cy="290849"/>
          </a:xfrm>
        </p:spPr>
        <p:txBody>
          <a:bodyPr anchor="b"/>
          <a:lstStyle>
            <a:lvl1pPr marL="0" indent="0">
              <a:lnSpc>
                <a:spcPct val="90000"/>
              </a:lnSpc>
              <a:spcBef>
                <a:spcPts val="0"/>
              </a:spcBef>
              <a:buNone/>
              <a:defRPr sz="2100" b="1"/>
            </a:lvl1pPr>
            <a:lvl2pPr marL="388417" indent="0">
              <a:buNone/>
              <a:defRPr sz="1800" b="1"/>
            </a:lvl2pPr>
            <a:lvl3pPr marL="776835" indent="0">
              <a:buNone/>
              <a:defRPr sz="1600" b="1"/>
            </a:lvl3pPr>
            <a:lvl4pPr marL="1165252" indent="0">
              <a:buNone/>
              <a:defRPr sz="1400" b="1"/>
            </a:lvl4pPr>
            <a:lvl5pPr marL="1553670" indent="0">
              <a:buNone/>
              <a:defRPr sz="1400" b="1"/>
            </a:lvl5pPr>
            <a:lvl6pPr marL="1942087" indent="0">
              <a:buNone/>
              <a:defRPr sz="1400" b="1"/>
            </a:lvl6pPr>
            <a:lvl7pPr marL="2330506" indent="0">
              <a:buNone/>
              <a:defRPr sz="1400" b="1"/>
            </a:lvl7pPr>
            <a:lvl8pPr marL="2718923" indent="0">
              <a:buNone/>
              <a:defRPr sz="1400" b="1"/>
            </a:lvl8pPr>
            <a:lvl9pPr marL="3107341" indent="0">
              <a:buNone/>
              <a:defRPr sz="1400" b="1"/>
            </a:lvl9pPr>
          </a:lstStyle>
          <a:p>
            <a:pPr lvl="0"/>
            <a:r>
              <a:rPr lang="en-US" smtClean="0"/>
              <a:t>Click to edit Master text styles</a:t>
            </a:r>
          </a:p>
        </p:txBody>
      </p:sp>
      <p:sp>
        <p:nvSpPr>
          <p:cNvPr id="4" name="Content Placeholder 3"/>
          <p:cNvSpPr>
            <a:spLocks noGrp="1"/>
          </p:cNvSpPr>
          <p:nvPr>
            <p:ph sz="half" idx="2"/>
          </p:nvPr>
        </p:nvSpPr>
        <p:spPr>
          <a:xfrm>
            <a:off x="415264" y="1934563"/>
            <a:ext cx="4484846" cy="1360372"/>
          </a:xfrm>
        </p:spPr>
        <p:txBody>
          <a:bodyPr/>
          <a:lstStyle>
            <a:lvl1pPr marL="239389" indent="-239389">
              <a:defRPr sz="2000"/>
            </a:lvl1pPr>
            <a:lvl2pPr marL="477656" indent="-225902">
              <a:defRPr sz="1800"/>
            </a:lvl2pPr>
            <a:lvl3pPr marL="691195" indent="-206796">
              <a:defRPr sz="1600"/>
            </a:lvl3pPr>
            <a:lvl4pPr marL="892371" indent="-194434">
              <a:defRPr sz="1500"/>
            </a:lvl4pPr>
            <a:lvl5pPr marL="1086805" indent="-175327">
              <a:defRPr sz="15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54556" y="1302974"/>
            <a:ext cx="4486014" cy="290849"/>
          </a:xfrm>
        </p:spPr>
        <p:txBody>
          <a:bodyPr anchor="b"/>
          <a:lstStyle>
            <a:lvl1pPr marL="0" indent="0">
              <a:lnSpc>
                <a:spcPct val="90000"/>
              </a:lnSpc>
              <a:spcBef>
                <a:spcPts val="0"/>
              </a:spcBef>
              <a:buNone/>
              <a:defRPr sz="2100" b="1"/>
            </a:lvl1pPr>
            <a:lvl2pPr marL="388417" indent="0">
              <a:buNone/>
              <a:defRPr sz="1800" b="1"/>
            </a:lvl2pPr>
            <a:lvl3pPr marL="776835" indent="0">
              <a:buNone/>
              <a:defRPr sz="1600" b="1"/>
            </a:lvl3pPr>
            <a:lvl4pPr marL="1165252" indent="0">
              <a:buNone/>
              <a:defRPr sz="1400" b="1"/>
            </a:lvl4pPr>
            <a:lvl5pPr marL="1553670" indent="0">
              <a:buNone/>
              <a:defRPr sz="1400" b="1"/>
            </a:lvl5pPr>
            <a:lvl6pPr marL="1942087" indent="0">
              <a:buNone/>
              <a:defRPr sz="1400" b="1"/>
            </a:lvl6pPr>
            <a:lvl7pPr marL="2330506" indent="0">
              <a:buNone/>
              <a:defRPr sz="1400" b="1"/>
            </a:lvl7pPr>
            <a:lvl8pPr marL="2718923" indent="0">
              <a:buNone/>
              <a:defRPr sz="1400" b="1"/>
            </a:lvl8pPr>
            <a:lvl9pPr marL="3107341" indent="0">
              <a:buNone/>
              <a:defRPr sz="1400" b="1"/>
            </a:lvl9pPr>
          </a:lstStyle>
          <a:p>
            <a:pPr lvl="0"/>
            <a:r>
              <a:rPr lang="en-US" smtClean="0"/>
              <a:t>Click to edit Master text styles</a:t>
            </a:r>
          </a:p>
        </p:txBody>
      </p:sp>
      <p:sp>
        <p:nvSpPr>
          <p:cNvPr id="6" name="Content Placeholder 5"/>
          <p:cNvSpPr>
            <a:spLocks noGrp="1"/>
          </p:cNvSpPr>
          <p:nvPr>
            <p:ph sz="quarter" idx="4"/>
          </p:nvPr>
        </p:nvSpPr>
        <p:spPr>
          <a:xfrm>
            <a:off x="5054556" y="1934564"/>
            <a:ext cx="4486014" cy="1360372"/>
          </a:xfrm>
        </p:spPr>
        <p:txBody>
          <a:bodyPr/>
          <a:lstStyle>
            <a:lvl1pPr marL="251751" indent="-251751">
              <a:defRPr sz="2000"/>
            </a:lvl1pPr>
            <a:lvl2pPr marL="484398" indent="-232646">
              <a:defRPr sz="1800"/>
            </a:lvl2pPr>
            <a:lvl3pPr marL="697938" indent="-207921">
              <a:defRPr sz="1600"/>
            </a:lvl3pPr>
            <a:lvl4pPr marL="892371" indent="-201177">
              <a:defRPr sz="1500"/>
            </a:lvl4pPr>
            <a:lvl5pPr marL="1086805" indent="-187690">
              <a:defRPr sz="15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74015031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Tree>
    <p:extLst>
      <p:ext uri="{BB962C8B-B14F-4D97-AF65-F5344CB8AC3E}">
        <p14:creationId xmlns="" xmlns:p14="http://schemas.microsoft.com/office/powerpoint/2010/main" val="96863849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65006261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3.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07948444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4.xml><?xml version="1.0" encoding="utf-8"?>
<p:sldLayout xmlns:a="http://schemas.openxmlformats.org/drawingml/2006/main" xmlns:r="http://schemas.openxmlformats.org/officeDocument/2006/relationships" xmlns:p="http://schemas.openxmlformats.org/presentationml/2006/main" type="blank" preserve="1">
  <p:cSld name="MS_logo">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37984980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Black Layout - 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flip="none" rotWithShape="1">
                  <a:gsLst>
                    <a:gs pos="417">
                      <a:srgbClr val="FFFFFF"/>
                    </a:gs>
                    <a:gs pos="100000">
                      <a:srgbClr val="FFFFFF"/>
                    </a:gs>
                  </a:gsLst>
                  <a:lin ang="5400000" scaled="0"/>
                  <a:tileRect/>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424459" y="1312739"/>
            <a:ext cx="9116111" cy="1742015"/>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3861195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417">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424459" y="1312739"/>
            <a:ext cx="9116111" cy="1742015"/>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1" y="5656871"/>
            <a:ext cx="9966326" cy="561369"/>
          </a:xfrm>
          <a:solidFill>
            <a:srgbClr val="FFFF99"/>
          </a:solidFill>
        </p:spPr>
        <p:txBody>
          <a:bodyPr wrap="square" lIns="129472" tIns="64737" rIns="129472" bIns="64737" anchor="b" anchorCtr="0">
            <a:noAutofit/>
          </a:bodyPr>
          <a:lstStyle>
            <a:lvl1pPr algn="r">
              <a:buFont typeface="Arial" pitchFamily="34" charset="0"/>
              <a:buNone/>
              <a:defRPr spc="-42" baseline="0">
                <a:gradFill>
                  <a:gsLst>
                    <a:gs pos="0">
                      <a:srgbClr val="000000"/>
                    </a:gs>
                    <a:gs pos="100000">
                      <a:srgbClr val="000000"/>
                    </a:gs>
                  </a:gsLst>
                  <a:lin ang="5400000" scaled="0"/>
                </a:gradFill>
                <a:effectLst/>
                <a:latin typeface="Segoe UI" pitchFamily="34" charset="0"/>
              </a:defRPr>
            </a:lvl1pPr>
          </a:lstStyle>
          <a:p>
            <a:pPr lvl="0"/>
            <a:r>
              <a:rPr lang="en-US" smtClean="0"/>
              <a:t>Click to edit Master text styles</a:t>
            </a:r>
          </a:p>
        </p:txBody>
      </p:sp>
    </p:spTree>
    <p:extLst>
      <p:ext uri="{BB962C8B-B14F-4D97-AF65-F5344CB8AC3E}">
        <p14:creationId xmlns="" xmlns:p14="http://schemas.microsoft.com/office/powerpoint/2010/main" val="251146678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5" name="Title Tile"/>
          <p:cNvSpPr/>
          <p:nvPr userDrawn="1"/>
        </p:nvSpPr>
        <p:spPr bwMode="auto">
          <a:xfrm>
            <a:off x="3278842" y="2889819"/>
            <a:ext cx="5856741"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6" name="Arrow Bar"/>
          <p:cNvSpPr/>
          <p:nvPr userDrawn="1"/>
        </p:nvSpPr>
        <p:spPr bwMode="auto">
          <a:xfrm>
            <a:off x="3278841" y="1373194"/>
            <a:ext cx="5856741" cy="1359722"/>
          </a:xfrm>
          <a:prstGeom prst="rect">
            <a:avLst/>
          </a:prstGeom>
          <a:solidFill>
            <a:schemeClr val="accent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useBgFill="1">
        <p:nvSpPr>
          <p:cNvPr id="27" name="Left Mask"/>
          <p:cNvSpPr/>
          <p:nvPr userDrawn="1"/>
        </p:nvSpPr>
        <p:spPr bwMode="auto">
          <a:xfrm>
            <a:off x="0" y="1373195"/>
            <a:ext cx="3278840"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8" name="Circle Arrow"/>
          <p:cNvSpPr>
            <a:spLocks noEditPoints="1"/>
          </p:cNvSpPr>
          <p:nvPr userDrawn="1"/>
        </p:nvSpPr>
        <p:spPr bwMode="auto">
          <a:xfrm rot="5400000">
            <a:off x="8096811"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7" tIns="38843" rIns="77687" bIns="38843" numCol="1" anchor="t" anchorCtr="0" compatLnSpc="1">
            <a:prstTxWarp prst="textNoShape">
              <a:avLst/>
            </a:prstTxWarp>
          </a:bodyPr>
          <a:lstStyle/>
          <a:p>
            <a:pPr defTabSz="776835"/>
            <a:endParaRPr lang="en-US" sz="1600">
              <a:solidFill>
                <a:srgbClr val="FFFFFF"/>
              </a:solidFill>
            </a:endParaRPr>
          </a:p>
        </p:txBody>
      </p:sp>
      <p:sp>
        <p:nvSpPr>
          <p:cNvPr id="29" name="TechEd Tile"/>
          <p:cNvSpPr/>
          <p:nvPr userDrawn="1"/>
        </p:nvSpPr>
        <p:spPr bwMode="auto">
          <a:xfrm>
            <a:off x="835709" y="1373194"/>
            <a:ext cx="2310298"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pic>
        <p:nvPicPr>
          <p:cNvPr id="30" name="TechEd Logo"/>
          <p:cNvPicPr>
            <a:picLocks noChangeAspect="1" noChangeArrowheads="1"/>
          </p:cNvPicPr>
          <p:nvPr userDrawn="1"/>
        </p:nvPicPr>
        <p:blipFill rotWithShape="1">
          <a:blip r:embed="rId2" cstate="print">
            <a:extLst>
              <a:ext uri="{28A0092B-C50C-407E-A947-70E740481C1C}">
                <a14:useLocalDpi xmlns="" xmlns:a14="http://schemas.microsoft.com/office/drawing/2010/main" val="0"/>
              </a:ext>
            </a:extLst>
          </a:blip>
          <a:srcRect r="8530"/>
          <a:stretch/>
        </p:blipFill>
        <p:spPr bwMode="auto">
          <a:xfrm>
            <a:off x="1145803"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grpSp>
        <p:nvGrpSpPr>
          <p:cNvPr id="31" name="Fuschia Tile"/>
          <p:cNvGrpSpPr/>
          <p:nvPr userDrawn="1"/>
        </p:nvGrpSpPr>
        <p:grpSpPr>
          <a:xfrm>
            <a:off x="831160" y="2888122"/>
            <a:ext cx="1084119" cy="1202193"/>
            <a:chOff x="1071620" y="3044261"/>
            <a:chExt cx="1325880" cy="1325880"/>
          </a:xfrm>
        </p:grpSpPr>
        <p:sp>
          <p:nvSpPr>
            <p:cNvPr id="32" name="Rectangle 31"/>
            <p:cNvSpPr/>
            <p:nvPr/>
          </p:nvSpPr>
          <p:spPr bwMode="auto">
            <a:xfrm>
              <a:off x="1071620" y="3044261"/>
              <a:ext cx="1325880" cy="1325880"/>
            </a:xfrm>
            <a:prstGeom prst="rect">
              <a:avLst/>
            </a:prstGeom>
            <a:solidFill>
              <a:schemeClr val="accent2"/>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33" name="Freeform 13"/>
            <p:cNvSpPr>
              <a:spLocks noEditPoints="1"/>
            </p:cNvSpPr>
            <p:nvPr/>
          </p:nvSpPr>
          <p:spPr bwMode="auto">
            <a:xfrm>
              <a:off x="1316254" y="3284926"/>
              <a:ext cx="836612" cy="841375"/>
            </a:xfrm>
            <a:custGeom>
              <a:avLst/>
              <a:gdLst>
                <a:gd name="T0" fmla="*/ 183 w 223"/>
                <a:gd name="T1" fmla="*/ 108 h 224"/>
                <a:gd name="T2" fmla="*/ 154 w 223"/>
                <a:gd name="T3" fmla="*/ 120 h 224"/>
                <a:gd name="T4" fmla="*/ 135 w 223"/>
                <a:gd name="T5" fmla="*/ 101 h 224"/>
                <a:gd name="T6" fmla="*/ 154 w 223"/>
                <a:gd name="T7" fmla="*/ 59 h 224"/>
                <a:gd name="T8" fmla="*/ 96 w 223"/>
                <a:gd name="T9" fmla="*/ 0 h 224"/>
                <a:gd name="T10" fmla="*/ 37 w 223"/>
                <a:gd name="T11" fmla="*/ 59 h 224"/>
                <a:gd name="T12" fmla="*/ 64 w 223"/>
                <a:gd name="T13" fmla="*/ 107 h 224"/>
                <a:gd name="T14" fmla="*/ 52 w 223"/>
                <a:gd name="T15" fmla="*/ 145 h 224"/>
                <a:gd name="T16" fmla="*/ 41 w 223"/>
                <a:gd name="T17" fmla="*/ 143 h 224"/>
                <a:gd name="T18" fmla="*/ 0 w 223"/>
                <a:gd name="T19" fmla="*/ 183 h 224"/>
                <a:gd name="T20" fmla="*/ 41 w 223"/>
                <a:gd name="T21" fmla="*/ 224 h 224"/>
                <a:gd name="T22" fmla="*/ 81 w 223"/>
                <a:gd name="T23" fmla="*/ 183 h 224"/>
                <a:gd name="T24" fmla="*/ 60 w 223"/>
                <a:gd name="T25" fmla="*/ 148 h 224"/>
                <a:gd name="T26" fmla="*/ 71 w 223"/>
                <a:gd name="T27" fmla="*/ 111 h 224"/>
                <a:gd name="T28" fmla="*/ 96 w 223"/>
                <a:gd name="T29" fmla="*/ 117 h 224"/>
                <a:gd name="T30" fmla="*/ 129 w 223"/>
                <a:gd name="T31" fmla="*/ 106 h 224"/>
                <a:gd name="T32" fmla="*/ 149 w 223"/>
                <a:gd name="T33" fmla="*/ 126 h 224"/>
                <a:gd name="T34" fmla="*/ 143 w 223"/>
                <a:gd name="T35" fmla="*/ 148 h 224"/>
                <a:gd name="T36" fmla="*/ 183 w 223"/>
                <a:gd name="T37" fmla="*/ 189 h 224"/>
                <a:gd name="T38" fmla="*/ 223 w 223"/>
                <a:gd name="T39" fmla="*/ 148 h 224"/>
                <a:gd name="T40" fmla="*/ 183 w 223"/>
                <a:gd name="T41" fmla="*/ 108 h 224"/>
                <a:gd name="T42" fmla="*/ 73 w 223"/>
                <a:gd name="T43" fmla="*/ 183 h 224"/>
                <a:gd name="T44" fmla="*/ 41 w 223"/>
                <a:gd name="T45" fmla="*/ 216 h 224"/>
                <a:gd name="T46" fmla="*/ 8 w 223"/>
                <a:gd name="T47" fmla="*/ 183 h 224"/>
                <a:gd name="T48" fmla="*/ 41 w 223"/>
                <a:gd name="T49" fmla="*/ 151 h 224"/>
                <a:gd name="T50" fmla="*/ 73 w 223"/>
                <a:gd name="T51" fmla="*/ 183 h 224"/>
                <a:gd name="T52" fmla="*/ 45 w 223"/>
                <a:gd name="T53" fmla="*/ 59 h 224"/>
                <a:gd name="T54" fmla="*/ 96 w 223"/>
                <a:gd name="T55" fmla="*/ 8 h 224"/>
                <a:gd name="T56" fmla="*/ 146 w 223"/>
                <a:gd name="T57" fmla="*/ 59 h 224"/>
                <a:gd name="T58" fmla="*/ 96 w 223"/>
                <a:gd name="T59" fmla="*/ 109 h 224"/>
                <a:gd name="T60" fmla="*/ 45 w 223"/>
                <a:gd name="T61" fmla="*/ 59 h 224"/>
                <a:gd name="T62" fmla="*/ 183 w 223"/>
                <a:gd name="T63" fmla="*/ 181 h 224"/>
                <a:gd name="T64" fmla="*/ 151 w 223"/>
                <a:gd name="T65" fmla="*/ 148 h 224"/>
                <a:gd name="T66" fmla="*/ 183 w 223"/>
                <a:gd name="T67" fmla="*/ 116 h 224"/>
                <a:gd name="T68" fmla="*/ 215 w 223"/>
                <a:gd name="T69" fmla="*/ 148 h 224"/>
                <a:gd name="T70" fmla="*/ 183 w 223"/>
                <a:gd name="T71" fmla="*/ 181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3" h="224">
                  <a:moveTo>
                    <a:pt x="183" y="108"/>
                  </a:moveTo>
                  <a:cubicBezTo>
                    <a:pt x="172" y="108"/>
                    <a:pt x="162" y="113"/>
                    <a:pt x="154" y="120"/>
                  </a:cubicBezTo>
                  <a:cubicBezTo>
                    <a:pt x="135" y="101"/>
                    <a:pt x="135" y="101"/>
                    <a:pt x="135" y="101"/>
                  </a:cubicBezTo>
                  <a:cubicBezTo>
                    <a:pt x="147" y="90"/>
                    <a:pt x="154" y="75"/>
                    <a:pt x="154" y="59"/>
                  </a:cubicBezTo>
                  <a:cubicBezTo>
                    <a:pt x="154" y="26"/>
                    <a:pt x="128" y="0"/>
                    <a:pt x="96" y="0"/>
                  </a:cubicBezTo>
                  <a:cubicBezTo>
                    <a:pt x="64" y="0"/>
                    <a:pt x="37" y="26"/>
                    <a:pt x="37" y="59"/>
                  </a:cubicBezTo>
                  <a:cubicBezTo>
                    <a:pt x="37" y="79"/>
                    <a:pt x="48" y="97"/>
                    <a:pt x="64" y="107"/>
                  </a:cubicBezTo>
                  <a:cubicBezTo>
                    <a:pt x="52" y="145"/>
                    <a:pt x="52" y="145"/>
                    <a:pt x="52" y="145"/>
                  </a:cubicBezTo>
                  <a:cubicBezTo>
                    <a:pt x="49" y="144"/>
                    <a:pt x="45" y="143"/>
                    <a:pt x="41" y="143"/>
                  </a:cubicBezTo>
                  <a:cubicBezTo>
                    <a:pt x="18" y="143"/>
                    <a:pt x="0" y="161"/>
                    <a:pt x="0" y="183"/>
                  </a:cubicBezTo>
                  <a:cubicBezTo>
                    <a:pt x="0" y="206"/>
                    <a:pt x="18" y="224"/>
                    <a:pt x="41" y="224"/>
                  </a:cubicBezTo>
                  <a:cubicBezTo>
                    <a:pt x="63" y="224"/>
                    <a:pt x="81" y="206"/>
                    <a:pt x="81" y="183"/>
                  </a:cubicBezTo>
                  <a:cubicBezTo>
                    <a:pt x="81" y="168"/>
                    <a:pt x="72" y="155"/>
                    <a:pt x="60" y="148"/>
                  </a:cubicBezTo>
                  <a:cubicBezTo>
                    <a:pt x="71" y="111"/>
                    <a:pt x="71" y="111"/>
                    <a:pt x="71" y="111"/>
                  </a:cubicBezTo>
                  <a:cubicBezTo>
                    <a:pt x="78" y="115"/>
                    <a:pt x="87" y="117"/>
                    <a:pt x="96" y="117"/>
                  </a:cubicBezTo>
                  <a:cubicBezTo>
                    <a:pt x="108" y="117"/>
                    <a:pt x="120" y="113"/>
                    <a:pt x="129" y="106"/>
                  </a:cubicBezTo>
                  <a:cubicBezTo>
                    <a:pt x="149" y="126"/>
                    <a:pt x="149" y="126"/>
                    <a:pt x="149" y="126"/>
                  </a:cubicBezTo>
                  <a:cubicBezTo>
                    <a:pt x="145" y="133"/>
                    <a:pt x="143" y="140"/>
                    <a:pt x="143" y="148"/>
                  </a:cubicBezTo>
                  <a:cubicBezTo>
                    <a:pt x="143" y="171"/>
                    <a:pt x="161" y="189"/>
                    <a:pt x="183" y="189"/>
                  </a:cubicBezTo>
                  <a:cubicBezTo>
                    <a:pt x="205" y="189"/>
                    <a:pt x="223" y="171"/>
                    <a:pt x="223" y="148"/>
                  </a:cubicBezTo>
                  <a:cubicBezTo>
                    <a:pt x="223" y="126"/>
                    <a:pt x="205" y="108"/>
                    <a:pt x="183" y="108"/>
                  </a:cubicBezTo>
                  <a:close/>
                  <a:moveTo>
                    <a:pt x="73" y="183"/>
                  </a:moveTo>
                  <a:cubicBezTo>
                    <a:pt x="73" y="201"/>
                    <a:pt x="58" y="216"/>
                    <a:pt x="41" y="216"/>
                  </a:cubicBezTo>
                  <a:cubicBezTo>
                    <a:pt x="23" y="216"/>
                    <a:pt x="8" y="201"/>
                    <a:pt x="8" y="183"/>
                  </a:cubicBezTo>
                  <a:cubicBezTo>
                    <a:pt x="8" y="166"/>
                    <a:pt x="23" y="151"/>
                    <a:pt x="41" y="151"/>
                  </a:cubicBezTo>
                  <a:cubicBezTo>
                    <a:pt x="58" y="151"/>
                    <a:pt x="73" y="166"/>
                    <a:pt x="73" y="183"/>
                  </a:cubicBezTo>
                  <a:close/>
                  <a:moveTo>
                    <a:pt x="45" y="59"/>
                  </a:moveTo>
                  <a:cubicBezTo>
                    <a:pt x="45" y="31"/>
                    <a:pt x="68" y="8"/>
                    <a:pt x="96" y="8"/>
                  </a:cubicBezTo>
                  <a:cubicBezTo>
                    <a:pt x="123" y="8"/>
                    <a:pt x="146" y="31"/>
                    <a:pt x="146" y="59"/>
                  </a:cubicBezTo>
                  <a:cubicBezTo>
                    <a:pt x="146" y="86"/>
                    <a:pt x="123" y="109"/>
                    <a:pt x="96" y="109"/>
                  </a:cubicBezTo>
                  <a:cubicBezTo>
                    <a:pt x="68" y="109"/>
                    <a:pt x="45" y="86"/>
                    <a:pt x="45" y="59"/>
                  </a:cubicBezTo>
                  <a:close/>
                  <a:moveTo>
                    <a:pt x="183" y="181"/>
                  </a:moveTo>
                  <a:cubicBezTo>
                    <a:pt x="165" y="181"/>
                    <a:pt x="151" y="166"/>
                    <a:pt x="151" y="148"/>
                  </a:cubicBezTo>
                  <a:cubicBezTo>
                    <a:pt x="151" y="130"/>
                    <a:pt x="165" y="116"/>
                    <a:pt x="183" y="116"/>
                  </a:cubicBezTo>
                  <a:cubicBezTo>
                    <a:pt x="201" y="116"/>
                    <a:pt x="215" y="130"/>
                    <a:pt x="215" y="148"/>
                  </a:cubicBezTo>
                  <a:cubicBezTo>
                    <a:pt x="215" y="166"/>
                    <a:pt x="201" y="181"/>
                    <a:pt x="183" y="181"/>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35"/>
              <a:endParaRPr lang="en-US" sz="1600">
                <a:solidFill>
                  <a:srgbClr val="FFFFFF"/>
                </a:solidFill>
              </a:endParaRPr>
            </a:p>
          </p:txBody>
        </p:sp>
      </p:grpSp>
      <p:grpSp>
        <p:nvGrpSpPr>
          <p:cNvPr id="34" name="Orange Tile"/>
          <p:cNvGrpSpPr/>
          <p:nvPr userDrawn="1"/>
        </p:nvGrpSpPr>
        <p:grpSpPr>
          <a:xfrm>
            <a:off x="2055657" y="2888122"/>
            <a:ext cx="1084119" cy="1202193"/>
            <a:chOff x="2487267" y="3044261"/>
            <a:chExt cx="1325880" cy="1325880"/>
          </a:xfrm>
        </p:grpSpPr>
        <p:sp>
          <p:nvSpPr>
            <p:cNvPr id="35" name="Rectangle 34"/>
            <p:cNvSpPr/>
            <p:nvPr/>
          </p:nvSpPr>
          <p:spPr bwMode="auto">
            <a:xfrm>
              <a:off x="2487267" y="3044261"/>
              <a:ext cx="1325880" cy="1325880"/>
            </a:xfrm>
            <a:prstGeom prst="rect">
              <a:avLst/>
            </a:prstGeom>
            <a:solidFill>
              <a:schemeClr val="accent3"/>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36" name="Freeform 30"/>
            <p:cNvSpPr>
              <a:spLocks noEditPoints="1"/>
            </p:cNvSpPr>
            <p:nvPr/>
          </p:nvSpPr>
          <p:spPr bwMode="auto">
            <a:xfrm>
              <a:off x="2774763" y="3284926"/>
              <a:ext cx="750888" cy="844550"/>
            </a:xfrm>
            <a:custGeom>
              <a:avLst/>
              <a:gdLst>
                <a:gd name="T0" fmla="*/ 15 w 200"/>
                <a:gd name="T1" fmla="*/ 0 h 225"/>
                <a:gd name="T2" fmla="*/ 11 w 200"/>
                <a:gd name="T3" fmla="*/ 17 h 225"/>
                <a:gd name="T4" fmla="*/ 11 w 200"/>
                <a:gd name="T5" fmla="*/ 35 h 225"/>
                <a:gd name="T6" fmla="*/ 0 w 200"/>
                <a:gd name="T7" fmla="*/ 55 h 225"/>
                <a:gd name="T8" fmla="*/ 11 w 200"/>
                <a:gd name="T9" fmla="*/ 75 h 225"/>
                <a:gd name="T10" fmla="*/ 11 w 200"/>
                <a:gd name="T11" fmla="*/ 94 h 225"/>
                <a:gd name="T12" fmla="*/ 0 w 200"/>
                <a:gd name="T13" fmla="*/ 114 h 225"/>
                <a:gd name="T14" fmla="*/ 11 w 200"/>
                <a:gd name="T15" fmla="*/ 134 h 225"/>
                <a:gd name="T16" fmla="*/ 11 w 200"/>
                <a:gd name="T17" fmla="*/ 153 h 225"/>
                <a:gd name="T18" fmla="*/ 0 w 200"/>
                <a:gd name="T19" fmla="*/ 173 h 225"/>
                <a:gd name="T20" fmla="*/ 11 w 200"/>
                <a:gd name="T21" fmla="*/ 193 h 225"/>
                <a:gd name="T22" fmla="*/ 11 w 200"/>
                <a:gd name="T23" fmla="*/ 211 h 225"/>
                <a:gd name="T24" fmla="*/ 15 w 200"/>
                <a:gd name="T25" fmla="*/ 225 h 225"/>
                <a:gd name="T26" fmla="*/ 200 w 200"/>
                <a:gd name="T27" fmla="*/ 185 h 225"/>
                <a:gd name="T28" fmla="*/ 160 w 200"/>
                <a:gd name="T29" fmla="*/ 0 h 225"/>
                <a:gd name="T30" fmla="*/ 11 w 200"/>
                <a:gd name="T31" fmla="*/ 25 h 225"/>
                <a:gd name="T32" fmla="*/ 8 w 200"/>
                <a:gd name="T33" fmla="*/ 26 h 225"/>
                <a:gd name="T34" fmla="*/ 11 w 200"/>
                <a:gd name="T35" fmla="*/ 54 h 225"/>
                <a:gd name="T36" fmla="*/ 8 w 200"/>
                <a:gd name="T37" fmla="*/ 55 h 225"/>
                <a:gd name="T38" fmla="*/ 11 w 200"/>
                <a:gd name="T39" fmla="*/ 83 h 225"/>
                <a:gd name="T40" fmla="*/ 8 w 200"/>
                <a:gd name="T41" fmla="*/ 85 h 225"/>
                <a:gd name="T42" fmla="*/ 11 w 200"/>
                <a:gd name="T43" fmla="*/ 113 h 225"/>
                <a:gd name="T44" fmla="*/ 8 w 200"/>
                <a:gd name="T45" fmla="*/ 114 h 225"/>
                <a:gd name="T46" fmla="*/ 11 w 200"/>
                <a:gd name="T47" fmla="*/ 142 h 225"/>
                <a:gd name="T48" fmla="*/ 8 w 200"/>
                <a:gd name="T49" fmla="*/ 143 h 225"/>
                <a:gd name="T50" fmla="*/ 11 w 200"/>
                <a:gd name="T51" fmla="*/ 171 h 225"/>
                <a:gd name="T52" fmla="*/ 8 w 200"/>
                <a:gd name="T53" fmla="*/ 173 h 225"/>
                <a:gd name="T54" fmla="*/ 11 w 200"/>
                <a:gd name="T55" fmla="*/ 201 h 225"/>
                <a:gd name="T56" fmla="*/ 8 w 200"/>
                <a:gd name="T57" fmla="*/ 202 h 225"/>
                <a:gd name="T58" fmla="*/ 160 w 200"/>
                <a:gd name="T59" fmla="*/ 217 h 225"/>
                <a:gd name="T60" fmla="*/ 19 w 200"/>
                <a:gd name="T61" fmla="*/ 201 h 225"/>
                <a:gd name="T62" fmla="*/ 21 w 200"/>
                <a:gd name="T63" fmla="*/ 205 h 225"/>
                <a:gd name="T64" fmla="*/ 27 w 200"/>
                <a:gd name="T65" fmla="*/ 198 h 225"/>
                <a:gd name="T66" fmla="*/ 19 w 200"/>
                <a:gd name="T67" fmla="*/ 172 h 225"/>
                <a:gd name="T68" fmla="*/ 21 w 200"/>
                <a:gd name="T69" fmla="*/ 175 h 225"/>
                <a:gd name="T70" fmla="*/ 27 w 200"/>
                <a:gd name="T71" fmla="*/ 168 h 225"/>
                <a:gd name="T72" fmla="*/ 19 w 200"/>
                <a:gd name="T73" fmla="*/ 142 h 225"/>
                <a:gd name="T74" fmla="*/ 21 w 200"/>
                <a:gd name="T75" fmla="*/ 146 h 225"/>
                <a:gd name="T76" fmla="*/ 27 w 200"/>
                <a:gd name="T77" fmla="*/ 139 h 225"/>
                <a:gd name="T78" fmla="*/ 19 w 200"/>
                <a:gd name="T79" fmla="*/ 113 h 225"/>
                <a:gd name="T80" fmla="*/ 21 w 200"/>
                <a:gd name="T81" fmla="*/ 117 h 225"/>
                <a:gd name="T82" fmla="*/ 27 w 200"/>
                <a:gd name="T83" fmla="*/ 110 h 225"/>
                <a:gd name="T84" fmla="*/ 19 w 200"/>
                <a:gd name="T85" fmla="*/ 83 h 225"/>
                <a:gd name="T86" fmla="*/ 21 w 200"/>
                <a:gd name="T87" fmla="*/ 87 h 225"/>
                <a:gd name="T88" fmla="*/ 27 w 200"/>
                <a:gd name="T89" fmla="*/ 80 h 225"/>
                <a:gd name="T90" fmla="*/ 19 w 200"/>
                <a:gd name="T91" fmla="*/ 54 h 225"/>
                <a:gd name="T92" fmla="*/ 21 w 200"/>
                <a:gd name="T93" fmla="*/ 58 h 225"/>
                <a:gd name="T94" fmla="*/ 27 w 200"/>
                <a:gd name="T95" fmla="*/ 51 h 225"/>
                <a:gd name="T96" fmla="*/ 19 w 200"/>
                <a:gd name="T97" fmla="*/ 25 h 225"/>
                <a:gd name="T98" fmla="*/ 21 w 200"/>
                <a:gd name="T99" fmla="*/ 29 h 225"/>
                <a:gd name="T100" fmla="*/ 27 w 200"/>
                <a:gd name="T101" fmla="*/ 22 h 225"/>
                <a:gd name="T102" fmla="*/ 19 w 200"/>
                <a:gd name="T103" fmla="*/ 8 h 225"/>
                <a:gd name="T104" fmla="*/ 192 w 200"/>
                <a:gd name="T105" fmla="*/ 4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0" h="225">
                  <a:moveTo>
                    <a:pt x="160" y="0"/>
                  </a:moveTo>
                  <a:cubicBezTo>
                    <a:pt x="15" y="0"/>
                    <a:pt x="15" y="0"/>
                    <a:pt x="15" y="0"/>
                  </a:cubicBezTo>
                  <a:cubicBezTo>
                    <a:pt x="12" y="0"/>
                    <a:pt x="11" y="2"/>
                    <a:pt x="11" y="4"/>
                  </a:cubicBezTo>
                  <a:cubicBezTo>
                    <a:pt x="11" y="17"/>
                    <a:pt x="11" y="17"/>
                    <a:pt x="11" y="17"/>
                  </a:cubicBezTo>
                  <a:cubicBezTo>
                    <a:pt x="4" y="18"/>
                    <a:pt x="0" y="21"/>
                    <a:pt x="0" y="26"/>
                  </a:cubicBezTo>
                  <a:cubicBezTo>
                    <a:pt x="0" y="30"/>
                    <a:pt x="4" y="34"/>
                    <a:pt x="11" y="35"/>
                  </a:cubicBezTo>
                  <a:cubicBezTo>
                    <a:pt x="11" y="46"/>
                    <a:pt x="11" y="46"/>
                    <a:pt x="11" y="46"/>
                  </a:cubicBezTo>
                  <a:cubicBezTo>
                    <a:pt x="4" y="47"/>
                    <a:pt x="0" y="51"/>
                    <a:pt x="0" y="55"/>
                  </a:cubicBezTo>
                  <a:cubicBezTo>
                    <a:pt x="0" y="60"/>
                    <a:pt x="4" y="63"/>
                    <a:pt x="11" y="65"/>
                  </a:cubicBezTo>
                  <a:cubicBezTo>
                    <a:pt x="11" y="75"/>
                    <a:pt x="11" y="75"/>
                    <a:pt x="11" y="75"/>
                  </a:cubicBezTo>
                  <a:cubicBezTo>
                    <a:pt x="4" y="76"/>
                    <a:pt x="0" y="80"/>
                    <a:pt x="0" y="85"/>
                  </a:cubicBezTo>
                  <a:cubicBezTo>
                    <a:pt x="0" y="89"/>
                    <a:pt x="4" y="93"/>
                    <a:pt x="11" y="94"/>
                  </a:cubicBezTo>
                  <a:cubicBezTo>
                    <a:pt x="11" y="105"/>
                    <a:pt x="11" y="105"/>
                    <a:pt x="11" y="105"/>
                  </a:cubicBezTo>
                  <a:cubicBezTo>
                    <a:pt x="4" y="106"/>
                    <a:pt x="0" y="109"/>
                    <a:pt x="0" y="114"/>
                  </a:cubicBezTo>
                  <a:cubicBezTo>
                    <a:pt x="0" y="119"/>
                    <a:pt x="4" y="122"/>
                    <a:pt x="11" y="123"/>
                  </a:cubicBezTo>
                  <a:cubicBezTo>
                    <a:pt x="11" y="134"/>
                    <a:pt x="11" y="134"/>
                    <a:pt x="11" y="134"/>
                  </a:cubicBezTo>
                  <a:cubicBezTo>
                    <a:pt x="4" y="135"/>
                    <a:pt x="0" y="139"/>
                    <a:pt x="0" y="143"/>
                  </a:cubicBezTo>
                  <a:cubicBezTo>
                    <a:pt x="0" y="148"/>
                    <a:pt x="4" y="152"/>
                    <a:pt x="11" y="153"/>
                  </a:cubicBezTo>
                  <a:cubicBezTo>
                    <a:pt x="11" y="163"/>
                    <a:pt x="11" y="163"/>
                    <a:pt x="11" y="163"/>
                  </a:cubicBezTo>
                  <a:cubicBezTo>
                    <a:pt x="4" y="164"/>
                    <a:pt x="0" y="168"/>
                    <a:pt x="0" y="173"/>
                  </a:cubicBezTo>
                  <a:cubicBezTo>
                    <a:pt x="0" y="177"/>
                    <a:pt x="4" y="181"/>
                    <a:pt x="11" y="182"/>
                  </a:cubicBezTo>
                  <a:cubicBezTo>
                    <a:pt x="11" y="193"/>
                    <a:pt x="11" y="193"/>
                    <a:pt x="11" y="193"/>
                  </a:cubicBezTo>
                  <a:cubicBezTo>
                    <a:pt x="4" y="194"/>
                    <a:pt x="0" y="197"/>
                    <a:pt x="0" y="202"/>
                  </a:cubicBezTo>
                  <a:cubicBezTo>
                    <a:pt x="0" y="207"/>
                    <a:pt x="4" y="210"/>
                    <a:pt x="11" y="211"/>
                  </a:cubicBezTo>
                  <a:cubicBezTo>
                    <a:pt x="11" y="221"/>
                    <a:pt x="11" y="221"/>
                    <a:pt x="11" y="221"/>
                  </a:cubicBezTo>
                  <a:cubicBezTo>
                    <a:pt x="11" y="223"/>
                    <a:pt x="12" y="225"/>
                    <a:pt x="15" y="225"/>
                  </a:cubicBezTo>
                  <a:cubicBezTo>
                    <a:pt x="160" y="225"/>
                    <a:pt x="160" y="225"/>
                    <a:pt x="160" y="225"/>
                  </a:cubicBezTo>
                  <a:cubicBezTo>
                    <a:pt x="182" y="225"/>
                    <a:pt x="200" y="207"/>
                    <a:pt x="200" y="185"/>
                  </a:cubicBezTo>
                  <a:cubicBezTo>
                    <a:pt x="200" y="40"/>
                    <a:pt x="200" y="40"/>
                    <a:pt x="200" y="40"/>
                  </a:cubicBezTo>
                  <a:cubicBezTo>
                    <a:pt x="200" y="18"/>
                    <a:pt x="182" y="0"/>
                    <a:pt x="160" y="0"/>
                  </a:cubicBezTo>
                  <a:close/>
                  <a:moveTo>
                    <a:pt x="8" y="26"/>
                  </a:moveTo>
                  <a:cubicBezTo>
                    <a:pt x="9" y="26"/>
                    <a:pt x="9" y="25"/>
                    <a:pt x="11" y="25"/>
                  </a:cubicBezTo>
                  <a:cubicBezTo>
                    <a:pt x="11" y="27"/>
                    <a:pt x="11" y="27"/>
                    <a:pt x="11" y="27"/>
                  </a:cubicBezTo>
                  <a:cubicBezTo>
                    <a:pt x="9" y="27"/>
                    <a:pt x="9" y="26"/>
                    <a:pt x="8" y="26"/>
                  </a:cubicBezTo>
                  <a:close/>
                  <a:moveTo>
                    <a:pt x="8" y="55"/>
                  </a:moveTo>
                  <a:cubicBezTo>
                    <a:pt x="9" y="55"/>
                    <a:pt x="9" y="54"/>
                    <a:pt x="11" y="54"/>
                  </a:cubicBezTo>
                  <a:cubicBezTo>
                    <a:pt x="11" y="56"/>
                    <a:pt x="11" y="56"/>
                    <a:pt x="11" y="56"/>
                  </a:cubicBezTo>
                  <a:cubicBezTo>
                    <a:pt x="9" y="56"/>
                    <a:pt x="9" y="56"/>
                    <a:pt x="8" y="55"/>
                  </a:cubicBezTo>
                  <a:close/>
                  <a:moveTo>
                    <a:pt x="8" y="85"/>
                  </a:moveTo>
                  <a:cubicBezTo>
                    <a:pt x="9" y="84"/>
                    <a:pt x="9" y="84"/>
                    <a:pt x="11" y="83"/>
                  </a:cubicBezTo>
                  <a:cubicBezTo>
                    <a:pt x="11" y="86"/>
                    <a:pt x="11" y="86"/>
                    <a:pt x="11" y="86"/>
                  </a:cubicBezTo>
                  <a:cubicBezTo>
                    <a:pt x="9" y="85"/>
                    <a:pt x="9" y="85"/>
                    <a:pt x="8" y="85"/>
                  </a:cubicBezTo>
                  <a:close/>
                  <a:moveTo>
                    <a:pt x="8" y="114"/>
                  </a:moveTo>
                  <a:cubicBezTo>
                    <a:pt x="9" y="114"/>
                    <a:pt x="9" y="113"/>
                    <a:pt x="11" y="113"/>
                  </a:cubicBezTo>
                  <a:cubicBezTo>
                    <a:pt x="11" y="115"/>
                    <a:pt x="11" y="115"/>
                    <a:pt x="11" y="115"/>
                  </a:cubicBezTo>
                  <a:cubicBezTo>
                    <a:pt x="9" y="115"/>
                    <a:pt x="9" y="114"/>
                    <a:pt x="8" y="114"/>
                  </a:cubicBezTo>
                  <a:close/>
                  <a:moveTo>
                    <a:pt x="8" y="143"/>
                  </a:moveTo>
                  <a:cubicBezTo>
                    <a:pt x="9" y="143"/>
                    <a:pt x="9" y="142"/>
                    <a:pt x="11" y="142"/>
                  </a:cubicBezTo>
                  <a:cubicBezTo>
                    <a:pt x="11" y="144"/>
                    <a:pt x="11" y="144"/>
                    <a:pt x="11" y="144"/>
                  </a:cubicBezTo>
                  <a:cubicBezTo>
                    <a:pt x="9" y="144"/>
                    <a:pt x="9" y="144"/>
                    <a:pt x="8" y="143"/>
                  </a:cubicBezTo>
                  <a:close/>
                  <a:moveTo>
                    <a:pt x="8" y="173"/>
                  </a:moveTo>
                  <a:cubicBezTo>
                    <a:pt x="9" y="172"/>
                    <a:pt x="9" y="172"/>
                    <a:pt x="11" y="171"/>
                  </a:cubicBezTo>
                  <a:cubicBezTo>
                    <a:pt x="11" y="174"/>
                    <a:pt x="11" y="174"/>
                    <a:pt x="11" y="174"/>
                  </a:cubicBezTo>
                  <a:cubicBezTo>
                    <a:pt x="9" y="173"/>
                    <a:pt x="9" y="173"/>
                    <a:pt x="8" y="173"/>
                  </a:cubicBezTo>
                  <a:close/>
                  <a:moveTo>
                    <a:pt x="8" y="202"/>
                  </a:moveTo>
                  <a:cubicBezTo>
                    <a:pt x="9" y="202"/>
                    <a:pt x="9" y="201"/>
                    <a:pt x="11" y="201"/>
                  </a:cubicBezTo>
                  <a:cubicBezTo>
                    <a:pt x="11" y="203"/>
                    <a:pt x="11" y="203"/>
                    <a:pt x="11" y="203"/>
                  </a:cubicBezTo>
                  <a:cubicBezTo>
                    <a:pt x="9" y="203"/>
                    <a:pt x="9" y="202"/>
                    <a:pt x="8" y="202"/>
                  </a:cubicBezTo>
                  <a:close/>
                  <a:moveTo>
                    <a:pt x="192" y="185"/>
                  </a:moveTo>
                  <a:cubicBezTo>
                    <a:pt x="192" y="202"/>
                    <a:pt x="177" y="217"/>
                    <a:pt x="160" y="217"/>
                  </a:cubicBezTo>
                  <a:cubicBezTo>
                    <a:pt x="19" y="217"/>
                    <a:pt x="19" y="217"/>
                    <a:pt x="19" y="217"/>
                  </a:cubicBezTo>
                  <a:cubicBezTo>
                    <a:pt x="19" y="201"/>
                    <a:pt x="19" y="201"/>
                    <a:pt x="19" y="201"/>
                  </a:cubicBezTo>
                  <a:cubicBezTo>
                    <a:pt x="20" y="201"/>
                    <a:pt x="20" y="202"/>
                    <a:pt x="21" y="202"/>
                  </a:cubicBezTo>
                  <a:cubicBezTo>
                    <a:pt x="21" y="203"/>
                    <a:pt x="22" y="203"/>
                    <a:pt x="21" y="205"/>
                  </a:cubicBezTo>
                  <a:cubicBezTo>
                    <a:pt x="29" y="207"/>
                    <a:pt x="29" y="207"/>
                    <a:pt x="29" y="207"/>
                  </a:cubicBezTo>
                  <a:cubicBezTo>
                    <a:pt x="30" y="203"/>
                    <a:pt x="29" y="200"/>
                    <a:pt x="27" y="198"/>
                  </a:cubicBezTo>
                  <a:cubicBezTo>
                    <a:pt x="26" y="195"/>
                    <a:pt x="22" y="193"/>
                    <a:pt x="19" y="193"/>
                  </a:cubicBezTo>
                  <a:cubicBezTo>
                    <a:pt x="19" y="172"/>
                    <a:pt x="19" y="172"/>
                    <a:pt x="19" y="172"/>
                  </a:cubicBezTo>
                  <a:cubicBezTo>
                    <a:pt x="20" y="172"/>
                    <a:pt x="20" y="172"/>
                    <a:pt x="21" y="173"/>
                  </a:cubicBezTo>
                  <a:cubicBezTo>
                    <a:pt x="21" y="173"/>
                    <a:pt x="22" y="174"/>
                    <a:pt x="21" y="175"/>
                  </a:cubicBezTo>
                  <a:cubicBezTo>
                    <a:pt x="29" y="178"/>
                    <a:pt x="29" y="178"/>
                    <a:pt x="29" y="178"/>
                  </a:cubicBezTo>
                  <a:cubicBezTo>
                    <a:pt x="30" y="173"/>
                    <a:pt x="29" y="170"/>
                    <a:pt x="27" y="168"/>
                  </a:cubicBezTo>
                  <a:cubicBezTo>
                    <a:pt x="26" y="166"/>
                    <a:pt x="22" y="164"/>
                    <a:pt x="19" y="163"/>
                  </a:cubicBezTo>
                  <a:cubicBezTo>
                    <a:pt x="19" y="142"/>
                    <a:pt x="19" y="142"/>
                    <a:pt x="19" y="142"/>
                  </a:cubicBezTo>
                  <a:cubicBezTo>
                    <a:pt x="20" y="143"/>
                    <a:pt x="20" y="143"/>
                    <a:pt x="21" y="144"/>
                  </a:cubicBezTo>
                  <a:cubicBezTo>
                    <a:pt x="21" y="144"/>
                    <a:pt x="22" y="145"/>
                    <a:pt x="21" y="146"/>
                  </a:cubicBezTo>
                  <a:cubicBezTo>
                    <a:pt x="29" y="148"/>
                    <a:pt x="29" y="148"/>
                    <a:pt x="29" y="148"/>
                  </a:cubicBezTo>
                  <a:cubicBezTo>
                    <a:pt x="30" y="144"/>
                    <a:pt x="29" y="141"/>
                    <a:pt x="27" y="139"/>
                  </a:cubicBezTo>
                  <a:cubicBezTo>
                    <a:pt x="26" y="136"/>
                    <a:pt x="22" y="135"/>
                    <a:pt x="19" y="134"/>
                  </a:cubicBezTo>
                  <a:cubicBezTo>
                    <a:pt x="19" y="113"/>
                    <a:pt x="19" y="113"/>
                    <a:pt x="19" y="113"/>
                  </a:cubicBezTo>
                  <a:cubicBezTo>
                    <a:pt x="20" y="113"/>
                    <a:pt x="20" y="114"/>
                    <a:pt x="21" y="114"/>
                  </a:cubicBezTo>
                  <a:cubicBezTo>
                    <a:pt x="21" y="115"/>
                    <a:pt x="22" y="115"/>
                    <a:pt x="21" y="117"/>
                  </a:cubicBezTo>
                  <a:cubicBezTo>
                    <a:pt x="29" y="119"/>
                    <a:pt x="29" y="119"/>
                    <a:pt x="29" y="119"/>
                  </a:cubicBezTo>
                  <a:cubicBezTo>
                    <a:pt x="30" y="115"/>
                    <a:pt x="29" y="111"/>
                    <a:pt x="27" y="110"/>
                  </a:cubicBezTo>
                  <a:cubicBezTo>
                    <a:pt x="26" y="107"/>
                    <a:pt x="22" y="105"/>
                    <a:pt x="19" y="105"/>
                  </a:cubicBezTo>
                  <a:cubicBezTo>
                    <a:pt x="19" y="83"/>
                    <a:pt x="19" y="83"/>
                    <a:pt x="19" y="83"/>
                  </a:cubicBezTo>
                  <a:cubicBezTo>
                    <a:pt x="20" y="84"/>
                    <a:pt x="20" y="84"/>
                    <a:pt x="21" y="85"/>
                  </a:cubicBezTo>
                  <a:cubicBezTo>
                    <a:pt x="21" y="85"/>
                    <a:pt x="22" y="86"/>
                    <a:pt x="21" y="87"/>
                  </a:cubicBezTo>
                  <a:cubicBezTo>
                    <a:pt x="29" y="90"/>
                    <a:pt x="29" y="90"/>
                    <a:pt x="29" y="90"/>
                  </a:cubicBezTo>
                  <a:cubicBezTo>
                    <a:pt x="30" y="85"/>
                    <a:pt x="29" y="82"/>
                    <a:pt x="27" y="80"/>
                  </a:cubicBezTo>
                  <a:cubicBezTo>
                    <a:pt x="26" y="78"/>
                    <a:pt x="22" y="76"/>
                    <a:pt x="19" y="75"/>
                  </a:cubicBezTo>
                  <a:cubicBezTo>
                    <a:pt x="19" y="54"/>
                    <a:pt x="19" y="54"/>
                    <a:pt x="19" y="54"/>
                  </a:cubicBezTo>
                  <a:cubicBezTo>
                    <a:pt x="20" y="54"/>
                    <a:pt x="20" y="55"/>
                    <a:pt x="21" y="56"/>
                  </a:cubicBezTo>
                  <a:cubicBezTo>
                    <a:pt x="21" y="56"/>
                    <a:pt x="22" y="56"/>
                    <a:pt x="21" y="58"/>
                  </a:cubicBezTo>
                  <a:cubicBezTo>
                    <a:pt x="29" y="60"/>
                    <a:pt x="29" y="60"/>
                    <a:pt x="29" y="60"/>
                  </a:cubicBezTo>
                  <a:cubicBezTo>
                    <a:pt x="30" y="56"/>
                    <a:pt x="29" y="53"/>
                    <a:pt x="27" y="51"/>
                  </a:cubicBezTo>
                  <a:cubicBezTo>
                    <a:pt x="26" y="48"/>
                    <a:pt x="22" y="47"/>
                    <a:pt x="19" y="46"/>
                  </a:cubicBezTo>
                  <a:cubicBezTo>
                    <a:pt x="19" y="25"/>
                    <a:pt x="19" y="25"/>
                    <a:pt x="19" y="25"/>
                  </a:cubicBezTo>
                  <a:cubicBezTo>
                    <a:pt x="20" y="25"/>
                    <a:pt x="20" y="26"/>
                    <a:pt x="21" y="26"/>
                  </a:cubicBezTo>
                  <a:cubicBezTo>
                    <a:pt x="21" y="26"/>
                    <a:pt x="22" y="27"/>
                    <a:pt x="21" y="29"/>
                  </a:cubicBezTo>
                  <a:cubicBezTo>
                    <a:pt x="29" y="31"/>
                    <a:pt x="29" y="31"/>
                    <a:pt x="29" y="31"/>
                  </a:cubicBezTo>
                  <a:cubicBezTo>
                    <a:pt x="30" y="27"/>
                    <a:pt x="29" y="23"/>
                    <a:pt x="27" y="22"/>
                  </a:cubicBezTo>
                  <a:cubicBezTo>
                    <a:pt x="26" y="19"/>
                    <a:pt x="22" y="17"/>
                    <a:pt x="19" y="16"/>
                  </a:cubicBezTo>
                  <a:cubicBezTo>
                    <a:pt x="19" y="8"/>
                    <a:pt x="19" y="8"/>
                    <a:pt x="19" y="8"/>
                  </a:cubicBezTo>
                  <a:cubicBezTo>
                    <a:pt x="160" y="8"/>
                    <a:pt x="160" y="8"/>
                    <a:pt x="160" y="8"/>
                  </a:cubicBezTo>
                  <a:cubicBezTo>
                    <a:pt x="177" y="8"/>
                    <a:pt x="192" y="22"/>
                    <a:pt x="192" y="40"/>
                  </a:cubicBezTo>
                  <a:lnTo>
                    <a:pt x="192" y="185"/>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35"/>
              <a:endParaRPr lang="en-US" sz="1600">
                <a:solidFill>
                  <a:srgbClr val="FFFFFF"/>
                </a:solidFill>
              </a:endParaRPr>
            </a:p>
          </p:txBody>
        </p:sp>
      </p:grpSp>
      <p:grpSp>
        <p:nvGrpSpPr>
          <p:cNvPr id="37" name="Teal Tile"/>
          <p:cNvGrpSpPr/>
          <p:nvPr userDrawn="1"/>
        </p:nvGrpSpPr>
        <p:grpSpPr>
          <a:xfrm>
            <a:off x="831160" y="4245981"/>
            <a:ext cx="1084119" cy="1202193"/>
            <a:chOff x="1020317" y="4686638"/>
            <a:chExt cx="1325880" cy="1325880"/>
          </a:xfrm>
        </p:grpSpPr>
        <p:sp>
          <p:nvSpPr>
            <p:cNvPr id="38" name="Rectangle 37"/>
            <p:cNvSpPr/>
            <p:nvPr/>
          </p:nvSpPr>
          <p:spPr bwMode="auto">
            <a:xfrm>
              <a:off x="1020317" y="4686638"/>
              <a:ext cx="1325880" cy="1325880"/>
            </a:xfrm>
            <a:prstGeom prst="rect">
              <a:avLst/>
            </a:prstGeom>
            <a:solidFill>
              <a:schemeClr val="accent4"/>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39" name="Freeform 13"/>
            <p:cNvSpPr>
              <a:spLocks noEditPoints="1"/>
            </p:cNvSpPr>
            <p:nvPr/>
          </p:nvSpPr>
          <p:spPr bwMode="auto">
            <a:xfrm>
              <a:off x="1455948" y="4930478"/>
              <a:ext cx="454618" cy="838200"/>
            </a:xfrm>
            <a:custGeom>
              <a:avLst/>
              <a:gdLst>
                <a:gd name="T0" fmla="*/ 2 w 122"/>
                <a:gd name="T1" fmla="*/ 65 h 225"/>
                <a:gd name="T2" fmla="*/ 14 w 122"/>
                <a:gd name="T3" fmla="*/ 77 h 225"/>
                <a:gd name="T4" fmla="*/ 17 w 122"/>
                <a:gd name="T5" fmla="*/ 76 h 225"/>
                <a:gd name="T6" fmla="*/ 119 w 122"/>
                <a:gd name="T7" fmla="*/ 42 h 225"/>
                <a:gd name="T8" fmla="*/ 119 w 122"/>
                <a:gd name="T9" fmla="*/ 30 h 225"/>
                <a:gd name="T10" fmla="*/ 105 w 122"/>
                <a:gd name="T11" fmla="*/ 23 h 225"/>
                <a:gd name="T12" fmla="*/ 3 w 122"/>
                <a:gd name="T13" fmla="*/ 57 h 225"/>
                <a:gd name="T14" fmla="*/ 108 w 122"/>
                <a:gd name="T15" fmla="*/ 28 h 225"/>
                <a:gd name="T16" fmla="*/ 114 w 122"/>
                <a:gd name="T17" fmla="*/ 35 h 225"/>
                <a:gd name="T18" fmla="*/ 111 w 122"/>
                <a:gd name="T19" fmla="*/ 42 h 225"/>
                <a:gd name="T20" fmla="*/ 14 w 122"/>
                <a:gd name="T21" fmla="*/ 71 h 225"/>
                <a:gd name="T22" fmla="*/ 9 w 122"/>
                <a:gd name="T23" fmla="*/ 67 h 225"/>
                <a:gd name="T24" fmla="*/ 8 w 122"/>
                <a:gd name="T25" fmla="*/ 59 h 225"/>
                <a:gd name="T26" fmla="*/ 106 w 122"/>
                <a:gd name="T27" fmla="*/ 28 h 225"/>
                <a:gd name="T28" fmla="*/ 14 w 122"/>
                <a:gd name="T29" fmla="*/ 43 h 225"/>
                <a:gd name="T30" fmla="*/ 66 w 122"/>
                <a:gd name="T31" fmla="*/ 28 h 225"/>
                <a:gd name="T32" fmla="*/ 73 w 122"/>
                <a:gd name="T33" fmla="*/ 10 h 225"/>
                <a:gd name="T34" fmla="*/ 9 w 122"/>
                <a:gd name="T35" fmla="*/ 17 h 225"/>
                <a:gd name="T36" fmla="*/ 3 w 122"/>
                <a:gd name="T37" fmla="*/ 35 h 225"/>
                <a:gd name="T38" fmla="*/ 61 w 122"/>
                <a:gd name="T39" fmla="*/ 8 h 225"/>
                <a:gd name="T40" fmla="*/ 67 w 122"/>
                <a:gd name="T41" fmla="*/ 12 h 225"/>
                <a:gd name="T42" fmla="*/ 65 w 122"/>
                <a:gd name="T43" fmla="*/ 22 h 225"/>
                <a:gd name="T44" fmla="*/ 14 w 122"/>
                <a:gd name="T45" fmla="*/ 37 h 225"/>
                <a:gd name="T46" fmla="*/ 8 w 122"/>
                <a:gd name="T47" fmla="*/ 30 h 225"/>
                <a:gd name="T48" fmla="*/ 120 w 122"/>
                <a:gd name="T49" fmla="*/ 101 h 225"/>
                <a:gd name="T50" fmla="*/ 105 w 122"/>
                <a:gd name="T51" fmla="*/ 90 h 225"/>
                <a:gd name="T52" fmla="*/ 72 w 122"/>
                <a:gd name="T53" fmla="*/ 110 h 225"/>
                <a:gd name="T54" fmla="*/ 55 w 122"/>
                <a:gd name="T55" fmla="*/ 138 h 225"/>
                <a:gd name="T56" fmla="*/ 53 w 122"/>
                <a:gd name="T57" fmla="*/ 99 h 225"/>
                <a:gd name="T58" fmla="*/ 119 w 122"/>
                <a:gd name="T59" fmla="*/ 76 h 225"/>
                <a:gd name="T60" fmla="*/ 119 w 122"/>
                <a:gd name="T61" fmla="*/ 64 h 225"/>
                <a:gd name="T62" fmla="*/ 9 w 122"/>
                <a:gd name="T63" fmla="*/ 85 h 225"/>
                <a:gd name="T64" fmla="*/ 1 w 122"/>
                <a:gd name="T65" fmla="*/ 97 h 225"/>
                <a:gd name="T66" fmla="*/ 3 w 122"/>
                <a:gd name="T67" fmla="*/ 102 h 225"/>
                <a:gd name="T68" fmla="*/ 11 w 122"/>
                <a:gd name="T69" fmla="*/ 110 h 225"/>
                <a:gd name="T70" fmla="*/ 28 w 122"/>
                <a:gd name="T71" fmla="*/ 121 h 225"/>
                <a:gd name="T72" fmla="*/ 17 w 122"/>
                <a:gd name="T73" fmla="*/ 138 h 225"/>
                <a:gd name="T74" fmla="*/ 40 w 122"/>
                <a:gd name="T75" fmla="*/ 209 h 225"/>
                <a:gd name="T76" fmla="*/ 53 w 122"/>
                <a:gd name="T77" fmla="*/ 225 h 225"/>
                <a:gd name="T78" fmla="*/ 87 w 122"/>
                <a:gd name="T79" fmla="*/ 214 h 225"/>
                <a:gd name="T80" fmla="*/ 110 w 122"/>
                <a:gd name="T81" fmla="*/ 187 h 225"/>
                <a:gd name="T82" fmla="*/ 99 w 122"/>
                <a:gd name="T83" fmla="*/ 138 h 225"/>
                <a:gd name="T84" fmla="*/ 104 w 122"/>
                <a:gd name="T85" fmla="*/ 117 h 225"/>
                <a:gd name="T86" fmla="*/ 120 w 122"/>
                <a:gd name="T87" fmla="*/ 101 h 225"/>
                <a:gd name="T88" fmla="*/ 47 w 122"/>
                <a:gd name="T89" fmla="*/ 101 h 225"/>
                <a:gd name="T90" fmla="*/ 49 w 122"/>
                <a:gd name="T91" fmla="*/ 138 h 225"/>
                <a:gd name="T92" fmla="*/ 35 w 122"/>
                <a:gd name="T93" fmla="*/ 121 h 225"/>
                <a:gd name="T94" fmla="*/ 24 w 122"/>
                <a:gd name="T95" fmla="*/ 108 h 225"/>
                <a:gd name="T96" fmla="*/ 12 w 122"/>
                <a:gd name="T97" fmla="*/ 104 h 225"/>
                <a:gd name="T98" fmla="*/ 8 w 122"/>
                <a:gd name="T99" fmla="*/ 97 h 225"/>
                <a:gd name="T100" fmla="*/ 8 w 122"/>
                <a:gd name="T101" fmla="*/ 93 h 225"/>
                <a:gd name="T102" fmla="*/ 12 w 122"/>
                <a:gd name="T103" fmla="*/ 90 h 225"/>
                <a:gd name="T104" fmla="*/ 24 w 122"/>
                <a:gd name="T105" fmla="*/ 86 h 225"/>
                <a:gd name="T106" fmla="*/ 108 w 122"/>
                <a:gd name="T107" fmla="*/ 62 h 225"/>
                <a:gd name="T108" fmla="*/ 114 w 122"/>
                <a:gd name="T109" fmla="*/ 69 h 225"/>
                <a:gd name="T110" fmla="*/ 111 w 122"/>
                <a:gd name="T111" fmla="*/ 76 h 225"/>
                <a:gd name="T112" fmla="*/ 43 w 122"/>
                <a:gd name="T113" fmla="*/ 98 h 225"/>
                <a:gd name="T114" fmla="*/ 103 w 122"/>
                <a:gd name="T115" fmla="*/ 111 h 225"/>
                <a:gd name="T116" fmla="*/ 92 w 122"/>
                <a:gd name="T117" fmla="*/ 138 h 225"/>
                <a:gd name="T118" fmla="*/ 78 w 122"/>
                <a:gd name="T119" fmla="*/ 110 h 225"/>
                <a:gd name="T120" fmla="*/ 106 w 122"/>
                <a:gd name="T121" fmla="*/ 96 h 225"/>
                <a:gd name="T122" fmla="*/ 114 w 122"/>
                <a:gd name="T123" fmla="*/ 103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2" h="225">
                  <a:moveTo>
                    <a:pt x="3" y="57"/>
                  </a:moveTo>
                  <a:cubicBezTo>
                    <a:pt x="1" y="59"/>
                    <a:pt x="1" y="62"/>
                    <a:pt x="2" y="65"/>
                  </a:cubicBezTo>
                  <a:cubicBezTo>
                    <a:pt x="3" y="69"/>
                    <a:pt x="3" y="69"/>
                    <a:pt x="3" y="69"/>
                  </a:cubicBezTo>
                  <a:cubicBezTo>
                    <a:pt x="4" y="74"/>
                    <a:pt x="9" y="77"/>
                    <a:pt x="14" y="77"/>
                  </a:cubicBezTo>
                  <a:cubicBezTo>
                    <a:pt x="14" y="77"/>
                    <a:pt x="14" y="77"/>
                    <a:pt x="14" y="77"/>
                  </a:cubicBezTo>
                  <a:cubicBezTo>
                    <a:pt x="15" y="77"/>
                    <a:pt x="16" y="77"/>
                    <a:pt x="17" y="76"/>
                  </a:cubicBezTo>
                  <a:cubicBezTo>
                    <a:pt x="112" y="48"/>
                    <a:pt x="112" y="48"/>
                    <a:pt x="112" y="48"/>
                  </a:cubicBezTo>
                  <a:cubicBezTo>
                    <a:pt x="115" y="47"/>
                    <a:pt x="118" y="45"/>
                    <a:pt x="119" y="42"/>
                  </a:cubicBezTo>
                  <a:cubicBezTo>
                    <a:pt x="120" y="40"/>
                    <a:pt x="121" y="37"/>
                    <a:pt x="120" y="34"/>
                  </a:cubicBezTo>
                  <a:cubicBezTo>
                    <a:pt x="119" y="30"/>
                    <a:pt x="119" y="30"/>
                    <a:pt x="119" y="30"/>
                  </a:cubicBezTo>
                  <a:cubicBezTo>
                    <a:pt x="117" y="25"/>
                    <a:pt x="113" y="22"/>
                    <a:pt x="108" y="22"/>
                  </a:cubicBezTo>
                  <a:cubicBezTo>
                    <a:pt x="107" y="22"/>
                    <a:pt x="106" y="22"/>
                    <a:pt x="105" y="23"/>
                  </a:cubicBezTo>
                  <a:cubicBezTo>
                    <a:pt x="9" y="51"/>
                    <a:pt x="9" y="51"/>
                    <a:pt x="9" y="51"/>
                  </a:cubicBezTo>
                  <a:cubicBezTo>
                    <a:pt x="6" y="52"/>
                    <a:pt x="4" y="54"/>
                    <a:pt x="3" y="57"/>
                  </a:cubicBezTo>
                  <a:close/>
                  <a:moveTo>
                    <a:pt x="106" y="28"/>
                  </a:moveTo>
                  <a:cubicBezTo>
                    <a:pt x="107" y="28"/>
                    <a:pt x="107" y="28"/>
                    <a:pt x="108" y="28"/>
                  </a:cubicBezTo>
                  <a:cubicBezTo>
                    <a:pt x="110" y="28"/>
                    <a:pt x="112" y="30"/>
                    <a:pt x="113" y="32"/>
                  </a:cubicBezTo>
                  <a:cubicBezTo>
                    <a:pt x="114" y="35"/>
                    <a:pt x="114" y="35"/>
                    <a:pt x="114" y="35"/>
                  </a:cubicBezTo>
                  <a:cubicBezTo>
                    <a:pt x="115" y="37"/>
                    <a:pt x="114" y="38"/>
                    <a:pt x="114" y="40"/>
                  </a:cubicBezTo>
                  <a:cubicBezTo>
                    <a:pt x="113" y="41"/>
                    <a:pt x="112" y="42"/>
                    <a:pt x="111" y="42"/>
                  </a:cubicBezTo>
                  <a:cubicBezTo>
                    <a:pt x="15" y="71"/>
                    <a:pt x="15" y="71"/>
                    <a:pt x="15" y="71"/>
                  </a:cubicBezTo>
                  <a:cubicBezTo>
                    <a:pt x="15" y="71"/>
                    <a:pt x="14" y="71"/>
                    <a:pt x="14" y="71"/>
                  </a:cubicBezTo>
                  <a:cubicBezTo>
                    <a:pt x="14" y="71"/>
                    <a:pt x="14" y="71"/>
                    <a:pt x="14" y="71"/>
                  </a:cubicBezTo>
                  <a:cubicBezTo>
                    <a:pt x="11" y="71"/>
                    <a:pt x="9" y="69"/>
                    <a:pt x="9" y="67"/>
                  </a:cubicBezTo>
                  <a:cubicBezTo>
                    <a:pt x="8" y="63"/>
                    <a:pt x="8" y="63"/>
                    <a:pt x="8" y="63"/>
                  </a:cubicBezTo>
                  <a:cubicBezTo>
                    <a:pt x="7" y="62"/>
                    <a:pt x="7" y="61"/>
                    <a:pt x="8" y="59"/>
                  </a:cubicBezTo>
                  <a:cubicBezTo>
                    <a:pt x="9" y="58"/>
                    <a:pt x="10" y="57"/>
                    <a:pt x="11" y="57"/>
                  </a:cubicBezTo>
                  <a:lnTo>
                    <a:pt x="106" y="28"/>
                  </a:lnTo>
                  <a:close/>
                  <a:moveTo>
                    <a:pt x="3" y="35"/>
                  </a:moveTo>
                  <a:cubicBezTo>
                    <a:pt x="4" y="40"/>
                    <a:pt x="9" y="43"/>
                    <a:pt x="14" y="43"/>
                  </a:cubicBezTo>
                  <a:cubicBezTo>
                    <a:pt x="15" y="43"/>
                    <a:pt x="16" y="43"/>
                    <a:pt x="17" y="43"/>
                  </a:cubicBezTo>
                  <a:cubicBezTo>
                    <a:pt x="66" y="28"/>
                    <a:pt x="66" y="28"/>
                    <a:pt x="66" y="28"/>
                  </a:cubicBezTo>
                  <a:cubicBezTo>
                    <a:pt x="72" y="26"/>
                    <a:pt x="76" y="19"/>
                    <a:pt x="74" y="13"/>
                  </a:cubicBezTo>
                  <a:cubicBezTo>
                    <a:pt x="73" y="10"/>
                    <a:pt x="73" y="10"/>
                    <a:pt x="73" y="10"/>
                  </a:cubicBezTo>
                  <a:cubicBezTo>
                    <a:pt x="71" y="4"/>
                    <a:pt x="65" y="0"/>
                    <a:pt x="59" y="2"/>
                  </a:cubicBezTo>
                  <a:cubicBezTo>
                    <a:pt x="9" y="17"/>
                    <a:pt x="9" y="17"/>
                    <a:pt x="9" y="17"/>
                  </a:cubicBezTo>
                  <a:cubicBezTo>
                    <a:pt x="3" y="19"/>
                    <a:pt x="0" y="25"/>
                    <a:pt x="2" y="31"/>
                  </a:cubicBezTo>
                  <a:lnTo>
                    <a:pt x="3" y="35"/>
                  </a:lnTo>
                  <a:close/>
                  <a:moveTo>
                    <a:pt x="11" y="23"/>
                  </a:moveTo>
                  <a:cubicBezTo>
                    <a:pt x="61" y="8"/>
                    <a:pt x="61" y="8"/>
                    <a:pt x="61" y="8"/>
                  </a:cubicBezTo>
                  <a:cubicBezTo>
                    <a:pt x="61" y="8"/>
                    <a:pt x="62" y="8"/>
                    <a:pt x="62" y="8"/>
                  </a:cubicBezTo>
                  <a:cubicBezTo>
                    <a:pt x="64" y="8"/>
                    <a:pt x="67" y="9"/>
                    <a:pt x="67" y="12"/>
                  </a:cubicBezTo>
                  <a:cubicBezTo>
                    <a:pt x="68" y="15"/>
                    <a:pt x="68" y="15"/>
                    <a:pt x="68" y="15"/>
                  </a:cubicBezTo>
                  <a:cubicBezTo>
                    <a:pt x="69" y="18"/>
                    <a:pt x="68" y="21"/>
                    <a:pt x="65" y="22"/>
                  </a:cubicBezTo>
                  <a:cubicBezTo>
                    <a:pt x="15" y="37"/>
                    <a:pt x="15" y="37"/>
                    <a:pt x="15" y="37"/>
                  </a:cubicBezTo>
                  <a:cubicBezTo>
                    <a:pt x="15" y="37"/>
                    <a:pt x="14" y="37"/>
                    <a:pt x="14" y="37"/>
                  </a:cubicBezTo>
                  <a:cubicBezTo>
                    <a:pt x="11" y="37"/>
                    <a:pt x="9" y="36"/>
                    <a:pt x="9" y="33"/>
                  </a:cubicBezTo>
                  <a:cubicBezTo>
                    <a:pt x="8" y="30"/>
                    <a:pt x="8" y="30"/>
                    <a:pt x="8" y="30"/>
                  </a:cubicBezTo>
                  <a:cubicBezTo>
                    <a:pt x="7" y="27"/>
                    <a:pt x="8" y="24"/>
                    <a:pt x="11" y="23"/>
                  </a:cubicBezTo>
                  <a:close/>
                  <a:moveTo>
                    <a:pt x="120" y="101"/>
                  </a:moveTo>
                  <a:cubicBezTo>
                    <a:pt x="119" y="97"/>
                    <a:pt x="119" y="97"/>
                    <a:pt x="119" y="97"/>
                  </a:cubicBezTo>
                  <a:cubicBezTo>
                    <a:pt x="117" y="92"/>
                    <a:pt x="110" y="88"/>
                    <a:pt x="105" y="90"/>
                  </a:cubicBezTo>
                  <a:cubicBezTo>
                    <a:pt x="82" y="96"/>
                    <a:pt x="82" y="96"/>
                    <a:pt x="82" y="96"/>
                  </a:cubicBezTo>
                  <a:cubicBezTo>
                    <a:pt x="76" y="98"/>
                    <a:pt x="72" y="104"/>
                    <a:pt x="72" y="110"/>
                  </a:cubicBezTo>
                  <a:cubicBezTo>
                    <a:pt x="72" y="138"/>
                    <a:pt x="72" y="138"/>
                    <a:pt x="72" y="138"/>
                  </a:cubicBezTo>
                  <a:cubicBezTo>
                    <a:pt x="55" y="138"/>
                    <a:pt x="55" y="138"/>
                    <a:pt x="55" y="138"/>
                  </a:cubicBezTo>
                  <a:cubicBezTo>
                    <a:pt x="55" y="106"/>
                    <a:pt x="55" y="106"/>
                    <a:pt x="55" y="106"/>
                  </a:cubicBezTo>
                  <a:cubicBezTo>
                    <a:pt x="55" y="104"/>
                    <a:pt x="54" y="101"/>
                    <a:pt x="53" y="99"/>
                  </a:cubicBezTo>
                  <a:cubicBezTo>
                    <a:pt x="112" y="82"/>
                    <a:pt x="112" y="82"/>
                    <a:pt x="112" y="82"/>
                  </a:cubicBezTo>
                  <a:cubicBezTo>
                    <a:pt x="115" y="81"/>
                    <a:pt x="118" y="79"/>
                    <a:pt x="119" y="76"/>
                  </a:cubicBezTo>
                  <a:cubicBezTo>
                    <a:pt x="120" y="73"/>
                    <a:pt x="121" y="70"/>
                    <a:pt x="120" y="67"/>
                  </a:cubicBezTo>
                  <a:cubicBezTo>
                    <a:pt x="119" y="64"/>
                    <a:pt x="119" y="64"/>
                    <a:pt x="119" y="64"/>
                  </a:cubicBezTo>
                  <a:cubicBezTo>
                    <a:pt x="117" y="58"/>
                    <a:pt x="110" y="54"/>
                    <a:pt x="105" y="56"/>
                  </a:cubicBezTo>
                  <a:cubicBezTo>
                    <a:pt x="9" y="85"/>
                    <a:pt x="9" y="85"/>
                    <a:pt x="9" y="85"/>
                  </a:cubicBezTo>
                  <a:cubicBezTo>
                    <a:pt x="6" y="86"/>
                    <a:pt x="4" y="88"/>
                    <a:pt x="3" y="90"/>
                  </a:cubicBezTo>
                  <a:cubicBezTo>
                    <a:pt x="1" y="92"/>
                    <a:pt x="1" y="95"/>
                    <a:pt x="1" y="97"/>
                  </a:cubicBezTo>
                  <a:cubicBezTo>
                    <a:pt x="2" y="98"/>
                    <a:pt x="2" y="98"/>
                    <a:pt x="2" y="99"/>
                  </a:cubicBezTo>
                  <a:cubicBezTo>
                    <a:pt x="3" y="102"/>
                    <a:pt x="3" y="102"/>
                    <a:pt x="3" y="102"/>
                  </a:cubicBezTo>
                  <a:cubicBezTo>
                    <a:pt x="4" y="106"/>
                    <a:pt x="7" y="109"/>
                    <a:pt x="10" y="110"/>
                  </a:cubicBezTo>
                  <a:cubicBezTo>
                    <a:pt x="11" y="110"/>
                    <a:pt x="11" y="110"/>
                    <a:pt x="11" y="110"/>
                  </a:cubicBezTo>
                  <a:cubicBezTo>
                    <a:pt x="23" y="113"/>
                    <a:pt x="23" y="113"/>
                    <a:pt x="23" y="113"/>
                  </a:cubicBezTo>
                  <a:cubicBezTo>
                    <a:pt x="26" y="114"/>
                    <a:pt x="28" y="118"/>
                    <a:pt x="28" y="121"/>
                  </a:cubicBezTo>
                  <a:cubicBezTo>
                    <a:pt x="28" y="138"/>
                    <a:pt x="28" y="138"/>
                    <a:pt x="28" y="138"/>
                  </a:cubicBezTo>
                  <a:cubicBezTo>
                    <a:pt x="17" y="138"/>
                    <a:pt x="17" y="138"/>
                    <a:pt x="17" y="138"/>
                  </a:cubicBezTo>
                  <a:cubicBezTo>
                    <a:pt x="17" y="187"/>
                    <a:pt x="17" y="187"/>
                    <a:pt x="17" y="187"/>
                  </a:cubicBezTo>
                  <a:cubicBezTo>
                    <a:pt x="17" y="199"/>
                    <a:pt x="28" y="208"/>
                    <a:pt x="40" y="209"/>
                  </a:cubicBezTo>
                  <a:cubicBezTo>
                    <a:pt x="40" y="214"/>
                    <a:pt x="40" y="214"/>
                    <a:pt x="40" y="214"/>
                  </a:cubicBezTo>
                  <a:cubicBezTo>
                    <a:pt x="40" y="220"/>
                    <a:pt x="46" y="225"/>
                    <a:pt x="53" y="225"/>
                  </a:cubicBezTo>
                  <a:cubicBezTo>
                    <a:pt x="74" y="225"/>
                    <a:pt x="74" y="225"/>
                    <a:pt x="74" y="225"/>
                  </a:cubicBezTo>
                  <a:cubicBezTo>
                    <a:pt x="81" y="225"/>
                    <a:pt x="87" y="220"/>
                    <a:pt x="87" y="214"/>
                  </a:cubicBezTo>
                  <a:cubicBezTo>
                    <a:pt x="87" y="209"/>
                    <a:pt x="87" y="209"/>
                    <a:pt x="87" y="209"/>
                  </a:cubicBezTo>
                  <a:cubicBezTo>
                    <a:pt x="99" y="208"/>
                    <a:pt x="110" y="199"/>
                    <a:pt x="110" y="187"/>
                  </a:cubicBezTo>
                  <a:cubicBezTo>
                    <a:pt x="110" y="138"/>
                    <a:pt x="110" y="138"/>
                    <a:pt x="110" y="138"/>
                  </a:cubicBezTo>
                  <a:cubicBezTo>
                    <a:pt x="99" y="138"/>
                    <a:pt x="99" y="138"/>
                    <a:pt x="99" y="138"/>
                  </a:cubicBezTo>
                  <a:cubicBezTo>
                    <a:pt x="99" y="125"/>
                    <a:pt x="99" y="125"/>
                    <a:pt x="99" y="125"/>
                  </a:cubicBezTo>
                  <a:cubicBezTo>
                    <a:pt x="99" y="122"/>
                    <a:pt x="101" y="118"/>
                    <a:pt x="104" y="117"/>
                  </a:cubicBezTo>
                  <a:cubicBezTo>
                    <a:pt x="112" y="115"/>
                    <a:pt x="112" y="115"/>
                    <a:pt x="112" y="115"/>
                  </a:cubicBezTo>
                  <a:cubicBezTo>
                    <a:pt x="118" y="113"/>
                    <a:pt x="122" y="107"/>
                    <a:pt x="120" y="101"/>
                  </a:cubicBezTo>
                  <a:close/>
                  <a:moveTo>
                    <a:pt x="43" y="98"/>
                  </a:moveTo>
                  <a:cubicBezTo>
                    <a:pt x="45" y="99"/>
                    <a:pt x="46" y="100"/>
                    <a:pt x="47" y="101"/>
                  </a:cubicBezTo>
                  <a:cubicBezTo>
                    <a:pt x="48" y="103"/>
                    <a:pt x="49" y="104"/>
                    <a:pt x="49" y="106"/>
                  </a:cubicBezTo>
                  <a:cubicBezTo>
                    <a:pt x="49" y="138"/>
                    <a:pt x="49" y="138"/>
                    <a:pt x="49" y="138"/>
                  </a:cubicBezTo>
                  <a:cubicBezTo>
                    <a:pt x="35" y="138"/>
                    <a:pt x="35" y="138"/>
                    <a:pt x="35" y="138"/>
                  </a:cubicBezTo>
                  <a:cubicBezTo>
                    <a:pt x="35" y="121"/>
                    <a:pt x="35" y="121"/>
                    <a:pt x="35" y="121"/>
                  </a:cubicBezTo>
                  <a:cubicBezTo>
                    <a:pt x="35" y="116"/>
                    <a:pt x="30" y="110"/>
                    <a:pt x="25" y="108"/>
                  </a:cubicBezTo>
                  <a:cubicBezTo>
                    <a:pt x="25" y="108"/>
                    <a:pt x="24" y="108"/>
                    <a:pt x="24" y="108"/>
                  </a:cubicBezTo>
                  <a:cubicBezTo>
                    <a:pt x="13" y="104"/>
                    <a:pt x="13" y="104"/>
                    <a:pt x="13" y="104"/>
                  </a:cubicBezTo>
                  <a:cubicBezTo>
                    <a:pt x="12" y="104"/>
                    <a:pt x="12" y="104"/>
                    <a:pt x="12" y="104"/>
                  </a:cubicBezTo>
                  <a:cubicBezTo>
                    <a:pt x="10" y="104"/>
                    <a:pt x="9" y="102"/>
                    <a:pt x="9" y="101"/>
                  </a:cubicBezTo>
                  <a:cubicBezTo>
                    <a:pt x="8" y="97"/>
                    <a:pt x="8" y="97"/>
                    <a:pt x="8" y="97"/>
                  </a:cubicBezTo>
                  <a:cubicBezTo>
                    <a:pt x="8" y="97"/>
                    <a:pt x="8" y="97"/>
                    <a:pt x="8" y="97"/>
                  </a:cubicBezTo>
                  <a:cubicBezTo>
                    <a:pt x="7" y="96"/>
                    <a:pt x="7" y="94"/>
                    <a:pt x="8" y="93"/>
                  </a:cubicBezTo>
                  <a:cubicBezTo>
                    <a:pt x="9" y="92"/>
                    <a:pt x="10" y="91"/>
                    <a:pt x="11" y="90"/>
                  </a:cubicBezTo>
                  <a:cubicBezTo>
                    <a:pt x="12" y="90"/>
                    <a:pt x="12" y="90"/>
                    <a:pt x="12" y="90"/>
                  </a:cubicBezTo>
                  <a:cubicBezTo>
                    <a:pt x="13" y="90"/>
                    <a:pt x="13" y="90"/>
                    <a:pt x="13" y="90"/>
                  </a:cubicBezTo>
                  <a:cubicBezTo>
                    <a:pt x="24" y="86"/>
                    <a:pt x="24" y="86"/>
                    <a:pt x="24" y="86"/>
                  </a:cubicBezTo>
                  <a:cubicBezTo>
                    <a:pt x="106" y="62"/>
                    <a:pt x="106" y="62"/>
                    <a:pt x="106" y="62"/>
                  </a:cubicBezTo>
                  <a:cubicBezTo>
                    <a:pt x="107" y="62"/>
                    <a:pt x="107" y="62"/>
                    <a:pt x="108" y="62"/>
                  </a:cubicBezTo>
                  <a:cubicBezTo>
                    <a:pt x="110" y="62"/>
                    <a:pt x="112" y="63"/>
                    <a:pt x="113" y="66"/>
                  </a:cubicBezTo>
                  <a:cubicBezTo>
                    <a:pt x="114" y="69"/>
                    <a:pt x="114" y="69"/>
                    <a:pt x="114" y="69"/>
                  </a:cubicBezTo>
                  <a:cubicBezTo>
                    <a:pt x="115" y="71"/>
                    <a:pt x="114" y="72"/>
                    <a:pt x="114" y="73"/>
                  </a:cubicBezTo>
                  <a:cubicBezTo>
                    <a:pt x="113" y="74"/>
                    <a:pt x="112" y="75"/>
                    <a:pt x="111" y="76"/>
                  </a:cubicBezTo>
                  <a:cubicBezTo>
                    <a:pt x="49" y="94"/>
                    <a:pt x="49" y="94"/>
                    <a:pt x="49" y="94"/>
                  </a:cubicBezTo>
                  <a:cubicBezTo>
                    <a:pt x="39" y="97"/>
                    <a:pt x="43" y="98"/>
                    <a:pt x="43" y="98"/>
                  </a:cubicBezTo>
                  <a:close/>
                  <a:moveTo>
                    <a:pt x="111" y="109"/>
                  </a:moveTo>
                  <a:cubicBezTo>
                    <a:pt x="103" y="111"/>
                    <a:pt x="103" y="111"/>
                    <a:pt x="103" y="111"/>
                  </a:cubicBezTo>
                  <a:cubicBezTo>
                    <a:pt x="97" y="113"/>
                    <a:pt x="92" y="119"/>
                    <a:pt x="92" y="125"/>
                  </a:cubicBezTo>
                  <a:cubicBezTo>
                    <a:pt x="92" y="138"/>
                    <a:pt x="92" y="138"/>
                    <a:pt x="92" y="138"/>
                  </a:cubicBezTo>
                  <a:cubicBezTo>
                    <a:pt x="78" y="138"/>
                    <a:pt x="78" y="138"/>
                    <a:pt x="78" y="138"/>
                  </a:cubicBezTo>
                  <a:cubicBezTo>
                    <a:pt x="78" y="110"/>
                    <a:pt x="78" y="110"/>
                    <a:pt x="78" y="110"/>
                  </a:cubicBezTo>
                  <a:cubicBezTo>
                    <a:pt x="78" y="107"/>
                    <a:pt x="81" y="103"/>
                    <a:pt x="84" y="102"/>
                  </a:cubicBezTo>
                  <a:cubicBezTo>
                    <a:pt x="106" y="96"/>
                    <a:pt x="106" y="96"/>
                    <a:pt x="106" y="96"/>
                  </a:cubicBezTo>
                  <a:cubicBezTo>
                    <a:pt x="109" y="95"/>
                    <a:pt x="112" y="96"/>
                    <a:pt x="113" y="99"/>
                  </a:cubicBezTo>
                  <a:cubicBezTo>
                    <a:pt x="114" y="103"/>
                    <a:pt x="114" y="103"/>
                    <a:pt x="114" y="103"/>
                  </a:cubicBezTo>
                  <a:cubicBezTo>
                    <a:pt x="115" y="106"/>
                    <a:pt x="113" y="109"/>
                    <a:pt x="111" y="10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defTabSz="776835"/>
              <a:endParaRPr lang="en-US" sz="1600">
                <a:solidFill>
                  <a:srgbClr val="FFFFFF"/>
                </a:solidFill>
              </a:endParaRPr>
            </a:p>
          </p:txBody>
        </p:sp>
      </p:grpSp>
      <p:grpSp>
        <p:nvGrpSpPr>
          <p:cNvPr id="5" name="Green Tile"/>
          <p:cNvGrpSpPr/>
          <p:nvPr userDrawn="1"/>
        </p:nvGrpSpPr>
        <p:grpSpPr>
          <a:xfrm>
            <a:off x="2055657" y="4245981"/>
            <a:ext cx="1084119" cy="1202193"/>
            <a:chOff x="2514069" y="4682828"/>
            <a:chExt cx="1325880" cy="1325880"/>
          </a:xfrm>
        </p:grpSpPr>
        <p:sp>
          <p:nvSpPr>
            <p:cNvPr id="41" name="Rectangle 40"/>
            <p:cNvSpPr/>
            <p:nvPr/>
          </p:nvSpPr>
          <p:spPr bwMode="auto">
            <a:xfrm>
              <a:off x="2514069" y="4682828"/>
              <a:ext cx="1325880" cy="1325880"/>
            </a:xfrm>
            <a:prstGeom prst="rect">
              <a:avLst/>
            </a:prstGeom>
            <a:solidFill>
              <a:schemeClr val="accent5"/>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46" name="Freeform 73"/>
            <p:cNvSpPr>
              <a:spLocks noEditPoints="1"/>
            </p:cNvSpPr>
            <p:nvPr userDrawn="1"/>
          </p:nvSpPr>
          <p:spPr bwMode="auto">
            <a:xfrm>
              <a:off x="2757463" y="5062311"/>
              <a:ext cx="839092" cy="702557"/>
            </a:xfrm>
            <a:custGeom>
              <a:avLst/>
              <a:gdLst>
                <a:gd name="T0" fmla="*/ 339 w 411"/>
                <a:gd name="T1" fmla="*/ 344 h 344"/>
                <a:gd name="T2" fmla="*/ 334 w 411"/>
                <a:gd name="T3" fmla="*/ 342 h 344"/>
                <a:gd name="T4" fmla="*/ 270 w 411"/>
                <a:gd name="T5" fmla="*/ 277 h 344"/>
                <a:gd name="T6" fmla="*/ 74 w 411"/>
                <a:gd name="T7" fmla="*/ 277 h 344"/>
                <a:gd name="T8" fmla="*/ 0 w 411"/>
                <a:gd name="T9" fmla="*/ 203 h 344"/>
                <a:gd name="T10" fmla="*/ 0 w 411"/>
                <a:gd name="T11" fmla="*/ 74 h 344"/>
                <a:gd name="T12" fmla="*/ 74 w 411"/>
                <a:gd name="T13" fmla="*/ 0 h 344"/>
                <a:gd name="T14" fmla="*/ 338 w 411"/>
                <a:gd name="T15" fmla="*/ 0 h 344"/>
                <a:gd name="T16" fmla="*/ 411 w 411"/>
                <a:gd name="T17" fmla="*/ 74 h 344"/>
                <a:gd name="T18" fmla="*/ 411 w 411"/>
                <a:gd name="T19" fmla="*/ 203 h 344"/>
                <a:gd name="T20" fmla="*/ 347 w 411"/>
                <a:gd name="T21" fmla="*/ 277 h 344"/>
                <a:gd name="T22" fmla="*/ 347 w 411"/>
                <a:gd name="T23" fmla="*/ 337 h 344"/>
                <a:gd name="T24" fmla="*/ 342 w 411"/>
                <a:gd name="T25" fmla="*/ 344 h 344"/>
                <a:gd name="T26" fmla="*/ 339 w 411"/>
                <a:gd name="T27" fmla="*/ 344 h 344"/>
                <a:gd name="T28" fmla="*/ 74 w 411"/>
                <a:gd name="T29" fmla="*/ 15 h 344"/>
                <a:gd name="T30" fmla="*/ 14 w 411"/>
                <a:gd name="T31" fmla="*/ 74 h 344"/>
                <a:gd name="T32" fmla="*/ 14 w 411"/>
                <a:gd name="T33" fmla="*/ 203 h 344"/>
                <a:gd name="T34" fmla="*/ 74 w 411"/>
                <a:gd name="T35" fmla="*/ 262 h 344"/>
                <a:gd name="T36" fmla="*/ 273 w 411"/>
                <a:gd name="T37" fmla="*/ 262 h 344"/>
                <a:gd name="T38" fmla="*/ 278 w 411"/>
                <a:gd name="T39" fmla="*/ 264 h 344"/>
                <a:gd name="T40" fmla="*/ 332 w 411"/>
                <a:gd name="T41" fmla="*/ 319 h 344"/>
                <a:gd name="T42" fmla="*/ 332 w 411"/>
                <a:gd name="T43" fmla="*/ 270 h 344"/>
                <a:gd name="T44" fmla="*/ 339 w 411"/>
                <a:gd name="T45" fmla="*/ 262 h 344"/>
                <a:gd name="T46" fmla="*/ 397 w 411"/>
                <a:gd name="T47" fmla="*/ 203 h 344"/>
                <a:gd name="T48" fmla="*/ 397 w 411"/>
                <a:gd name="T49" fmla="*/ 74 h 344"/>
                <a:gd name="T50" fmla="*/ 338 w 411"/>
                <a:gd name="T51" fmla="*/ 15 h 344"/>
                <a:gd name="T52" fmla="*/ 74 w 411"/>
                <a:gd name="T53" fmla="*/ 15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1" h="344">
                  <a:moveTo>
                    <a:pt x="339" y="344"/>
                  </a:moveTo>
                  <a:cubicBezTo>
                    <a:pt x="337" y="344"/>
                    <a:pt x="336" y="343"/>
                    <a:pt x="334" y="342"/>
                  </a:cubicBezTo>
                  <a:cubicBezTo>
                    <a:pt x="270" y="277"/>
                    <a:pt x="270" y="277"/>
                    <a:pt x="270" y="277"/>
                  </a:cubicBezTo>
                  <a:cubicBezTo>
                    <a:pt x="74" y="277"/>
                    <a:pt x="74" y="277"/>
                    <a:pt x="74" y="277"/>
                  </a:cubicBezTo>
                  <a:cubicBezTo>
                    <a:pt x="33" y="277"/>
                    <a:pt x="0" y="244"/>
                    <a:pt x="0" y="203"/>
                  </a:cubicBezTo>
                  <a:cubicBezTo>
                    <a:pt x="0" y="74"/>
                    <a:pt x="0" y="74"/>
                    <a:pt x="0" y="74"/>
                  </a:cubicBezTo>
                  <a:cubicBezTo>
                    <a:pt x="0" y="33"/>
                    <a:pt x="33" y="0"/>
                    <a:pt x="74" y="0"/>
                  </a:cubicBezTo>
                  <a:cubicBezTo>
                    <a:pt x="338" y="0"/>
                    <a:pt x="338" y="0"/>
                    <a:pt x="338" y="0"/>
                  </a:cubicBezTo>
                  <a:cubicBezTo>
                    <a:pt x="378" y="0"/>
                    <a:pt x="411" y="33"/>
                    <a:pt x="411" y="74"/>
                  </a:cubicBezTo>
                  <a:cubicBezTo>
                    <a:pt x="411" y="203"/>
                    <a:pt x="411" y="203"/>
                    <a:pt x="411" y="203"/>
                  </a:cubicBezTo>
                  <a:cubicBezTo>
                    <a:pt x="411" y="242"/>
                    <a:pt x="384" y="273"/>
                    <a:pt x="347" y="277"/>
                  </a:cubicBezTo>
                  <a:cubicBezTo>
                    <a:pt x="347" y="337"/>
                    <a:pt x="347" y="337"/>
                    <a:pt x="347" y="337"/>
                  </a:cubicBezTo>
                  <a:cubicBezTo>
                    <a:pt x="347" y="340"/>
                    <a:pt x="345" y="342"/>
                    <a:pt x="342" y="344"/>
                  </a:cubicBezTo>
                  <a:cubicBezTo>
                    <a:pt x="341" y="344"/>
                    <a:pt x="340" y="344"/>
                    <a:pt x="339" y="344"/>
                  </a:cubicBezTo>
                  <a:close/>
                  <a:moveTo>
                    <a:pt x="74" y="15"/>
                  </a:moveTo>
                  <a:cubicBezTo>
                    <a:pt x="41" y="15"/>
                    <a:pt x="14" y="41"/>
                    <a:pt x="14" y="74"/>
                  </a:cubicBezTo>
                  <a:cubicBezTo>
                    <a:pt x="14" y="203"/>
                    <a:pt x="14" y="203"/>
                    <a:pt x="14" y="203"/>
                  </a:cubicBezTo>
                  <a:cubicBezTo>
                    <a:pt x="14" y="236"/>
                    <a:pt x="41" y="262"/>
                    <a:pt x="74" y="262"/>
                  </a:cubicBezTo>
                  <a:cubicBezTo>
                    <a:pt x="273" y="262"/>
                    <a:pt x="273" y="262"/>
                    <a:pt x="273" y="262"/>
                  </a:cubicBezTo>
                  <a:cubicBezTo>
                    <a:pt x="275" y="262"/>
                    <a:pt x="277" y="263"/>
                    <a:pt x="278" y="264"/>
                  </a:cubicBezTo>
                  <a:cubicBezTo>
                    <a:pt x="332" y="319"/>
                    <a:pt x="332" y="319"/>
                    <a:pt x="332" y="319"/>
                  </a:cubicBezTo>
                  <a:cubicBezTo>
                    <a:pt x="332" y="270"/>
                    <a:pt x="332" y="270"/>
                    <a:pt x="332" y="270"/>
                  </a:cubicBezTo>
                  <a:cubicBezTo>
                    <a:pt x="332" y="266"/>
                    <a:pt x="335" y="262"/>
                    <a:pt x="339" y="262"/>
                  </a:cubicBezTo>
                  <a:cubicBezTo>
                    <a:pt x="371" y="262"/>
                    <a:pt x="397" y="236"/>
                    <a:pt x="397" y="203"/>
                  </a:cubicBezTo>
                  <a:cubicBezTo>
                    <a:pt x="397" y="74"/>
                    <a:pt x="397" y="74"/>
                    <a:pt x="397" y="74"/>
                  </a:cubicBezTo>
                  <a:cubicBezTo>
                    <a:pt x="397" y="41"/>
                    <a:pt x="370" y="15"/>
                    <a:pt x="338" y="15"/>
                  </a:cubicBezTo>
                  <a:lnTo>
                    <a:pt x="74" y="15"/>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776835"/>
              <a:endParaRPr lang="en-US" sz="1600">
                <a:solidFill>
                  <a:srgbClr val="FFFFFF"/>
                </a:solidFill>
              </a:endParaRPr>
            </a:p>
          </p:txBody>
        </p:sp>
      </p:grpSp>
      <p:sp useBgFill="1">
        <p:nvSpPr>
          <p:cNvPr id="43" name="Top Mask"/>
          <p:cNvSpPr/>
          <p:nvPr userDrawn="1"/>
        </p:nvSpPr>
        <p:spPr bwMode="auto">
          <a:xfrm>
            <a:off x="0" y="0"/>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useBgFill="1">
        <p:nvSpPr>
          <p:cNvPr id="44" name="Right Mask"/>
          <p:cNvSpPr/>
          <p:nvPr userDrawn="1"/>
        </p:nvSpPr>
        <p:spPr bwMode="auto">
          <a:xfrm>
            <a:off x="9135582" y="1478672"/>
            <a:ext cx="830744"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 name="Title 1"/>
          <p:cNvSpPr>
            <a:spLocks noGrp="1"/>
          </p:cNvSpPr>
          <p:nvPr>
            <p:ph type="ctrTitle"/>
          </p:nvPr>
        </p:nvSpPr>
        <p:spPr>
          <a:xfrm>
            <a:off x="3419010" y="2930475"/>
            <a:ext cx="5493292" cy="1117490"/>
          </a:xfrm>
        </p:spPr>
        <p:txBody>
          <a:bodyPr anchor="ctr">
            <a:noAutofit/>
          </a:bodyPr>
          <a:lstStyle>
            <a:lvl1pPr algn="l" defTabSz="776835" rtl="0" eaLnBrk="1" latinLnBrk="0" hangingPunct="1">
              <a:lnSpc>
                <a:spcPct val="90000"/>
              </a:lnSpc>
              <a:spcBef>
                <a:spcPct val="0"/>
              </a:spcBef>
              <a:buNone/>
              <a:defRPr lang="en-US" sz="3300" b="1" kern="1200" cap="none" spc="-86" baseline="0" dirty="0">
                <a:ln w="3175">
                  <a:noFill/>
                </a:ln>
                <a:solidFill>
                  <a:schemeClr val="accent1">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p:nvSpPr>
          <p:cNvPr id="3" name="Subtitle 2"/>
          <p:cNvSpPr>
            <a:spLocks noGrp="1"/>
          </p:cNvSpPr>
          <p:nvPr>
            <p:ph type="subTitle" idx="1"/>
          </p:nvPr>
        </p:nvSpPr>
        <p:spPr>
          <a:xfrm>
            <a:off x="3419010" y="4560043"/>
            <a:ext cx="5617904" cy="420039"/>
          </a:xfrm>
        </p:spPr>
        <p:txBody>
          <a:bodyPr>
            <a:noAutofit/>
          </a:bodyPr>
          <a:lstStyle>
            <a:lvl1pPr marL="0" indent="0" algn="l" defTabSz="776835"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17" indent="0" algn="ctr">
              <a:buNone/>
              <a:defRPr>
                <a:solidFill>
                  <a:schemeClr val="tx1">
                    <a:tint val="75000"/>
                  </a:schemeClr>
                </a:solidFill>
              </a:defRPr>
            </a:lvl2pPr>
            <a:lvl3pPr marL="776835" indent="0" algn="ctr">
              <a:buNone/>
              <a:defRPr>
                <a:solidFill>
                  <a:schemeClr val="tx1">
                    <a:tint val="75000"/>
                  </a:schemeClr>
                </a:solidFill>
              </a:defRPr>
            </a:lvl3pPr>
            <a:lvl4pPr marL="1165252" indent="0" algn="ctr">
              <a:buNone/>
              <a:defRPr>
                <a:solidFill>
                  <a:schemeClr val="tx1">
                    <a:tint val="75000"/>
                  </a:schemeClr>
                </a:solidFill>
              </a:defRPr>
            </a:lvl4pPr>
            <a:lvl5pPr marL="1553670" indent="0" algn="ctr">
              <a:buNone/>
              <a:defRPr>
                <a:solidFill>
                  <a:schemeClr val="tx1">
                    <a:tint val="75000"/>
                  </a:schemeClr>
                </a:solidFill>
              </a:defRPr>
            </a:lvl5pPr>
            <a:lvl6pPr marL="1942087" indent="0" algn="ctr">
              <a:buNone/>
              <a:defRPr>
                <a:solidFill>
                  <a:schemeClr val="tx1">
                    <a:tint val="75000"/>
                  </a:schemeClr>
                </a:solidFill>
              </a:defRPr>
            </a:lvl6pPr>
            <a:lvl7pPr marL="2330506" indent="0" algn="ctr">
              <a:buNone/>
              <a:defRPr>
                <a:solidFill>
                  <a:schemeClr val="tx1">
                    <a:tint val="75000"/>
                  </a:schemeClr>
                </a:solidFill>
              </a:defRPr>
            </a:lvl7pPr>
            <a:lvl8pPr marL="2718923" indent="0" algn="ctr">
              <a:buNone/>
              <a:defRPr>
                <a:solidFill>
                  <a:schemeClr val="tx1">
                    <a:tint val="75000"/>
                  </a:schemeClr>
                </a:solidFill>
              </a:defRPr>
            </a:lvl8pPr>
            <a:lvl9pPr marL="3107341" indent="0" algn="ctr">
              <a:buNone/>
              <a:defRPr>
                <a:solidFill>
                  <a:schemeClr val="tx1">
                    <a:tint val="75000"/>
                  </a:schemeClr>
                </a:solidFill>
              </a:defRPr>
            </a:lvl9pPr>
          </a:lstStyle>
          <a:p>
            <a:r>
              <a:rPr lang="en-US" smtClean="0"/>
              <a:t>Click to edit Master subtitle style</a:t>
            </a:r>
            <a:endParaRPr lang="en-US" dirty="0"/>
          </a:p>
        </p:txBody>
      </p:sp>
      <p:sp useBgFill="1">
        <p:nvSpPr>
          <p:cNvPr id="45" name="Bottom Mask"/>
          <p:cNvSpPr/>
          <p:nvPr userDrawn="1"/>
        </p:nvSpPr>
        <p:spPr bwMode="auto">
          <a:xfrm>
            <a:off x="0" y="5449596"/>
            <a:ext cx="9966326"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Tree>
    <p:extLst>
      <p:ext uri="{BB962C8B-B14F-4D97-AF65-F5344CB8AC3E}">
        <p14:creationId xmlns="" xmlns:p14="http://schemas.microsoft.com/office/powerpoint/2010/main" val="359984387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424459" y="207276"/>
            <a:ext cx="9116111" cy="632381"/>
          </a:xfrm>
        </p:spPr>
        <p:txBody>
          <a:bodyPr/>
          <a:lstStyle>
            <a:lvl1pPr>
              <a:defRPr lang="en-US" sz="4600" kern="1200" spc="-86" baseline="0" dirty="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Segoe UI Light" pitchFamily="34" charset="0"/>
                <a:ea typeface="+mn-ea"/>
                <a:cs typeface="+mn-cs"/>
              </a:defRPr>
            </a:lvl1pPr>
          </a:lstStyle>
          <a:p>
            <a:r>
              <a:rPr lang="en-US" dirty="0" smtClean="0"/>
              <a:t>Click to edit Master title style</a:t>
            </a:r>
            <a:endParaRPr lang="en-US" dirty="0"/>
          </a:p>
        </p:txBody>
      </p:sp>
      <p:sp>
        <p:nvSpPr>
          <p:cNvPr id="5" name="Text Placeholder 4"/>
          <p:cNvSpPr>
            <a:spLocks noGrp="1"/>
          </p:cNvSpPr>
          <p:nvPr>
            <p:ph type="body" sz="quarter" idx="10"/>
          </p:nvPr>
        </p:nvSpPr>
        <p:spPr>
          <a:xfrm>
            <a:off x="424459" y="1312738"/>
            <a:ext cx="9116111" cy="808939"/>
          </a:xfrm>
        </p:spPr>
        <p:txBody>
          <a:bodyPr/>
          <a:lstStyle>
            <a:lvl1pPr marL="0" indent="0">
              <a:spcBef>
                <a:spcPts val="0"/>
              </a:spcBef>
              <a:spcAft>
                <a:spcPts val="764"/>
              </a:spcAft>
              <a:buNone/>
              <a:defRPr sz="3300" spc="-86" baseline="0">
                <a:latin typeface="Segoe UI Light" pitchFamily="34" charset="0"/>
              </a:defRPr>
            </a:lvl1pPr>
            <a:lvl2pPr marL="0" indent="0">
              <a:spcBef>
                <a:spcPts val="0"/>
              </a:spcBef>
              <a:spcAft>
                <a:spcPts val="339"/>
              </a:spcAft>
              <a:buNone/>
              <a:defRPr sz="1800" spc="-42" baseline="0"/>
            </a:lvl2pPr>
            <a:lvl3pPr marL="0" indent="0">
              <a:spcBef>
                <a:spcPts val="0"/>
              </a:spcBef>
              <a:spcAft>
                <a:spcPts val="339"/>
              </a:spcAft>
              <a:buNone/>
              <a:defRPr sz="1800"/>
            </a:lvl3pPr>
            <a:lvl4pPr marL="0" indent="0">
              <a:spcBef>
                <a:spcPts val="0"/>
              </a:spcBef>
              <a:spcAft>
                <a:spcPts val="339"/>
              </a:spcAft>
              <a:buNone/>
              <a:defRPr/>
            </a:lvl4pPr>
            <a:lvl5pPr marL="0" indent="0">
              <a:spcBef>
                <a:spcPts val="0"/>
              </a:spcBef>
              <a:spcAft>
                <a:spcPts val="339"/>
              </a:spcAft>
              <a:buNone/>
              <a:defRPr/>
            </a:lvl5pPr>
          </a:lstStyle>
          <a:p>
            <a:pPr lvl="0"/>
            <a:r>
              <a:rPr lang="en-US" dirty="0" smtClean="0"/>
              <a:t>Click to edit Master text styles</a:t>
            </a:r>
          </a:p>
          <a:p>
            <a:pPr lvl="1"/>
            <a:r>
              <a:rPr lang="en-US" dirty="0" smtClean="0"/>
              <a:t>Second level</a:t>
            </a:r>
          </a:p>
        </p:txBody>
      </p:sp>
    </p:spTree>
    <p:extLst>
      <p:ext uri="{BB962C8B-B14F-4D97-AF65-F5344CB8AC3E}">
        <p14:creationId xmlns="" xmlns:p14="http://schemas.microsoft.com/office/powerpoint/2010/main" val="354591826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424459" y="207276"/>
            <a:ext cx="9116111" cy="632381"/>
          </a:xfrm>
        </p:spPr>
        <p:txBody>
          <a:bodyPr/>
          <a:lstStyle/>
          <a:p>
            <a:r>
              <a:rPr lang="en-US" dirty="0" smtClean="0"/>
              <a:t>Click to edit Master title style</a:t>
            </a:r>
            <a:endParaRPr lang="en-US" dirty="0"/>
          </a:p>
        </p:txBody>
      </p:sp>
      <p:sp>
        <p:nvSpPr>
          <p:cNvPr id="5" name="Text Placeholder 4"/>
          <p:cNvSpPr>
            <a:spLocks noGrp="1"/>
          </p:cNvSpPr>
          <p:nvPr>
            <p:ph type="body" sz="quarter" idx="10"/>
          </p:nvPr>
        </p:nvSpPr>
        <p:spPr>
          <a:xfrm>
            <a:off x="424459" y="1312739"/>
            <a:ext cx="9116111" cy="174201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80035162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24459" y="1312739"/>
            <a:ext cx="9116111" cy="1742015"/>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99972696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 xmlns:p14="http://schemas.microsoft.com/office/powerpoint/2010/main" val="83159780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54349820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Black Layout - 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424459" y="1312739"/>
            <a:ext cx="9116111" cy="1742015"/>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09892846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424459" y="1312739"/>
            <a:ext cx="9116111" cy="1742015"/>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1" y="5656871"/>
            <a:ext cx="9966326" cy="561369"/>
          </a:xfrm>
          <a:solidFill>
            <a:srgbClr val="FFFF99"/>
          </a:solidFill>
        </p:spPr>
        <p:txBody>
          <a:bodyPr wrap="square" lIns="129472" tIns="64737" rIns="129472" bIns="64737" anchor="b" anchorCtr="0">
            <a:noAutofit/>
          </a:bodyPr>
          <a:lstStyle>
            <a:lvl1pPr algn="r">
              <a:buFont typeface="Arial" pitchFamily="34" charset="0"/>
              <a:buNone/>
              <a:defRPr spc="-42" baseline="0">
                <a:gradFill>
                  <a:gsLst>
                    <a:gs pos="0">
                      <a:srgbClr val="000000"/>
                    </a:gs>
                    <a:gs pos="100000">
                      <a:srgbClr val="000000"/>
                    </a:gs>
                  </a:gsLst>
                  <a:lin ang="5400000" scaled="0"/>
                </a:gradFill>
                <a:effectLst/>
                <a:latin typeface="Segoe UI" pitchFamily="34" charset="0"/>
              </a:defRPr>
            </a:lvl1pPr>
          </a:lstStyle>
          <a:p>
            <a:pPr lvl="0"/>
            <a:r>
              <a:rPr lang="en-US" smtClean="0"/>
              <a:t>Click to edit Master text styles</a:t>
            </a:r>
          </a:p>
        </p:txBody>
      </p:sp>
    </p:spTree>
    <p:extLst>
      <p:ext uri="{BB962C8B-B14F-4D97-AF65-F5344CB8AC3E}">
        <p14:creationId xmlns="" xmlns:p14="http://schemas.microsoft.com/office/powerpoint/2010/main" val="331076571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Blank Color 1 Layout">
    <p:bg>
      <p:bgPr>
        <a:solidFill>
          <a:schemeClr val="accent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a:xfrm>
            <a:off x="419267" y="1603501"/>
            <a:ext cx="9181056" cy="1038746"/>
          </a:xfrm>
        </p:spPr>
        <p:txBody>
          <a:bodyPr/>
          <a:lstStyle>
            <a:lvl1pPr marL="0" indent="0">
              <a:buNone/>
              <a:defRPr sz="7500" i="0" spc="-86" baseline="0">
                <a:gradFill>
                  <a:gsLst>
                    <a:gs pos="0">
                      <a:schemeClr val="tx1"/>
                    </a:gs>
                    <a:gs pos="100000">
                      <a:schemeClr val="tx1"/>
                    </a:gs>
                  </a:gsLst>
                  <a:lin ang="5400000" scaled="0"/>
                </a:gradFill>
                <a:latin typeface="Segoe UI Light" pitchFamily="34" charset="0"/>
              </a:defRPr>
            </a:lvl1pPr>
          </a:lstStyle>
          <a:p>
            <a:pPr lvl="0"/>
            <a:r>
              <a:rPr lang="en-US" dirty="0" smtClean="0"/>
              <a:t>Click to edit title style</a:t>
            </a:r>
          </a:p>
        </p:txBody>
      </p:sp>
      <p:sp>
        <p:nvSpPr>
          <p:cNvPr id="9" name="Text Placeholder 8"/>
          <p:cNvSpPr>
            <a:spLocks noGrp="1"/>
          </p:cNvSpPr>
          <p:nvPr>
            <p:ph type="body" sz="quarter" idx="11" hasCustomPrompt="1"/>
          </p:nvPr>
        </p:nvSpPr>
        <p:spPr>
          <a:xfrm>
            <a:off x="419266" y="2918858"/>
            <a:ext cx="6143608" cy="387798"/>
          </a:xfrm>
        </p:spPr>
        <p:txBody>
          <a:bodyPr/>
          <a:lstStyle>
            <a:lvl1pPr marL="0" indent="0">
              <a:buNone/>
              <a:defRPr spc="-86" baseline="0">
                <a:gradFill>
                  <a:gsLst>
                    <a:gs pos="0">
                      <a:schemeClr val="tx1"/>
                    </a:gs>
                    <a:gs pos="100000">
                      <a:schemeClr val="tx1"/>
                    </a:gs>
                  </a:gsLst>
                  <a:lin ang="5400000" scaled="0"/>
                </a:gradFill>
                <a:latin typeface="Segoe UI Light" pitchFamily="34" charset="0"/>
              </a:defRPr>
            </a:lvl1pPr>
          </a:lstStyle>
          <a:p>
            <a:pPr lvl="0"/>
            <a:r>
              <a:rPr lang="en-US" dirty="0" smtClean="0"/>
              <a:t>Speaker Title</a:t>
            </a:r>
            <a:endParaRPr lang="en-US" dirty="0"/>
          </a:p>
        </p:txBody>
      </p:sp>
      <p:pic>
        <p:nvPicPr>
          <p:cNvPr id="5" name="Picture 3"/>
          <p:cNvPicPr>
            <a:picLocks noChangeAspect="1" noChangeArrowheads="1"/>
          </p:cNvPicPr>
          <p:nvPr userDrawn="1"/>
        </p:nvPicPr>
        <p:blipFill>
          <a:blip r:embed="rId2" cstate="email">
            <a:extLst>
              <a:ext uri="{28A0092B-C50C-407E-A947-70E740481C1C}">
                <a14:useLocalDpi xmlns="" xmlns:a14="http://schemas.microsoft.com/office/drawing/2010/main"/>
              </a:ext>
            </a:extLst>
          </a:blip>
          <a:stretch>
            <a:fillRect/>
          </a:stretch>
        </p:blipFill>
        <p:spPr bwMode="auto">
          <a:xfrm>
            <a:off x="8201893" y="5703504"/>
            <a:ext cx="1570105" cy="300265"/>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79651569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4_Blank Color 1 Layout">
    <p:bg>
      <p:bgPr>
        <a:solidFill>
          <a:schemeClr val="accent5"/>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a:xfrm>
            <a:off x="419267" y="1603501"/>
            <a:ext cx="9181056" cy="1038746"/>
          </a:xfrm>
        </p:spPr>
        <p:txBody>
          <a:bodyPr/>
          <a:lstStyle>
            <a:lvl1pPr marL="0" indent="0">
              <a:buNone/>
              <a:defRPr lang="en-US" sz="7500" i="0" kern="1200" spc="-86" baseline="0" dirty="0" smtClean="0">
                <a:gradFill>
                  <a:gsLst>
                    <a:gs pos="0">
                      <a:schemeClr val="tx1"/>
                    </a:gs>
                    <a:gs pos="100000">
                      <a:schemeClr val="tx1"/>
                    </a:gs>
                  </a:gsLst>
                  <a:lin ang="5400000" scaled="0"/>
                </a:gradFill>
                <a:latin typeface="Segoe UI Light" pitchFamily="34" charset="0"/>
                <a:ea typeface="+mn-ea"/>
                <a:cs typeface="+mn-cs"/>
              </a:defRPr>
            </a:lvl1pPr>
          </a:lstStyle>
          <a:p>
            <a:pPr marL="0" lvl="0" indent="0" algn="l" defTabSz="776835" rtl="0" eaLnBrk="1" latinLnBrk="0" hangingPunct="1">
              <a:lnSpc>
                <a:spcPct val="90000"/>
              </a:lnSpc>
              <a:spcBef>
                <a:spcPct val="20000"/>
              </a:spcBef>
              <a:buSzPct val="90000"/>
              <a:buFont typeface="Arial" pitchFamily="34" charset="0"/>
              <a:buNone/>
            </a:pPr>
            <a:r>
              <a:rPr lang="en-US" dirty="0" smtClean="0"/>
              <a:t>Click to edit title style</a:t>
            </a:r>
          </a:p>
        </p:txBody>
      </p:sp>
      <p:sp>
        <p:nvSpPr>
          <p:cNvPr id="4" name="Text Placeholder 8"/>
          <p:cNvSpPr>
            <a:spLocks noGrp="1"/>
          </p:cNvSpPr>
          <p:nvPr>
            <p:ph type="body" sz="quarter" idx="11" hasCustomPrompt="1"/>
          </p:nvPr>
        </p:nvSpPr>
        <p:spPr>
          <a:xfrm>
            <a:off x="419266" y="2918858"/>
            <a:ext cx="6143608" cy="387798"/>
          </a:xfrm>
        </p:spPr>
        <p:txBody>
          <a:bodyPr/>
          <a:lstStyle>
            <a:lvl1pPr marL="0" indent="0">
              <a:buNone/>
              <a:defRPr lang="en-US" sz="2800" kern="1200" spc="-86" baseline="0" dirty="0">
                <a:gradFill>
                  <a:gsLst>
                    <a:gs pos="0">
                      <a:schemeClr val="tx1"/>
                    </a:gs>
                    <a:gs pos="100000">
                      <a:schemeClr val="tx1"/>
                    </a:gs>
                  </a:gsLst>
                  <a:lin ang="5400000" scaled="0"/>
                </a:gradFill>
                <a:latin typeface="Segoe UI Light" pitchFamily="34" charset="0"/>
                <a:ea typeface="+mn-ea"/>
                <a:cs typeface="+mn-cs"/>
              </a:defRPr>
            </a:lvl1pPr>
          </a:lstStyle>
          <a:p>
            <a:pPr marL="0" lvl="0" indent="0" algn="l" defTabSz="776835" rtl="0" eaLnBrk="1" latinLnBrk="0" hangingPunct="1">
              <a:lnSpc>
                <a:spcPct val="90000"/>
              </a:lnSpc>
              <a:spcBef>
                <a:spcPct val="20000"/>
              </a:spcBef>
              <a:buSzPct val="90000"/>
              <a:buFont typeface="Arial" pitchFamily="34" charset="0"/>
              <a:buNone/>
            </a:pPr>
            <a:r>
              <a:rPr lang="en-US" dirty="0" smtClean="0"/>
              <a:t>Speaker Title</a:t>
            </a:r>
            <a:endParaRPr lang="en-US" dirty="0"/>
          </a:p>
        </p:txBody>
      </p:sp>
      <p:pic>
        <p:nvPicPr>
          <p:cNvPr id="5" name="Picture 3"/>
          <p:cNvPicPr>
            <a:picLocks noChangeAspect="1" noChangeArrowheads="1"/>
          </p:cNvPicPr>
          <p:nvPr userDrawn="1"/>
        </p:nvPicPr>
        <p:blipFill>
          <a:blip r:embed="rId2" cstate="email">
            <a:extLst>
              <a:ext uri="{28A0092B-C50C-407E-A947-70E740481C1C}">
                <a14:useLocalDpi xmlns="" xmlns:a14="http://schemas.microsoft.com/office/drawing/2010/main"/>
              </a:ext>
            </a:extLst>
          </a:blip>
          <a:stretch>
            <a:fillRect/>
          </a:stretch>
        </p:blipFill>
        <p:spPr bwMode="auto">
          <a:xfrm>
            <a:off x="8201893" y="5703504"/>
            <a:ext cx="1570105" cy="300265"/>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81347031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3_Blank Color 1 Layout">
    <p:bg>
      <p:bgPr>
        <a:solidFill>
          <a:srgbClr val="9B4F96"/>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a:xfrm>
            <a:off x="419267" y="1603501"/>
            <a:ext cx="9181056" cy="1038746"/>
          </a:xfrm>
        </p:spPr>
        <p:txBody>
          <a:bodyPr/>
          <a:lstStyle>
            <a:lvl1pPr marL="0" indent="0">
              <a:buNone/>
              <a:defRPr lang="en-US" sz="7500" i="0" kern="1200" spc="-86" baseline="0" dirty="0" smtClean="0">
                <a:gradFill>
                  <a:gsLst>
                    <a:gs pos="0">
                      <a:schemeClr val="tx1"/>
                    </a:gs>
                    <a:gs pos="100000">
                      <a:schemeClr val="tx1"/>
                    </a:gs>
                  </a:gsLst>
                  <a:lin ang="5400000" scaled="0"/>
                </a:gradFill>
                <a:latin typeface="Segoe UI Light" pitchFamily="34" charset="0"/>
                <a:ea typeface="+mn-ea"/>
                <a:cs typeface="+mn-cs"/>
              </a:defRPr>
            </a:lvl1pPr>
          </a:lstStyle>
          <a:p>
            <a:pPr marL="0" lvl="0" indent="0" algn="l" defTabSz="776835" rtl="0" eaLnBrk="1" latinLnBrk="0" hangingPunct="1">
              <a:lnSpc>
                <a:spcPct val="90000"/>
              </a:lnSpc>
              <a:spcBef>
                <a:spcPct val="20000"/>
              </a:spcBef>
              <a:buSzPct val="90000"/>
              <a:buFont typeface="Arial" pitchFamily="34" charset="0"/>
              <a:buNone/>
            </a:pPr>
            <a:r>
              <a:rPr lang="en-US" dirty="0" smtClean="0"/>
              <a:t>Click to edit title style</a:t>
            </a:r>
          </a:p>
        </p:txBody>
      </p:sp>
      <p:sp>
        <p:nvSpPr>
          <p:cNvPr id="4" name="Text Placeholder 8"/>
          <p:cNvSpPr>
            <a:spLocks noGrp="1"/>
          </p:cNvSpPr>
          <p:nvPr>
            <p:ph type="body" sz="quarter" idx="11" hasCustomPrompt="1"/>
          </p:nvPr>
        </p:nvSpPr>
        <p:spPr>
          <a:xfrm>
            <a:off x="419266" y="2918858"/>
            <a:ext cx="6143608" cy="387798"/>
          </a:xfrm>
        </p:spPr>
        <p:txBody>
          <a:bodyPr/>
          <a:lstStyle>
            <a:lvl1pPr marL="0" indent="0">
              <a:buNone/>
              <a:defRPr lang="en-US" sz="2800" kern="1200" spc="-86" baseline="0" dirty="0">
                <a:gradFill>
                  <a:gsLst>
                    <a:gs pos="0">
                      <a:schemeClr val="tx1"/>
                    </a:gs>
                    <a:gs pos="100000">
                      <a:schemeClr val="tx1"/>
                    </a:gs>
                  </a:gsLst>
                  <a:lin ang="5400000" scaled="0"/>
                </a:gradFill>
                <a:latin typeface="Segoe UI Light" pitchFamily="34" charset="0"/>
                <a:ea typeface="+mn-ea"/>
                <a:cs typeface="+mn-cs"/>
              </a:defRPr>
            </a:lvl1pPr>
          </a:lstStyle>
          <a:p>
            <a:pPr marL="0" lvl="0" indent="0" algn="l" defTabSz="776835" rtl="0" eaLnBrk="1" latinLnBrk="0" hangingPunct="1">
              <a:lnSpc>
                <a:spcPct val="90000"/>
              </a:lnSpc>
              <a:spcBef>
                <a:spcPct val="20000"/>
              </a:spcBef>
              <a:buSzPct val="90000"/>
              <a:buFont typeface="Arial" pitchFamily="34" charset="0"/>
              <a:buNone/>
            </a:pPr>
            <a:r>
              <a:rPr lang="en-US" dirty="0" smtClean="0"/>
              <a:t>Speaker Title</a:t>
            </a:r>
            <a:endParaRPr lang="en-US" dirty="0"/>
          </a:p>
        </p:txBody>
      </p:sp>
      <p:pic>
        <p:nvPicPr>
          <p:cNvPr id="5" name="Picture 3"/>
          <p:cNvPicPr>
            <a:picLocks noChangeAspect="1" noChangeArrowheads="1"/>
          </p:cNvPicPr>
          <p:nvPr userDrawn="1"/>
        </p:nvPicPr>
        <p:blipFill>
          <a:blip r:embed="rId2" cstate="email">
            <a:extLst>
              <a:ext uri="{28A0092B-C50C-407E-A947-70E740481C1C}">
                <a14:useLocalDpi xmlns="" xmlns:a14="http://schemas.microsoft.com/office/drawing/2010/main"/>
              </a:ext>
            </a:extLst>
          </a:blip>
          <a:stretch>
            <a:fillRect/>
          </a:stretch>
        </p:blipFill>
        <p:spPr bwMode="auto">
          <a:xfrm>
            <a:off x="8201893" y="5703504"/>
            <a:ext cx="1570105" cy="300265"/>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19065775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1_Blank Color 1 Layout">
    <p:bg>
      <p:bgPr>
        <a:solidFill>
          <a:srgbClr val="7FBA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a:xfrm>
            <a:off x="419267" y="1603501"/>
            <a:ext cx="9181056" cy="1038746"/>
          </a:xfrm>
        </p:spPr>
        <p:txBody>
          <a:bodyPr/>
          <a:lstStyle>
            <a:lvl1pPr marL="0" indent="0">
              <a:buNone/>
              <a:defRPr sz="7500" i="0" spc="-86" baseline="0">
                <a:gradFill>
                  <a:gsLst>
                    <a:gs pos="0">
                      <a:schemeClr val="tx1"/>
                    </a:gs>
                    <a:gs pos="100000">
                      <a:schemeClr val="tx1"/>
                    </a:gs>
                  </a:gsLst>
                  <a:lin ang="5400000" scaled="0"/>
                </a:gradFill>
                <a:latin typeface="Segoe UI Light" pitchFamily="34" charset="0"/>
              </a:defRPr>
            </a:lvl1pPr>
          </a:lstStyle>
          <a:p>
            <a:pPr lvl="0"/>
            <a:r>
              <a:rPr lang="en-US" dirty="0" smtClean="0"/>
              <a:t>Click to edit title style</a:t>
            </a:r>
          </a:p>
        </p:txBody>
      </p:sp>
      <p:sp>
        <p:nvSpPr>
          <p:cNvPr id="4" name="Text Placeholder 8"/>
          <p:cNvSpPr>
            <a:spLocks noGrp="1"/>
          </p:cNvSpPr>
          <p:nvPr>
            <p:ph type="body" sz="quarter" idx="11" hasCustomPrompt="1"/>
          </p:nvPr>
        </p:nvSpPr>
        <p:spPr>
          <a:xfrm>
            <a:off x="419266" y="2918858"/>
            <a:ext cx="6143608" cy="387798"/>
          </a:xfrm>
        </p:spPr>
        <p:txBody>
          <a:bodyPr/>
          <a:lstStyle>
            <a:lvl1pPr marL="0" indent="0">
              <a:buNone/>
              <a:defRPr lang="en-US" sz="2800" kern="1200" spc="-86" baseline="0" dirty="0">
                <a:gradFill>
                  <a:gsLst>
                    <a:gs pos="0">
                      <a:schemeClr val="tx1"/>
                    </a:gs>
                    <a:gs pos="100000">
                      <a:schemeClr val="tx1"/>
                    </a:gs>
                  </a:gsLst>
                  <a:lin ang="5400000" scaled="0"/>
                </a:gradFill>
                <a:latin typeface="Segoe UI Light" pitchFamily="34" charset="0"/>
                <a:ea typeface="+mn-ea"/>
                <a:cs typeface="+mn-cs"/>
              </a:defRPr>
            </a:lvl1pPr>
          </a:lstStyle>
          <a:p>
            <a:pPr marL="0" lvl="0" indent="0" algn="l" defTabSz="776835" rtl="0" eaLnBrk="1" latinLnBrk="0" hangingPunct="1">
              <a:lnSpc>
                <a:spcPct val="90000"/>
              </a:lnSpc>
              <a:spcBef>
                <a:spcPct val="20000"/>
              </a:spcBef>
              <a:buSzPct val="90000"/>
              <a:buFont typeface="Arial" pitchFamily="34" charset="0"/>
              <a:buNone/>
            </a:pPr>
            <a:r>
              <a:rPr lang="en-US" dirty="0" smtClean="0"/>
              <a:t>Speaker Title</a:t>
            </a:r>
            <a:endParaRPr lang="en-US" dirty="0"/>
          </a:p>
        </p:txBody>
      </p:sp>
      <p:pic>
        <p:nvPicPr>
          <p:cNvPr id="5" name="Picture 3"/>
          <p:cNvPicPr>
            <a:picLocks noChangeAspect="1" noChangeArrowheads="1"/>
          </p:cNvPicPr>
          <p:nvPr userDrawn="1"/>
        </p:nvPicPr>
        <p:blipFill>
          <a:blip r:embed="rId2" cstate="email">
            <a:extLst>
              <a:ext uri="{28A0092B-C50C-407E-A947-70E740481C1C}">
                <a14:useLocalDpi xmlns="" xmlns:a14="http://schemas.microsoft.com/office/drawing/2010/main"/>
              </a:ext>
            </a:extLst>
          </a:blip>
          <a:stretch>
            <a:fillRect/>
          </a:stretch>
        </p:blipFill>
        <p:spPr bwMode="auto">
          <a:xfrm>
            <a:off x="8201893" y="5703504"/>
            <a:ext cx="1570105" cy="300265"/>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37038571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2_Blank Color 1 Layout">
    <p:bg>
      <p:bgPr>
        <a:solidFill>
          <a:srgbClr val="F472D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a:xfrm>
            <a:off x="419267" y="1603501"/>
            <a:ext cx="9181056" cy="1038746"/>
          </a:xfrm>
        </p:spPr>
        <p:txBody>
          <a:bodyPr/>
          <a:lstStyle>
            <a:lvl1pPr marL="0" indent="0">
              <a:buNone/>
              <a:defRPr lang="en-US" sz="7500" i="0" kern="1200" spc="-86" baseline="0" dirty="0" smtClean="0">
                <a:gradFill>
                  <a:gsLst>
                    <a:gs pos="0">
                      <a:schemeClr val="tx1"/>
                    </a:gs>
                    <a:gs pos="100000">
                      <a:schemeClr val="tx1"/>
                    </a:gs>
                  </a:gsLst>
                  <a:lin ang="5400000" scaled="0"/>
                </a:gradFill>
                <a:latin typeface="Segoe UI Light" pitchFamily="34" charset="0"/>
                <a:ea typeface="+mn-ea"/>
                <a:cs typeface="+mn-cs"/>
              </a:defRPr>
            </a:lvl1pPr>
          </a:lstStyle>
          <a:p>
            <a:pPr marL="0" lvl="0" indent="0" algn="l" defTabSz="776835" rtl="0" eaLnBrk="1" latinLnBrk="0" hangingPunct="1">
              <a:lnSpc>
                <a:spcPct val="90000"/>
              </a:lnSpc>
              <a:spcBef>
                <a:spcPct val="20000"/>
              </a:spcBef>
              <a:buSzPct val="90000"/>
              <a:buFont typeface="Arial" pitchFamily="34" charset="0"/>
              <a:buNone/>
            </a:pPr>
            <a:r>
              <a:rPr lang="en-US" dirty="0" smtClean="0"/>
              <a:t>Click to edit title style</a:t>
            </a:r>
          </a:p>
        </p:txBody>
      </p:sp>
      <p:sp>
        <p:nvSpPr>
          <p:cNvPr id="4" name="Text Placeholder 8"/>
          <p:cNvSpPr>
            <a:spLocks noGrp="1"/>
          </p:cNvSpPr>
          <p:nvPr>
            <p:ph type="body" sz="quarter" idx="11" hasCustomPrompt="1"/>
          </p:nvPr>
        </p:nvSpPr>
        <p:spPr>
          <a:xfrm>
            <a:off x="419266" y="2918858"/>
            <a:ext cx="6143608" cy="387798"/>
          </a:xfrm>
        </p:spPr>
        <p:txBody>
          <a:bodyPr/>
          <a:lstStyle>
            <a:lvl1pPr marL="0" indent="0">
              <a:buNone/>
              <a:defRPr lang="en-US" sz="2800" kern="1200" spc="-86" baseline="0" dirty="0">
                <a:gradFill>
                  <a:gsLst>
                    <a:gs pos="0">
                      <a:schemeClr val="tx1"/>
                    </a:gs>
                    <a:gs pos="100000">
                      <a:schemeClr val="tx1"/>
                    </a:gs>
                  </a:gsLst>
                  <a:lin ang="5400000" scaled="0"/>
                </a:gradFill>
                <a:latin typeface="Segoe UI Light" pitchFamily="34" charset="0"/>
                <a:ea typeface="+mn-ea"/>
                <a:cs typeface="+mn-cs"/>
              </a:defRPr>
            </a:lvl1pPr>
          </a:lstStyle>
          <a:p>
            <a:pPr marL="0" lvl="0" indent="0" algn="l" defTabSz="776835" rtl="0" eaLnBrk="1" latinLnBrk="0" hangingPunct="1">
              <a:lnSpc>
                <a:spcPct val="90000"/>
              </a:lnSpc>
              <a:spcBef>
                <a:spcPct val="20000"/>
              </a:spcBef>
              <a:buSzPct val="90000"/>
              <a:buFont typeface="Arial" pitchFamily="34" charset="0"/>
              <a:buNone/>
            </a:pPr>
            <a:r>
              <a:rPr lang="en-US" dirty="0" smtClean="0"/>
              <a:t>Speaker Title</a:t>
            </a:r>
            <a:endParaRPr lang="en-US" dirty="0"/>
          </a:p>
        </p:txBody>
      </p:sp>
      <p:pic>
        <p:nvPicPr>
          <p:cNvPr id="5" name="Picture 3"/>
          <p:cNvPicPr>
            <a:picLocks noChangeAspect="1" noChangeArrowheads="1"/>
          </p:cNvPicPr>
          <p:nvPr userDrawn="1"/>
        </p:nvPicPr>
        <p:blipFill>
          <a:blip r:embed="rId2" cstate="email">
            <a:extLst>
              <a:ext uri="{28A0092B-C50C-407E-A947-70E740481C1C}">
                <a14:useLocalDpi xmlns="" xmlns:a14="http://schemas.microsoft.com/office/drawing/2010/main"/>
              </a:ext>
            </a:extLst>
          </a:blip>
          <a:stretch>
            <a:fillRect/>
          </a:stretch>
        </p:blipFill>
        <p:spPr bwMode="auto">
          <a:xfrm>
            <a:off x="8201893" y="5703504"/>
            <a:ext cx="1570105" cy="300265"/>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48217562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6_Blank Color 1 Layout">
    <p:bg>
      <p:bgPr>
        <a:solidFill>
          <a:srgbClr val="E81123"/>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a:xfrm>
            <a:off x="419267" y="1603501"/>
            <a:ext cx="9181056" cy="1038746"/>
          </a:xfrm>
        </p:spPr>
        <p:txBody>
          <a:bodyPr/>
          <a:lstStyle>
            <a:lvl1pPr marL="0" indent="0">
              <a:buNone/>
              <a:defRPr lang="en-US" sz="7500" i="0" kern="1200" spc="-86" baseline="0" dirty="0" smtClean="0">
                <a:gradFill>
                  <a:gsLst>
                    <a:gs pos="0">
                      <a:schemeClr val="tx1"/>
                    </a:gs>
                    <a:gs pos="100000">
                      <a:schemeClr val="tx1"/>
                    </a:gs>
                  </a:gsLst>
                  <a:lin ang="5400000" scaled="0"/>
                </a:gradFill>
                <a:latin typeface="Segoe UI Light" pitchFamily="34" charset="0"/>
                <a:ea typeface="+mn-ea"/>
                <a:cs typeface="+mn-cs"/>
              </a:defRPr>
            </a:lvl1pPr>
          </a:lstStyle>
          <a:p>
            <a:pPr marL="0" lvl="0" indent="0" algn="l" defTabSz="776835" rtl="0" eaLnBrk="1" latinLnBrk="0" hangingPunct="1">
              <a:lnSpc>
                <a:spcPct val="90000"/>
              </a:lnSpc>
              <a:spcBef>
                <a:spcPct val="20000"/>
              </a:spcBef>
              <a:buSzPct val="90000"/>
              <a:buFont typeface="Arial" pitchFamily="34" charset="0"/>
              <a:buNone/>
            </a:pPr>
            <a:r>
              <a:rPr lang="en-US" dirty="0" smtClean="0"/>
              <a:t>Click to edit title style</a:t>
            </a:r>
          </a:p>
        </p:txBody>
      </p:sp>
      <p:sp>
        <p:nvSpPr>
          <p:cNvPr id="4" name="Text Placeholder 8"/>
          <p:cNvSpPr>
            <a:spLocks noGrp="1"/>
          </p:cNvSpPr>
          <p:nvPr>
            <p:ph type="body" sz="quarter" idx="11" hasCustomPrompt="1"/>
          </p:nvPr>
        </p:nvSpPr>
        <p:spPr>
          <a:xfrm>
            <a:off x="419266" y="2918858"/>
            <a:ext cx="6143608" cy="387798"/>
          </a:xfrm>
        </p:spPr>
        <p:txBody>
          <a:bodyPr/>
          <a:lstStyle>
            <a:lvl1pPr marL="0" indent="0">
              <a:buNone/>
              <a:defRPr lang="en-US" sz="2800" kern="1200" spc="-86" baseline="0" dirty="0">
                <a:gradFill>
                  <a:gsLst>
                    <a:gs pos="0">
                      <a:schemeClr val="tx1"/>
                    </a:gs>
                    <a:gs pos="100000">
                      <a:schemeClr val="tx1"/>
                    </a:gs>
                  </a:gsLst>
                  <a:lin ang="5400000" scaled="0"/>
                </a:gradFill>
                <a:latin typeface="Segoe UI Light" pitchFamily="34" charset="0"/>
                <a:ea typeface="+mn-ea"/>
                <a:cs typeface="+mn-cs"/>
              </a:defRPr>
            </a:lvl1pPr>
          </a:lstStyle>
          <a:p>
            <a:pPr marL="0" lvl="0" indent="0" algn="l" defTabSz="776835" rtl="0" eaLnBrk="1" latinLnBrk="0" hangingPunct="1">
              <a:lnSpc>
                <a:spcPct val="90000"/>
              </a:lnSpc>
              <a:spcBef>
                <a:spcPct val="20000"/>
              </a:spcBef>
              <a:buSzPct val="90000"/>
              <a:buFont typeface="Arial" pitchFamily="34" charset="0"/>
              <a:buNone/>
            </a:pPr>
            <a:r>
              <a:rPr lang="en-US" dirty="0" smtClean="0"/>
              <a:t>Speaker Title</a:t>
            </a:r>
            <a:endParaRPr lang="en-US" dirty="0"/>
          </a:p>
        </p:txBody>
      </p:sp>
      <p:pic>
        <p:nvPicPr>
          <p:cNvPr id="5" name="Picture 3"/>
          <p:cNvPicPr>
            <a:picLocks noChangeAspect="1" noChangeArrowheads="1"/>
          </p:cNvPicPr>
          <p:nvPr userDrawn="1"/>
        </p:nvPicPr>
        <p:blipFill>
          <a:blip r:embed="rId2" cstate="email">
            <a:extLst>
              <a:ext uri="{28A0092B-C50C-407E-A947-70E740481C1C}">
                <a14:useLocalDpi xmlns="" xmlns:a14="http://schemas.microsoft.com/office/drawing/2010/main"/>
              </a:ext>
            </a:extLst>
          </a:blip>
          <a:stretch>
            <a:fillRect/>
          </a:stretch>
        </p:blipFill>
        <p:spPr bwMode="auto">
          <a:xfrm>
            <a:off x="8201893" y="5703504"/>
            <a:ext cx="1570105" cy="300265"/>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73492110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5_Blank Color 1 Layout">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48021871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Blank Color Layout 5">
    <p:bg>
      <p:bgPr>
        <a:solidFill>
          <a:srgbClr val="00188F"/>
        </a:solidFill>
        <a:effectLst/>
      </p:bgPr>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96350648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lank Color 3 Layout">
    <p:bg>
      <p:bgPr>
        <a:solidFill>
          <a:srgbClr val="9B4F96"/>
        </a:solidFill>
        <a:effectLst/>
      </p:bgPr>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0882910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Blank Color 2 Layout">
    <p:bg>
      <p:bgPr>
        <a:solidFill>
          <a:srgbClr val="7FBA00"/>
        </a:solidFill>
        <a:effectLst/>
      </p:bgPr>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83509466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Blank Color Layout 4">
    <p:bg>
      <p:bgPr>
        <a:solidFill>
          <a:srgbClr val="F472D0"/>
        </a:solidFill>
        <a:effectLst/>
      </p:bgPr>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1049827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Blank Color Layout 4">
    <p:bg>
      <p:bgPr>
        <a:solidFill>
          <a:srgbClr val="E81123"/>
        </a:solidFill>
        <a:effectLst/>
      </p:bgPr>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2222716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28688" y="210315"/>
            <a:ext cx="9116111" cy="632381"/>
          </a:xfrm>
        </p:spPr>
        <p:txBody>
          <a:bodyPr/>
          <a:lstStyle/>
          <a:p>
            <a:r>
              <a:rPr lang="en-US" smtClean="0"/>
              <a:t>Click to edit Master title style</a:t>
            </a:r>
            <a:endParaRPr lang="en-US" dirty="0"/>
          </a:p>
        </p:txBody>
      </p:sp>
      <p:pic>
        <p:nvPicPr>
          <p:cNvPr id="3" name="Picture 2"/>
          <p:cNvPicPr>
            <a:picLocks noChangeAspect="1"/>
          </p:cNvPicPr>
          <p:nvPr userDrawn="1"/>
        </p:nvPicPr>
        <p:blipFill>
          <a:blip r:embed="rId2" cstate="screen">
            <a:extLst>
              <a:ext uri="{28A0092B-C50C-407E-A947-70E740481C1C}">
                <a14:useLocalDpi xmlns="" xmlns:a14="http://schemas.microsoft.com/office/drawing/2010/main"/>
              </a:ext>
            </a:extLst>
          </a:blip>
          <a:stretch>
            <a:fillRect/>
          </a:stretch>
        </p:blipFill>
        <p:spPr>
          <a:xfrm>
            <a:off x="8438691" y="336518"/>
            <a:ext cx="1069901" cy="249644"/>
          </a:xfrm>
          <a:prstGeom prst="rect">
            <a:avLst/>
          </a:prstGeom>
        </p:spPr>
      </p:pic>
      <p:sp>
        <p:nvSpPr>
          <p:cNvPr id="4" name="Text Placeholder 8"/>
          <p:cNvSpPr>
            <a:spLocks noGrp="1"/>
          </p:cNvSpPr>
          <p:nvPr>
            <p:ph type="body" sz="quarter" idx="11"/>
          </p:nvPr>
        </p:nvSpPr>
        <p:spPr>
          <a:xfrm>
            <a:off x="491970" y="5511196"/>
            <a:ext cx="4636158" cy="166199"/>
          </a:xfrm>
        </p:spPr>
        <p:txBody>
          <a:bodyPr/>
          <a:lstStyle>
            <a:lvl1pPr marL="0" indent="0">
              <a:buNone/>
              <a:defRPr sz="1200"/>
            </a:lvl1pPr>
          </a:lstStyle>
          <a:p>
            <a:pPr lvl="0"/>
            <a:r>
              <a:rPr lang="en-US" smtClean="0"/>
              <a:t>Click to edit Master text styles</a:t>
            </a:r>
          </a:p>
        </p:txBody>
      </p:sp>
    </p:spTree>
    <p:extLst>
      <p:ext uri="{BB962C8B-B14F-4D97-AF65-F5344CB8AC3E}">
        <p14:creationId xmlns="" xmlns:p14="http://schemas.microsoft.com/office/powerpoint/2010/main" val="177833946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8.xml><?xml version="1.0" encoding="utf-8"?>
<p:sldLayout xmlns:a="http://schemas.openxmlformats.org/drawingml/2006/main" xmlns:r="http://schemas.openxmlformats.org/officeDocument/2006/relationships" xmlns:p="http://schemas.openxmlformats.org/presentationml/2006/main">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424460" y="1312740"/>
            <a:ext cx="9116111" cy="1742015"/>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60795379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5_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404677276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6_Custom Layout">
    <p:bg>
      <p:bgPr>
        <a:solidFill>
          <a:schemeClr val="tx1"/>
        </a:solidFill>
        <a:effectLst/>
      </p:bgPr>
    </p:bg>
    <p:spTree>
      <p:nvGrpSpPr>
        <p:cNvPr id="1" name=""/>
        <p:cNvGrpSpPr/>
        <p:nvPr/>
      </p:nvGrpSpPr>
      <p:grpSpPr>
        <a:xfrm>
          <a:off x="0" y="0"/>
          <a:ext cx="0" cy="0"/>
          <a:chOff x="0" y="0"/>
          <a:chExt cx="0" cy="0"/>
        </a:xfrm>
      </p:grpSpPr>
      <p:pic>
        <p:nvPicPr>
          <p:cNvPr id="4" name="Picture 3" descr="liquid_glass.png"/>
          <p:cNvPicPr>
            <a:picLocks noChangeAspect="1"/>
          </p:cNvPicPr>
          <p:nvPr/>
        </p:nvPicPr>
        <p:blipFill>
          <a:blip cstate="screen"/>
          <a:stretch>
            <a:fillRect/>
          </a:stretch>
        </p:blipFill>
        <p:spPr>
          <a:xfrm>
            <a:off x="-1" y="-1"/>
            <a:ext cx="9966326" cy="6226349"/>
          </a:xfrm>
          <a:prstGeom prst="rect">
            <a:avLst/>
          </a:prstGeom>
        </p:spPr>
      </p:pic>
      <p:pic>
        <p:nvPicPr>
          <p:cNvPr id="7" name="Picture 6" descr="BFTFRN_lockup_white.eps"/>
          <p:cNvPicPr>
            <a:picLocks noChangeAspect="1"/>
          </p:cNvPicPr>
          <p:nvPr/>
        </p:nvPicPr>
        <p:blipFill>
          <a:blip cstate="screen">
            <a:lum bright="-75000" contrast="-100000"/>
            <a:extLst>
              <a:ext uri="{28A0092B-C50C-407E-A947-70E740481C1C}">
                <a14:useLocalDpi xmlns="" xmlns:a14="http://schemas.microsoft.com/office/drawing/2010/main" val="0"/>
              </a:ext>
            </a:extLst>
          </a:blip>
          <a:stretch>
            <a:fillRect/>
          </a:stretch>
        </p:blipFill>
        <p:spPr>
          <a:xfrm>
            <a:off x="2663756" y="2911893"/>
            <a:ext cx="4638815" cy="1105112"/>
          </a:xfrm>
          <a:prstGeom prst="rect">
            <a:avLst/>
          </a:prstGeom>
          <a:noFill/>
          <a:ln>
            <a:noFill/>
          </a:ln>
        </p:spPr>
      </p:pic>
    </p:spTree>
    <p:extLst>
      <p:ext uri="{BB962C8B-B14F-4D97-AF65-F5344CB8AC3E}">
        <p14:creationId xmlns="" xmlns:p14="http://schemas.microsoft.com/office/powerpoint/2010/main" val="107776681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1_Custom Layout">
    <p:bg>
      <p:bgPr>
        <a:solidFill>
          <a:schemeClr val="tx1"/>
        </a:solidFill>
        <a:effectLst/>
      </p:bgPr>
    </p:bg>
    <p:spTree>
      <p:nvGrpSpPr>
        <p:cNvPr id="1" name=""/>
        <p:cNvGrpSpPr/>
        <p:nvPr/>
      </p:nvGrpSpPr>
      <p:grpSpPr>
        <a:xfrm>
          <a:off x="0" y="0"/>
          <a:ext cx="0" cy="0"/>
          <a:chOff x="0" y="0"/>
          <a:chExt cx="0" cy="0"/>
        </a:xfrm>
      </p:grpSpPr>
      <p:pic>
        <p:nvPicPr>
          <p:cNvPr id="3" name="Picture 2" descr="Metro_cloud_content.png"/>
          <p:cNvPicPr>
            <a:picLocks noChangeAspect="1"/>
          </p:cNvPicPr>
          <p:nvPr/>
        </p:nvPicPr>
        <p:blipFill>
          <a:blip cstate="screen"/>
          <a:stretch>
            <a:fillRect/>
          </a:stretch>
        </p:blipFill>
        <p:spPr>
          <a:xfrm>
            <a:off x="0" y="13970"/>
            <a:ext cx="9966325" cy="6216619"/>
          </a:xfrm>
          <a:prstGeom prst="rect">
            <a:avLst/>
          </a:prstGeom>
        </p:spPr>
      </p:pic>
      <p:pic>
        <p:nvPicPr>
          <p:cNvPr id="4" name="Picture 2" descr="Microsoft logo and tagline"/>
          <p:cNvPicPr>
            <a:picLocks noChangeAspect="1" noChangeArrowheads="1"/>
          </p:cNvPicPr>
          <p:nvPr/>
        </p:nvPicPr>
        <p:blipFill rotWithShape="1">
          <a:blip cstate="screen">
            <a:extLst>
              <a:ext uri="{BEBA8EAE-BF5A-486C-A8C5-ECC9F3942E4B}">
                <a14:imgProps xmlns="" xmlns:a14="http://schemas.microsoft.com/office/drawing/2010/main">
                  <a14:imgLayer>
                    <a14:imgEffect>
                      <a14:brightnessContrast bright="100000"/>
                    </a14:imgEffect>
                  </a14:imgLayer>
                </a14:imgProps>
              </a:ext>
              <a:ext uri="{28A0092B-C50C-407E-A947-70E740481C1C}">
                <a14:useLocalDpi xmlns="" xmlns:a14="http://schemas.microsoft.com/office/drawing/2010/main"/>
              </a:ext>
            </a:extLst>
          </a:blip>
          <a:srcRect/>
          <a:stretch/>
        </p:blipFill>
        <p:spPr bwMode="black">
          <a:xfrm>
            <a:off x="8817749" y="5866347"/>
            <a:ext cx="986323" cy="183952"/>
          </a:xfrm>
          <a:prstGeom prst="rect">
            <a:avLst/>
          </a:prstGeom>
          <a:noFill/>
          <a:ln>
            <a:noFill/>
          </a:ln>
        </p:spPr>
      </p:pic>
      <p:sp>
        <p:nvSpPr>
          <p:cNvPr id="5" name="Title 1"/>
          <p:cNvSpPr>
            <a:spLocks noGrp="1"/>
          </p:cNvSpPr>
          <p:nvPr>
            <p:ph type="title"/>
          </p:nvPr>
        </p:nvSpPr>
        <p:spPr>
          <a:xfrm>
            <a:off x="424459" y="207276"/>
            <a:ext cx="9116111" cy="632381"/>
          </a:xfrm>
        </p:spPr>
        <p:txBody>
          <a:bodyPr/>
          <a:lstStyle>
            <a:lvl1pPr>
              <a:defRPr>
                <a:solidFill>
                  <a:schemeClr val="bg2"/>
                </a:solidFill>
              </a:defRPr>
            </a:lvl1pPr>
          </a:lstStyle>
          <a:p>
            <a:r>
              <a:rPr lang="en-US" dirty="0" smtClean="0"/>
              <a:t>Click to edit Master title style</a:t>
            </a:r>
            <a:endParaRPr lang="en-US" dirty="0"/>
          </a:p>
        </p:txBody>
      </p:sp>
      <p:sp>
        <p:nvSpPr>
          <p:cNvPr id="6" name="Text Placeholder 4"/>
          <p:cNvSpPr>
            <a:spLocks noGrp="1"/>
          </p:cNvSpPr>
          <p:nvPr>
            <p:ph type="body" sz="quarter" idx="10"/>
          </p:nvPr>
        </p:nvSpPr>
        <p:spPr>
          <a:xfrm>
            <a:off x="424459" y="1312738"/>
            <a:ext cx="9116111" cy="808939"/>
          </a:xfrm>
        </p:spPr>
        <p:txBody>
          <a:bodyPr/>
          <a:lstStyle>
            <a:lvl1pPr marL="0" indent="0">
              <a:spcBef>
                <a:spcPts val="0"/>
              </a:spcBef>
              <a:spcAft>
                <a:spcPts val="764"/>
              </a:spcAft>
              <a:buNone/>
              <a:defRPr sz="3300" spc="-86" baseline="0">
                <a:solidFill>
                  <a:schemeClr val="bg2"/>
                </a:solidFill>
                <a:latin typeface="Segoe UI Light" pitchFamily="34" charset="0"/>
              </a:defRPr>
            </a:lvl1pPr>
            <a:lvl2pPr marL="0" indent="0">
              <a:spcBef>
                <a:spcPts val="0"/>
              </a:spcBef>
              <a:spcAft>
                <a:spcPts val="339"/>
              </a:spcAft>
              <a:buNone/>
              <a:defRPr sz="1800" spc="-42" baseline="0">
                <a:solidFill>
                  <a:schemeClr val="bg2"/>
                </a:solidFill>
              </a:defRPr>
            </a:lvl2pPr>
            <a:lvl3pPr marL="0" indent="0">
              <a:spcBef>
                <a:spcPts val="0"/>
              </a:spcBef>
              <a:spcAft>
                <a:spcPts val="339"/>
              </a:spcAft>
              <a:buNone/>
              <a:defRPr sz="1800"/>
            </a:lvl3pPr>
            <a:lvl4pPr marL="0" indent="0">
              <a:spcBef>
                <a:spcPts val="0"/>
              </a:spcBef>
              <a:spcAft>
                <a:spcPts val="339"/>
              </a:spcAft>
              <a:buNone/>
              <a:defRPr/>
            </a:lvl4pPr>
            <a:lvl5pPr marL="0" indent="0">
              <a:spcBef>
                <a:spcPts val="0"/>
              </a:spcBef>
              <a:spcAft>
                <a:spcPts val="339"/>
              </a:spcAft>
              <a:buNone/>
              <a:defRPr/>
            </a:lvl5pPr>
          </a:lstStyle>
          <a:p>
            <a:pPr lvl="0"/>
            <a:r>
              <a:rPr lang="en-US" smtClean="0"/>
              <a:t>Click to edit Master text styles</a:t>
            </a:r>
          </a:p>
          <a:p>
            <a:pPr lvl="1"/>
            <a:r>
              <a:rPr lang="en-US" smtClean="0"/>
              <a:t>Second level</a:t>
            </a:r>
          </a:p>
        </p:txBody>
      </p:sp>
    </p:spTree>
    <p:extLst>
      <p:ext uri="{BB962C8B-B14F-4D97-AF65-F5344CB8AC3E}">
        <p14:creationId xmlns="" xmlns:p14="http://schemas.microsoft.com/office/powerpoint/2010/main" val="359206023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5_Custom Layout">
    <p:bg>
      <p:bgPr>
        <a:solidFill>
          <a:srgbClr val="191919"/>
        </a:solidFill>
        <a:effectLst/>
      </p:bgPr>
    </p:bg>
    <p:spTree>
      <p:nvGrpSpPr>
        <p:cNvPr id="1" name=""/>
        <p:cNvGrpSpPr/>
        <p:nvPr/>
      </p:nvGrpSpPr>
      <p:grpSpPr>
        <a:xfrm>
          <a:off x="0" y="0"/>
          <a:ext cx="0" cy="0"/>
          <a:chOff x="0" y="0"/>
          <a:chExt cx="0" cy="0"/>
        </a:xfrm>
      </p:grpSpPr>
      <p:pic>
        <p:nvPicPr>
          <p:cNvPr id="4" name="Picture 2" descr="Microsoft logo and tagline"/>
          <p:cNvPicPr>
            <a:picLocks noChangeAspect="1" noChangeArrowheads="1"/>
          </p:cNvPicPr>
          <p:nvPr/>
        </p:nvPicPr>
        <p:blipFill rotWithShape="1">
          <a:blip cstate="screen">
            <a:lum bright="100000" contrast="100000"/>
            <a:extLst>
              <a:ext uri="{BEBA8EAE-BF5A-486C-A8C5-ECC9F3942E4B}">
                <a14:imgProps xmlns="" xmlns:a14="http://schemas.microsoft.com/office/drawing/2010/main">
                  <a14:imgLayer>
                    <a14:imgEffect>
                      <a14:brightnessContrast bright="100000"/>
                    </a14:imgEffect>
                  </a14:imgLayer>
                </a14:imgProps>
              </a:ext>
              <a:ext uri="{28A0092B-C50C-407E-A947-70E740481C1C}">
                <a14:useLocalDpi xmlns="" xmlns:a14="http://schemas.microsoft.com/office/drawing/2010/main"/>
              </a:ext>
            </a:extLst>
          </a:blip>
          <a:srcRect/>
          <a:stretch/>
        </p:blipFill>
        <p:spPr bwMode="black">
          <a:xfrm>
            <a:off x="8817749" y="5866347"/>
            <a:ext cx="986323" cy="183952"/>
          </a:xfrm>
          <a:prstGeom prst="rect">
            <a:avLst/>
          </a:prstGeom>
          <a:noFill/>
          <a:ln>
            <a:noFill/>
          </a:ln>
        </p:spPr>
      </p:pic>
      <p:sp>
        <p:nvSpPr>
          <p:cNvPr id="5" name="Title 1"/>
          <p:cNvSpPr>
            <a:spLocks noGrp="1"/>
          </p:cNvSpPr>
          <p:nvPr>
            <p:ph type="title"/>
          </p:nvPr>
        </p:nvSpPr>
        <p:spPr>
          <a:xfrm>
            <a:off x="424459" y="207276"/>
            <a:ext cx="9116111" cy="632381"/>
          </a:xfrm>
        </p:spPr>
        <p:txBody>
          <a:bodyPr/>
          <a:lstStyle>
            <a:lvl1pPr>
              <a:defRPr>
                <a:solidFill>
                  <a:schemeClr val="tx1"/>
                </a:solidFill>
              </a:defRPr>
            </a:lvl1pPr>
          </a:lstStyle>
          <a:p>
            <a:r>
              <a:rPr lang="en-US" dirty="0" smtClean="0"/>
              <a:t>Click to edit Master title style</a:t>
            </a:r>
            <a:endParaRPr lang="en-US" dirty="0"/>
          </a:p>
        </p:txBody>
      </p:sp>
      <p:sp>
        <p:nvSpPr>
          <p:cNvPr id="6" name="Text Placeholder 4"/>
          <p:cNvSpPr>
            <a:spLocks noGrp="1"/>
          </p:cNvSpPr>
          <p:nvPr>
            <p:ph type="body" sz="quarter" idx="10"/>
          </p:nvPr>
        </p:nvSpPr>
        <p:spPr>
          <a:xfrm>
            <a:off x="424459" y="1312738"/>
            <a:ext cx="9116111" cy="808939"/>
          </a:xfrm>
        </p:spPr>
        <p:txBody>
          <a:bodyPr/>
          <a:lstStyle>
            <a:lvl1pPr marL="0" indent="0">
              <a:spcBef>
                <a:spcPts val="0"/>
              </a:spcBef>
              <a:spcAft>
                <a:spcPts val="764"/>
              </a:spcAft>
              <a:buNone/>
              <a:defRPr sz="3300" spc="-86" baseline="0">
                <a:solidFill>
                  <a:schemeClr val="tx1"/>
                </a:solidFill>
                <a:latin typeface="Segoe UI Light" pitchFamily="34" charset="0"/>
              </a:defRPr>
            </a:lvl1pPr>
            <a:lvl2pPr marL="0" indent="0">
              <a:spcBef>
                <a:spcPts val="0"/>
              </a:spcBef>
              <a:spcAft>
                <a:spcPts val="339"/>
              </a:spcAft>
              <a:buNone/>
              <a:defRPr sz="1800" spc="-42" baseline="0">
                <a:solidFill>
                  <a:schemeClr val="tx1"/>
                </a:solidFill>
              </a:defRPr>
            </a:lvl2pPr>
            <a:lvl3pPr marL="0" indent="0">
              <a:spcBef>
                <a:spcPts val="0"/>
              </a:spcBef>
              <a:spcAft>
                <a:spcPts val="339"/>
              </a:spcAft>
              <a:buNone/>
              <a:defRPr sz="1800"/>
            </a:lvl3pPr>
            <a:lvl4pPr marL="0" indent="0">
              <a:spcBef>
                <a:spcPts val="0"/>
              </a:spcBef>
              <a:spcAft>
                <a:spcPts val="339"/>
              </a:spcAft>
              <a:buNone/>
              <a:defRPr/>
            </a:lvl4pPr>
            <a:lvl5pPr marL="0" indent="0">
              <a:spcBef>
                <a:spcPts val="0"/>
              </a:spcBef>
              <a:spcAft>
                <a:spcPts val="339"/>
              </a:spcAft>
              <a:buNone/>
              <a:defRPr/>
            </a:lvl5pPr>
          </a:lstStyle>
          <a:p>
            <a:pPr lvl="0"/>
            <a:r>
              <a:rPr lang="en-US" smtClean="0"/>
              <a:t>Click to edit Master text styles</a:t>
            </a:r>
          </a:p>
          <a:p>
            <a:pPr lvl="1"/>
            <a:r>
              <a:rPr lang="en-US" smtClean="0"/>
              <a:t>Second level</a:t>
            </a:r>
          </a:p>
        </p:txBody>
      </p:sp>
    </p:spTree>
    <p:extLst>
      <p:ext uri="{BB962C8B-B14F-4D97-AF65-F5344CB8AC3E}">
        <p14:creationId xmlns="" xmlns:p14="http://schemas.microsoft.com/office/powerpoint/2010/main" val="105124312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pic>
        <p:nvPicPr>
          <p:cNvPr id="5" name="Picture 4" descr="Metro_cloud_content.png"/>
          <p:cNvPicPr>
            <a:picLocks noChangeAspect="1"/>
          </p:cNvPicPr>
          <p:nvPr/>
        </p:nvPicPr>
        <p:blipFill>
          <a:blip cstate="screen"/>
          <a:stretch>
            <a:fillRect/>
          </a:stretch>
        </p:blipFill>
        <p:spPr>
          <a:xfrm>
            <a:off x="0" y="1"/>
            <a:ext cx="9966325" cy="6230587"/>
          </a:xfrm>
          <a:prstGeom prst="rect">
            <a:avLst/>
          </a:prstGeom>
        </p:spPr>
      </p:pic>
      <p:sp>
        <p:nvSpPr>
          <p:cNvPr id="8" name="Text Placeholder 5"/>
          <p:cNvSpPr>
            <a:spLocks noGrp="1"/>
          </p:cNvSpPr>
          <p:nvPr>
            <p:ph type="body" sz="quarter" idx="10" hasCustomPrompt="1"/>
          </p:nvPr>
        </p:nvSpPr>
        <p:spPr>
          <a:xfrm>
            <a:off x="419267" y="2445759"/>
            <a:ext cx="9181056" cy="699656"/>
          </a:xfrm>
        </p:spPr>
        <p:txBody>
          <a:bodyPr/>
          <a:lstStyle>
            <a:lvl1pPr marL="0" indent="0">
              <a:buNone/>
              <a:defRPr sz="5100" i="0" spc="-86" baseline="0">
                <a:solidFill>
                  <a:schemeClr val="bg2"/>
                </a:solidFill>
                <a:latin typeface="Segoe UI Light" pitchFamily="34" charset="0"/>
              </a:defRPr>
            </a:lvl1pPr>
          </a:lstStyle>
          <a:p>
            <a:pPr lvl="0"/>
            <a:r>
              <a:rPr lang="en-US" dirty="0" smtClean="0"/>
              <a:t>Click to edit title style</a:t>
            </a:r>
          </a:p>
        </p:txBody>
      </p:sp>
      <p:sp>
        <p:nvSpPr>
          <p:cNvPr id="9" name="Text Placeholder 8"/>
          <p:cNvSpPr>
            <a:spLocks noGrp="1"/>
          </p:cNvSpPr>
          <p:nvPr>
            <p:ph type="body" sz="quarter" idx="11" hasCustomPrompt="1"/>
          </p:nvPr>
        </p:nvSpPr>
        <p:spPr>
          <a:xfrm>
            <a:off x="419266" y="3405789"/>
            <a:ext cx="6143608" cy="387798"/>
          </a:xfrm>
        </p:spPr>
        <p:txBody>
          <a:bodyPr/>
          <a:lstStyle>
            <a:lvl1pPr marL="0" indent="0">
              <a:buNone/>
              <a:defRPr spc="-86" baseline="0">
                <a:solidFill>
                  <a:schemeClr val="bg2"/>
                </a:solidFill>
                <a:latin typeface="Segoe UI Light" pitchFamily="34" charset="0"/>
              </a:defRPr>
            </a:lvl1pPr>
          </a:lstStyle>
          <a:p>
            <a:pPr lvl="0"/>
            <a:r>
              <a:rPr lang="en-US" dirty="0" smtClean="0"/>
              <a:t>Speaker Title</a:t>
            </a:r>
            <a:endParaRPr lang="en-US" dirty="0"/>
          </a:p>
        </p:txBody>
      </p:sp>
      <p:pic>
        <p:nvPicPr>
          <p:cNvPr id="6" name="Picture 2" descr="Microsoft logo and tagline"/>
          <p:cNvPicPr>
            <a:picLocks noChangeAspect="1" noChangeArrowheads="1"/>
          </p:cNvPicPr>
          <p:nvPr userDrawn="1"/>
        </p:nvPicPr>
        <p:blipFill rotWithShape="1">
          <a:blip cstate="screen">
            <a:extLst>
              <a:ext uri="{BEBA8EAE-BF5A-486C-A8C5-ECC9F3942E4B}">
                <a14:imgProps xmlns="" xmlns:a14="http://schemas.microsoft.com/office/drawing/2010/main">
                  <a14:imgLayer>
                    <a14:imgEffect>
                      <a14:brightnessContrast bright="100000"/>
                    </a14:imgEffect>
                  </a14:imgLayer>
                </a14:imgProps>
              </a:ext>
              <a:ext uri="{28A0092B-C50C-407E-A947-70E740481C1C}">
                <a14:useLocalDpi xmlns="" xmlns:a14="http://schemas.microsoft.com/office/drawing/2010/main"/>
              </a:ext>
            </a:extLst>
          </a:blip>
          <a:srcRect/>
          <a:stretch/>
        </p:blipFill>
        <p:spPr bwMode="black">
          <a:xfrm>
            <a:off x="8817749" y="5866347"/>
            <a:ext cx="986323" cy="183952"/>
          </a:xfrm>
          <a:prstGeom prst="rect">
            <a:avLst/>
          </a:prstGeom>
          <a:noFill/>
          <a:ln>
            <a:noFill/>
          </a:ln>
        </p:spPr>
      </p:pic>
    </p:spTree>
    <p:extLst>
      <p:ext uri="{BB962C8B-B14F-4D97-AF65-F5344CB8AC3E}">
        <p14:creationId xmlns="" xmlns:p14="http://schemas.microsoft.com/office/powerpoint/2010/main" val="411065938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3_Custom Layout">
    <p:bg>
      <p:bgPr>
        <a:solidFill>
          <a:schemeClr val="tx1"/>
        </a:solidFill>
        <a:effectLst/>
      </p:bgPr>
    </p:bg>
    <p:spTree>
      <p:nvGrpSpPr>
        <p:cNvPr id="1" name=""/>
        <p:cNvGrpSpPr/>
        <p:nvPr/>
      </p:nvGrpSpPr>
      <p:grpSpPr>
        <a:xfrm>
          <a:off x="0" y="0"/>
          <a:ext cx="0" cy="0"/>
          <a:chOff x="0" y="0"/>
          <a:chExt cx="0" cy="0"/>
        </a:xfrm>
      </p:grpSpPr>
      <p:pic>
        <p:nvPicPr>
          <p:cNvPr id="3" name="Picture 2" descr="Metro_cloud_content.png"/>
          <p:cNvPicPr>
            <a:picLocks noChangeAspect="1"/>
          </p:cNvPicPr>
          <p:nvPr/>
        </p:nvPicPr>
        <p:blipFill>
          <a:blip cstate="screen"/>
          <a:stretch>
            <a:fillRect/>
          </a:stretch>
        </p:blipFill>
        <p:spPr>
          <a:xfrm>
            <a:off x="1" y="1"/>
            <a:ext cx="9966323" cy="6230587"/>
          </a:xfrm>
          <a:prstGeom prst="rect">
            <a:avLst/>
          </a:prstGeom>
        </p:spPr>
      </p:pic>
      <p:pic>
        <p:nvPicPr>
          <p:cNvPr id="4" name="Picture 2" descr="Microsoft logo and tagline"/>
          <p:cNvPicPr>
            <a:picLocks noChangeAspect="1" noChangeArrowheads="1"/>
          </p:cNvPicPr>
          <p:nvPr/>
        </p:nvPicPr>
        <p:blipFill rotWithShape="1">
          <a:blip cstate="screen">
            <a:extLst>
              <a:ext uri="{BEBA8EAE-BF5A-486C-A8C5-ECC9F3942E4B}">
                <a14:imgProps xmlns="" xmlns:a14="http://schemas.microsoft.com/office/drawing/2010/main">
                  <a14:imgLayer>
                    <a14:imgEffect>
                      <a14:brightnessContrast bright="100000"/>
                    </a14:imgEffect>
                  </a14:imgLayer>
                </a14:imgProps>
              </a:ext>
              <a:ext uri="{28A0092B-C50C-407E-A947-70E740481C1C}">
                <a14:useLocalDpi xmlns="" xmlns:a14="http://schemas.microsoft.com/office/drawing/2010/main"/>
              </a:ext>
            </a:extLst>
          </a:blip>
          <a:srcRect/>
          <a:stretch/>
        </p:blipFill>
        <p:spPr bwMode="black">
          <a:xfrm>
            <a:off x="8817749" y="5866347"/>
            <a:ext cx="986323" cy="183952"/>
          </a:xfrm>
          <a:prstGeom prst="rect">
            <a:avLst/>
          </a:prstGeom>
          <a:noFill/>
          <a:ln>
            <a:noFill/>
          </a:ln>
        </p:spPr>
      </p:pic>
      <p:sp>
        <p:nvSpPr>
          <p:cNvPr id="5" name="Title 1"/>
          <p:cNvSpPr>
            <a:spLocks noGrp="1"/>
          </p:cNvSpPr>
          <p:nvPr>
            <p:ph type="title"/>
          </p:nvPr>
        </p:nvSpPr>
        <p:spPr>
          <a:xfrm>
            <a:off x="424459" y="207276"/>
            <a:ext cx="9116111" cy="632381"/>
          </a:xfrm>
        </p:spPr>
        <p:txBody>
          <a:bodyPr/>
          <a:lstStyle>
            <a:lvl1pPr>
              <a:defRPr>
                <a:solidFill>
                  <a:schemeClr val="tx1"/>
                </a:solidFill>
              </a:defRPr>
            </a:lvl1pPr>
          </a:lstStyle>
          <a:p>
            <a:r>
              <a:rPr lang="en-US" dirty="0" smtClean="0"/>
              <a:t>Click to edit Master title style</a:t>
            </a:r>
            <a:endParaRPr lang="en-US" dirty="0"/>
          </a:p>
        </p:txBody>
      </p:sp>
      <p:sp>
        <p:nvSpPr>
          <p:cNvPr id="6" name="Text Placeholder 4"/>
          <p:cNvSpPr>
            <a:spLocks noGrp="1"/>
          </p:cNvSpPr>
          <p:nvPr>
            <p:ph type="body" sz="quarter" idx="10"/>
          </p:nvPr>
        </p:nvSpPr>
        <p:spPr>
          <a:xfrm>
            <a:off x="424459" y="1312738"/>
            <a:ext cx="9116111" cy="808939"/>
          </a:xfrm>
        </p:spPr>
        <p:txBody>
          <a:bodyPr/>
          <a:lstStyle>
            <a:lvl1pPr marL="0" indent="0">
              <a:spcBef>
                <a:spcPts val="0"/>
              </a:spcBef>
              <a:spcAft>
                <a:spcPts val="764"/>
              </a:spcAft>
              <a:buNone/>
              <a:defRPr sz="3300" spc="-86" baseline="0">
                <a:solidFill>
                  <a:schemeClr val="tx1"/>
                </a:solidFill>
                <a:latin typeface="Segoe UI Light" pitchFamily="34" charset="0"/>
              </a:defRPr>
            </a:lvl1pPr>
            <a:lvl2pPr marL="0" indent="0">
              <a:spcBef>
                <a:spcPts val="0"/>
              </a:spcBef>
              <a:spcAft>
                <a:spcPts val="339"/>
              </a:spcAft>
              <a:buNone/>
              <a:defRPr sz="1800" spc="-42" baseline="0">
                <a:solidFill>
                  <a:schemeClr val="tx1"/>
                </a:solidFill>
              </a:defRPr>
            </a:lvl2pPr>
            <a:lvl3pPr marL="0" indent="0">
              <a:spcBef>
                <a:spcPts val="0"/>
              </a:spcBef>
              <a:spcAft>
                <a:spcPts val="339"/>
              </a:spcAft>
              <a:buNone/>
              <a:defRPr sz="1800"/>
            </a:lvl3pPr>
            <a:lvl4pPr marL="0" indent="0">
              <a:spcBef>
                <a:spcPts val="0"/>
              </a:spcBef>
              <a:spcAft>
                <a:spcPts val="339"/>
              </a:spcAft>
              <a:buNone/>
              <a:defRPr/>
            </a:lvl4pPr>
            <a:lvl5pPr marL="0" indent="0">
              <a:spcBef>
                <a:spcPts val="0"/>
              </a:spcBef>
              <a:spcAft>
                <a:spcPts val="339"/>
              </a:spcAft>
              <a:buNone/>
              <a:defRPr/>
            </a:lvl5pPr>
          </a:lstStyle>
          <a:p>
            <a:pPr lvl="0"/>
            <a:r>
              <a:rPr lang="en-US" smtClean="0"/>
              <a:t>Click to edit Master text styles</a:t>
            </a:r>
          </a:p>
          <a:p>
            <a:pPr lvl="1"/>
            <a:r>
              <a:rPr lang="en-US" smtClean="0"/>
              <a:t>Second level</a:t>
            </a:r>
          </a:p>
        </p:txBody>
      </p:sp>
    </p:spTree>
    <p:extLst>
      <p:ext uri="{BB962C8B-B14F-4D97-AF65-F5344CB8AC3E}">
        <p14:creationId xmlns="" xmlns:p14="http://schemas.microsoft.com/office/powerpoint/2010/main" val="125316795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12_Blank">
    <p:spTree>
      <p:nvGrpSpPr>
        <p:cNvPr id="1" name=""/>
        <p:cNvGrpSpPr/>
        <p:nvPr/>
      </p:nvGrpSpPr>
      <p:grpSpPr>
        <a:xfrm>
          <a:off x="0" y="0"/>
          <a:ext cx="0" cy="0"/>
          <a:chOff x="0" y="0"/>
          <a:chExt cx="0" cy="0"/>
        </a:xfrm>
      </p:grpSpPr>
      <p:pic>
        <p:nvPicPr>
          <p:cNvPr id="6" name="Picture 5" descr="Metro_cloud_content.png"/>
          <p:cNvPicPr>
            <a:picLocks noChangeAspect="1"/>
          </p:cNvPicPr>
          <p:nvPr/>
        </p:nvPicPr>
        <p:blipFill>
          <a:blip cstate="screen"/>
          <a:stretch>
            <a:fillRect/>
          </a:stretch>
        </p:blipFill>
        <p:spPr>
          <a:xfrm>
            <a:off x="1" y="1"/>
            <a:ext cx="9966323" cy="6230587"/>
          </a:xfrm>
          <a:prstGeom prst="rect">
            <a:avLst/>
          </a:prstGeom>
        </p:spPr>
      </p:pic>
      <p:sp>
        <p:nvSpPr>
          <p:cNvPr id="8" name="Text Placeholder 5"/>
          <p:cNvSpPr>
            <a:spLocks noGrp="1"/>
          </p:cNvSpPr>
          <p:nvPr>
            <p:ph type="body" sz="quarter" idx="10" hasCustomPrompt="1"/>
          </p:nvPr>
        </p:nvSpPr>
        <p:spPr>
          <a:xfrm>
            <a:off x="310231" y="2418205"/>
            <a:ext cx="9181056" cy="699656"/>
          </a:xfrm>
        </p:spPr>
        <p:txBody>
          <a:bodyPr/>
          <a:lstStyle>
            <a:lvl1pPr marL="0" indent="0">
              <a:buNone/>
              <a:defRPr sz="5100" i="0" spc="-86" baseline="0">
                <a:solidFill>
                  <a:schemeClr val="tx1"/>
                </a:solidFill>
                <a:latin typeface="Segoe UI Light" pitchFamily="34" charset="0"/>
              </a:defRPr>
            </a:lvl1pPr>
          </a:lstStyle>
          <a:p>
            <a:pPr lvl="0"/>
            <a:r>
              <a:rPr lang="en-US" dirty="0" smtClean="0"/>
              <a:t>Click to edit title style</a:t>
            </a:r>
          </a:p>
        </p:txBody>
      </p:sp>
      <p:sp>
        <p:nvSpPr>
          <p:cNvPr id="9" name="Text Placeholder 8"/>
          <p:cNvSpPr>
            <a:spLocks noGrp="1"/>
          </p:cNvSpPr>
          <p:nvPr>
            <p:ph type="body" sz="quarter" idx="11" hasCustomPrompt="1"/>
          </p:nvPr>
        </p:nvSpPr>
        <p:spPr>
          <a:xfrm>
            <a:off x="419266" y="3405789"/>
            <a:ext cx="6143608" cy="387798"/>
          </a:xfrm>
        </p:spPr>
        <p:txBody>
          <a:bodyPr/>
          <a:lstStyle>
            <a:lvl1pPr marL="0" indent="0">
              <a:buNone/>
              <a:defRPr spc="-86" baseline="0">
                <a:solidFill>
                  <a:schemeClr val="tx1"/>
                </a:solidFill>
                <a:latin typeface="Segoe UI Light" pitchFamily="34" charset="0"/>
              </a:defRPr>
            </a:lvl1pPr>
          </a:lstStyle>
          <a:p>
            <a:pPr lvl="0"/>
            <a:r>
              <a:rPr lang="en-US" dirty="0" smtClean="0"/>
              <a:t>Speaker Title</a:t>
            </a:r>
            <a:endParaRPr lang="en-US" dirty="0"/>
          </a:p>
        </p:txBody>
      </p:sp>
      <p:pic>
        <p:nvPicPr>
          <p:cNvPr id="5" name="Picture 2" descr="Microsoft logo and tagline"/>
          <p:cNvPicPr>
            <a:picLocks noChangeAspect="1" noChangeArrowheads="1"/>
          </p:cNvPicPr>
          <p:nvPr userDrawn="1"/>
        </p:nvPicPr>
        <p:blipFill rotWithShape="1">
          <a:blip cstate="screen">
            <a:extLst>
              <a:ext uri="{BEBA8EAE-BF5A-486C-A8C5-ECC9F3942E4B}">
                <a14:imgProps xmlns="" xmlns:a14="http://schemas.microsoft.com/office/drawing/2010/main">
                  <a14:imgLayer>
                    <a14:imgEffect>
                      <a14:brightnessContrast bright="100000"/>
                    </a14:imgEffect>
                  </a14:imgLayer>
                </a14:imgProps>
              </a:ext>
              <a:ext uri="{28A0092B-C50C-407E-A947-70E740481C1C}">
                <a14:useLocalDpi xmlns="" xmlns:a14="http://schemas.microsoft.com/office/drawing/2010/main"/>
              </a:ext>
            </a:extLst>
          </a:blip>
          <a:srcRect/>
          <a:stretch/>
        </p:blipFill>
        <p:spPr bwMode="black">
          <a:xfrm>
            <a:off x="8817749" y="5866347"/>
            <a:ext cx="986323" cy="183952"/>
          </a:xfrm>
          <a:prstGeom prst="rect">
            <a:avLst/>
          </a:prstGeom>
          <a:noFill/>
          <a:ln>
            <a:noFill/>
          </a:ln>
        </p:spPr>
      </p:pic>
    </p:spTree>
    <p:extLst>
      <p:ext uri="{BB962C8B-B14F-4D97-AF65-F5344CB8AC3E}">
        <p14:creationId xmlns="" xmlns:p14="http://schemas.microsoft.com/office/powerpoint/2010/main" val="233478378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Black Notes slide Layout">
    <p:bg>
      <p:bgPr>
        <a:solidFill>
          <a:schemeClr val="bg2"/>
        </a:solidFill>
        <a:effectLst/>
      </p:bgPr>
    </p:bg>
    <p:spTree>
      <p:nvGrpSpPr>
        <p:cNvPr id="1" name=""/>
        <p:cNvGrpSpPr/>
        <p:nvPr/>
      </p:nvGrpSpPr>
      <p:grpSpPr>
        <a:xfrm>
          <a:off x="0" y="0"/>
          <a:ext cx="0" cy="0"/>
          <a:chOff x="0" y="0"/>
          <a:chExt cx="0" cy="0"/>
        </a:xfrm>
      </p:grpSpPr>
      <p:sp>
        <p:nvSpPr>
          <p:cNvPr id="5" name="Text Placeholder 5"/>
          <p:cNvSpPr>
            <a:spLocks noGrp="1"/>
          </p:cNvSpPr>
          <p:nvPr>
            <p:ph type="body" sz="quarter" idx="10" hasCustomPrompt="1"/>
          </p:nvPr>
        </p:nvSpPr>
        <p:spPr>
          <a:xfrm>
            <a:off x="310231" y="2418205"/>
            <a:ext cx="9181056" cy="699656"/>
          </a:xfrm>
        </p:spPr>
        <p:txBody>
          <a:bodyPr/>
          <a:lstStyle>
            <a:lvl1pPr marL="0" indent="0">
              <a:buNone/>
              <a:defRPr sz="5100" i="0" spc="-86" baseline="0">
                <a:solidFill>
                  <a:schemeClr val="tx1"/>
                </a:solidFill>
                <a:latin typeface="Segoe UI Light" pitchFamily="34" charset="0"/>
              </a:defRPr>
            </a:lvl1pPr>
          </a:lstStyle>
          <a:p>
            <a:pPr lvl="0"/>
            <a:r>
              <a:rPr lang="en-US" dirty="0" smtClean="0"/>
              <a:t>Click to edit title style</a:t>
            </a:r>
          </a:p>
        </p:txBody>
      </p:sp>
      <p:pic>
        <p:nvPicPr>
          <p:cNvPr id="7" name="Picture 2" descr="Microsoft logo and tagline"/>
          <p:cNvPicPr>
            <a:picLocks noChangeAspect="1" noChangeArrowheads="1"/>
          </p:cNvPicPr>
          <p:nvPr userDrawn="1"/>
        </p:nvPicPr>
        <p:blipFill rotWithShape="1">
          <a:blip cstate="screen">
            <a:extLst>
              <a:ext uri="{BEBA8EAE-BF5A-486C-A8C5-ECC9F3942E4B}">
                <a14:imgProps xmlns="" xmlns:a14="http://schemas.microsoft.com/office/drawing/2010/main">
                  <a14:imgLayer>
                    <a14:imgEffect>
                      <a14:brightnessContrast bright="100000"/>
                    </a14:imgEffect>
                  </a14:imgLayer>
                </a14:imgProps>
              </a:ext>
              <a:ext uri="{28A0092B-C50C-407E-A947-70E740481C1C}">
                <a14:useLocalDpi xmlns="" xmlns:a14="http://schemas.microsoft.com/office/drawing/2010/main"/>
              </a:ext>
            </a:extLst>
          </a:blip>
          <a:srcRect/>
          <a:stretch/>
        </p:blipFill>
        <p:spPr bwMode="black">
          <a:xfrm>
            <a:off x="8817749" y="5866347"/>
            <a:ext cx="986323" cy="183952"/>
          </a:xfrm>
          <a:prstGeom prst="rect">
            <a:avLst/>
          </a:prstGeom>
          <a:noFill/>
          <a:ln>
            <a:noFill/>
          </a:ln>
        </p:spPr>
      </p:pic>
    </p:spTree>
    <p:extLst>
      <p:ext uri="{BB962C8B-B14F-4D97-AF65-F5344CB8AC3E}">
        <p14:creationId xmlns="" xmlns:p14="http://schemas.microsoft.com/office/powerpoint/2010/main" val="253100156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2_Black Notes slide Layout">
    <p:bg>
      <p:bgPr>
        <a:solidFill>
          <a:schemeClr val="accent1"/>
        </a:solidFill>
        <a:effectLst/>
      </p:bgPr>
    </p:bg>
    <p:spTree>
      <p:nvGrpSpPr>
        <p:cNvPr id="1" name=""/>
        <p:cNvGrpSpPr/>
        <p:nvPr/>
      </p:nvGrpSpPr>
      <p:grpSpPr>
        <a:xfrm>
          <a:off x="0" y="0"/>
          <a:ext cx="0" cy="0"/>
          <a:chOff x="0" y="0"/>
          <a:chExt cx="0" cy="0"/>
        </a:xfrm>
      </p:grpSpPr>
      <p:sp>
        <p:nvSpPr>
          <p:cNvPr id="5" name="Text Placeholder 5"/>
          <p:cNvSpPr>
            <a:spLocks noGrp="1"/>
          </p:cNvSpPr>
          <p:nvPr>
            <p:ph type="body" sz="quarter" idx="10" hasCustomPrompt="1"/>
          </p:nvPr>
        </p:nvSpPr>
        <p:spPr>
          <a:xfrm>
            <a:off x="310231" y="2418205"/>
            <a:ext cx="9181056" cy="699656"/>
          </a:xfrm>
        </p:spPr>
        <p:txBody>
          <a:bodyPr/>
          <a:lstStyle>
            <a:lvl1pPr marL="0" indent="0">
              <a:buNone/>
              <a:defRPr sz="5100" i="0" spc="-86" baseline="0">
                <a:solidFill>
                  <a:schemeClr val="tx1"/>
                </a:solidFill>
                <a:latin typeface="Segoe UI Light" pitchFamily="34" charset="0"/>
              </a:defRPr>
            </a:lvl1pPr>
          </a:lstStyle>
          <a:p>
            <a:pPr lvl="0"/>
            <a:r>
              <a:rPr lang="en-US" dirty="0" smtClean="0"/>
              <a:t>Click to edit title style</a:t>
            </a:r>
          </a:p>
        </p:txBody>
      </p:sp>
      <p:pic>
        <p:nvPicPr>
          <p:cNvPr id="7" name="Picture 2" descr="Microsoft logo and tagline"/>
          <p:cNvPicPr>
            <a:picLocks noChangeAspect="1" noChangeArrowheads="1"/>
          </p:cNvPicPr>
          <p:nvPr userDrawn="1"/>
        </p:nvPicPr>
        <p:blipFill rotWithShape="1">
          <a:blip cstate="screen">
            <a:extLst>
              <a:ext uri="{BEBA8EAE-BF5A-486C-A8C5-ECC9F3942E4B}">
                <a14:imgProps xmlns="" xmlns:a14="http://schemas.microsoft.com/office/drawing/2010/main">
                  <a14:imgLayer>
                    <a14:imgEffect>
                      <a14:brightnessContrast bright="100000"/>
                    </a14:imgEffect>
                  </a14:imgLayer>
                </a14:imgProps>
              </a:ext>
              <a:ext uri="{28A0092B-C50C-407E-A947-70E740481C1C}">
                <a14:useLocalDpi xmlns="" xmlns:a14="http://schemas.microsoft.com/office/drawing/2010/main"/>
              </a:ext>
            </a:extLst>
          </a:blip>
          <a:srcRect/>
          <a:stretch/>
        </p:blipFill>
        <p:spPr bwMode="black">
          <a:xfrm>
            <a:off x="8817749" y="5866347"/>
            <a:ext cx="986323" cy="183952"/>
          </a:xfrm>
          <a:prstGeom prst="rect">
            <a:avLst/>
          </a:prstGeom>
          <a:noFill/>
          <a:ln>
            <a:noFill/>
          </a:ln>
        </p:spPr>
      </p:pic>
    </p:spTree>
    <p:extLst>
      <p:ext uri="{BB962C8B-B14F-4D97-AF65-F5344CB8AC3E}">
        <p14:creationId xmlns="" xmlns:p14="http://schemas.microsoft.com/office/powerpoint/2010/main" val="249500199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3_Black Notes slide Layout">
    <p:bg>
      <p:bgPr>
        <a:solidFill>
          <a:schemeClr val="accent6"/>
        </a:solidFill>
        <a:effectLst/>
      </p:bgPr>
    </p:bg>
    <p:spTree>
      <p:nvGrpSpPr>
        <p:cNvPr id="1" name=""/>
        <p:cNvGrpSpPr/>
        <p:nvPr/>
      </p:nvGrpSpPr>
      <p:grpSpPr>
        <a:xfrm>
          <a:off x="0" y="0"/>
          <a:ext cx="0" cy="0"/>
          <a:chOff x="0" y="0"/>
          <a:chExt cx="0" cy="0"/>
        </a:xfrm>
      </p:grpSpPr>
      <p:sp>
        <p:nvSpPr>
          <p:cNvPr id="5" name="Text Placeholder 5"/>
          <p:cNvSpPr>
            <a:spLocks noGrp="1"/>
          </p:cNvSpPr>
          <p:nvPr>
            <p:ph type="body" sz="quarter" idx="10" hasCustomPrompt="1"/>
          </p:nvPr>
        </p:nvSpPr>
        <p:spPr>
          <a:xfrm>
            <a:off x="310231" y="2418205"/>
            <a:ext cx="9181056" cy="699656"/>
          </a:xfrm>
        </p:spPr>
        <p:txBody>
          <a:bodyPr/>
          <a:lstStyle>
            <a:lvl1pPr marL="0" indent="0">
              <a:buNone/>
              <a:defRPr sz="5100" i="0" spc="-86" baseline="0">
                <a:solidFill>
                  <a:schemeClr val="tx1"/>
                </a:solidFill>
                <a:latin typeface="Segoe UI Light" pitchFamily="34" charset="0"/>
              </a:defRPr>
            </a:lvl1pPr>
          </a:lstStyle>
          <a:p>
            <a:pPr lvl="0"/>
            <a:r>
              <a:rPr lang="en-US" dirty="0" smtClean="0"/>
              <a:t>Click to edit title style</a:t>
            </a:r>
          </a:p>
        </p:txBody>
      </p:sp>
      <p:pic>
        <p:nvPicPr>
          <p:cNvPr id="7" name="Picture 2" descr="Microsoft logo and tagline"/>
          <p:cNvPicPr>
            <a:picLocks noChangeAspect="1" noChangeArrowheads="1"/>
          </p:cNvPicPr>
          <p:nvPr userDrawn="1"/>
        </p:nvPicPr>
        <p:blipFill rotWithShape="1">
          <a:blip cstate="screen">
            <a:extLst>
              <a:ext uri="{BEBA8EAE-BF5A-486C-A8C5-ECC9F3942E4B}">
                <a14:imgProps xmlns="" xmlns:a14="http://schemas.microsoft.com/office/drawing/2010/main">
                  <a14:imgLayer>
                    <a14:imgEffect>
                      <a14:brightnessContrast bright="100000"/>
                    </a14:imgEffect>
                  </a14:imgLayer>
                </a14:imgProps>
              </a:ext>
              <a:ext uri="{28A0092B-C50C-407E-A947-70E740481C1C}">
                <a14:useLocalDpi xmlns="" xmlns:a14="http://schemas.microsoft.com/office/drawing/2010/main"/>
              </a:ext>
            </a:extLst>
          </a:blip>
          <a:srcRect/>
          <a:stretch/>
        </p:blipFill>
        <p:spPr bwMode="black">
          <a:xfrm>
            <a:off x="8817749" y="5866347"/>
            <a:ext cx="986323" cy="183952"/>
          </a:xfrm>
          <a:prstGeom prst="rect">
            <a:avLst/>
          </a:prstGeom>
          <a:noFill/>
          <a:ln>
            <a:noFill/>
          </a:ln>
        </p:spPr>
      </p:pic>
    </p:spTree>
    <p:extLst>
      <p:ext uri="{BB962C8B-B14F-4D97-AF65-F5344CB8AC3E}">
        <p14:creationId xmlns="" xmlns:p14="http://schemas.microsoft.com/office/powerpoint/2010/main" val="64722348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424459" y="1312739"/>
            <a:ext cx="9116111" cy="1742015"/>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1" y="5656871"/>
            <a:ext cx="9966326" cy="561369"/>
          </a:xfrm>
          <a:solidFill>
            <a:srgbClr val="FFFF99"/>
          </a:solidFill>
        </p:spPr>
        <p:txBody>
          <a:bodyPr wrap="square" lIns="129472" tIns="64737" rIns="129472" bIns="64737" anchor="b" anchorCtr="0">
            <a:noAutofit/>
          </a:bodyPr>
          <a:lstStyle>
            <a:lvl1pPr algn="r">
              <a:buFont typeface="Arial" pitchFamily="34" charset="0"/>
              <a:buNone/>
              <a:defRPr spc="-42" baseline="0">
                <a:gradFill>
                  <a:gsLst>
                    <a:gs pos="0">
                      <a:srgbClr val="000000"/>
                    </a:gs>
                    <a:gs pos="100000">
                      <a:srgbClr val="000000"/>
                    </a:gs>
                  </a:gsLst>
                  <a:lin ang="5400000" scaled="0"/>
                </a:gradFill>
                <a:effectLst/>
                <a:latin typeface="Segoe UI" pitchFamily="34" charset="0"/>
              </a:defRPr>
            </a:lvl1pPr>
          </a:lstStyle>
          <a:p>
            <a:pPr lvl="0"/>
            <a:r>
              <a:rPr lang="en-US" smtClean="0"/>
              <a:t>Click to edit Master text styles</a:t>
            </a:r>
          </a:p>
        </p:txBody>
      </p:sp>
    </p:spTree>
    <p:extLst>
      <p:ext uri="{BB962C8B-B14F-4D97-AF65-F5344CB8AC3E}">
        <p14:creationId xmlns="" xmlns:p14="http://schemas.microsoft.com/office/powerpoint/2010/main" val="260197369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5" name="Title Tile"/>
          <p:cNvSpPr/>
          <p:nvPr userDrawn="1"/>
        </p:nvSpPr>
        <p:spPr bwMode="auto">
          <a:xfrm>
            <a:off x="3278842" y="2889819"/>
            <a:ext cx="5856741"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6" name="Arrow Bar"/>
          <p:cNvSpPr/>
          <p:nvPr userDrawn="1"/>
        </p:nvSpPr>
        <p:spPr bwMode="auto">
          <a:xfrm>
            <a:off x="3278841" y="1373194"/>
            <a:ext cx="5856741" cy="1359722"/>
          </a:xfrm>
          <a:prstGeom prst="rect">
            <a:avLst/>
          </a:prstGeom>
          <a:solidFill>
            <a:schemeClr val="accent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useBgFill="1">
        <p:nvSpPr>
          <p:cNvPr id="27" name="Left Mask"/>
          <p:cNvSpPr/>
          <p:nvPr userDrawn="1"/>
        </p:nvSpPr>
        <p:spPr bwMode="auto">
          <a:xfrm>
            <a:off x="0" y="1373195"/>
            <a:ext cx="3278840"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8" name="Circle Arrow"/>
          <p:cNvSpPr>
            <a:spLocks noEditPoints="1"/>
          </p:cNvSpPr>
          <p:nvPr userDrawn="1"/>
        </p:nvSpPr>
        <p:spPr bwMode="auto">
          <a:xfrm rot="5400000">
            <a:off x="8096811"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7" tIns="38843" rIns="77687" bIns="38843" numCol="1" anchor="t" anchorCtr="0" compatLnSpc="1">
            <a:prstTxWarp prst="textNoShape">
              <a:avLst/>
            </a:prstTxWarp>
          </a:bodyPr>
          <a:lstStyle/>
          <a:p>
            <a:pPr defTabSz="776835"/>
            <a:endParaRPr lang="en-US" sz="1600">
              <a:solidFill>
                <a:srgbClr val="FFFFFF"/>
              </a:solidFill>
            </a:endParaRPr>
          </a:p>
        </p:txBody>
      </p:sp>
      <p:sp>
        <p:nvSpPr>
          <p:cNvPr id="29" name="TechEd Tile"/>
          <p:cNvSpPr/>
          <p:nvPr userDrawn="1"/>
        </p:nvSpPr>
        <p:spPr bwMode="auto">
          <a:xfrm>
            <a:off x="835709" y="1373194"/>
            <a:ext cx="2310298"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pic>
        <p:nvPicPr>
          <p:cNvPr id="30" name="TechEd Logo"/>
          <p:cNvPicPr>
            <a:picLocks noChangeAspect="1" noChangeArrowheads="1"/>
          </p:cNvPicPr>
          <p:nvPr userDrawn="1"/>
        </p:nvPicPr>
        <p:blipFill rotWithShape="1">
          <a:blip r:embed="rId3" cstate="print">
            <a:extLst>
              <a:ext uri="{28A0092B-C50C-407E-A947-70E740481C1C}">
                <a14:useLocalDpi xmlns="" xmlns:a14="http://schemas.microsoft.com/office/drawing/2010/main" val="0"/>
              </a:ext>
            </a:extLst>
          </a:blip>
          <a:srcRect r="8530"/>
          <a:stretch/>
        </p:blipFill>
        <p:spPr bwMode="auto">
          <a:xfrm>
            <a:off x="1145803"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grpSp>
        <p:nvGrpSpPr>
          <p:cNvPr id="31" name="Fuschia Tile"/>
          <p:cNvGrpSpPr/>
          <p:nvPr userDrawn="1"/>
        </p:nvGrpSpPr>
        <p:grpSpPr>
          <a:xfrm>
            <a:off x="831160" y="2888122"/>
            <a:ext cx="1084119" cy="1202193"/>
            <a:chOff x="1071620" y="3044261"/>
            <a:chExt cx="1325880" cy="1325880"/>
          </a:xfrm>
        </p:grpSpPr>
        <p:sp>
          <p:nvSpPr>
            <p:cNvPr id="32" name="Rectangle 31"/>
            <p:cNvSpPr/>
            <p:nvPr/>
          </p:nvSpPr>
          <p:spPr bwMode="auto">
            <a:xfrm>
              <a:off x="1071620" y="3044261"/>
              <a:ext cx="1325880" cy="1325880"/>
            </a:xfrm>
            <a:prstGeom prst="rect">
              <a:avLst/>
            </a:prstGeom>
            <a:solidFill>
              <a:schemeClr val="accent2"/>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33" name="Freeform 13"/>
            <p:cNvSpPr>
              <a:spLocks noEditPoints="1"/>
            </p:cNvSpPr>
            <p:nvPr/>
          </p:nvSpPr>
          <p:spPr bwMode="auto">
            <a:xfrm>
              <a:off x="1316254" y="3284926"/>
              <a:ext cx="836612" cy="841375"/>
            </a:xfrm>
            <a:custGeom>
              <a:avLst/>
              <a:gdLst>
                <a:gd name="T0" fmla="*/ 183 w 223"/>
                <a:gd name="T1" fmla="*/ 108 h 224"/>
                <a:gd name="T2" fmla="*/ 154 w 223"/>
                <a:gd name="T3" fmla="*/ 120 h 224"/>
                <a:gd name="T4" fmla="*/ 135 w 223"/>
                <a:gd name="T5" fmla="*/ 101 h 224"/>
                <a:gd name="T6" fmla="*/ 154 w 223"/>
                <a:gd name="T7" fmla="*/ 59 h 224"/>
                <a:gd name="T8" fmla="*/ 96 w 223"/>
                <a:gd name="T9" fmla="*/ 0 h 224"/>
                <a:gd name="T10" fmla="*/ 37 w 223"/>
                <a:gd name="T11" fmla="*/ 59 h 224"/>
                <a:gd name="T12" fmla="*/ 64 w 223"/>
                <a:gd name="T13" fmla="*/ 107 h 224"/>
                <a:gd name="T14" fmla="*/ 52 w 223"/>
                <a:gd name="T15" fmla="*/ 145 h 224"/>
                <a:gd name="T16" fmla="*/ 41 w 223"/>
                <a:gd name="T17" fmla="*/ 143 h 224"/>
                <a:gd name="T18" fmla="*/ 0 w 223"/>
                <a:gd name="T19" fmla="*/ 183 h 224"/>
                <a:gd name="T20" fmla="*/ 41 w 223"/>
                <a:gd name="T21" fmla="*/ 224 h 224"/>
                <a:gd name="T22" fmla="*/ 81 w 223"/>
                <a:gd name="T23" fmla="*/ 183 h 224"/>
                <a:gd name="T24" fmla="*/ 60 w 223"/>
                <a:gd name="T25" fmla="*/ 148 h 224"/>
                <a:gd name="T26" fmla="*/ 71 w 223"/>
                <a:gd name="T27" fmla="*/ 111 h 224"/>
                <a:gd name="T28" fmla="*/ 96 w 223"/>
                <a:gd name="T29" fmla="*/ 117 h 224"/>
                <a:gd name="T30" fmla="*/ 129 w 223"/>
                <a:gd name="T31" fmla="*/ 106 h 224"/>
                <a:gd name="T32" fmla="*/ 149 w 223"/>
                <a:gd name="T33" fmla="*/ 126 h 224"/>
                <a:gd name="T34" fmla="*/ 143 w 223"/>
                <a:gd name="T35" fmla="*/ 148 h 224"/>
                <a:gd name="T36" fmla="*/ 183 w 223"/>
                <a:gd name="T37" fmla="*/ 189 h 224"/>
                <a:gd name="T38" fmla="*/ 223 w 223"/>
                <a:gd name="T39" fmla="*/ 148 h 224"/>
                <a:gd name="T40" fmla="*/ 183 w 223"/>
                <a:gd name="T41" fmla="*/ 108 h 224"/>
                <a:gd name="T42" fmla="*/ 73 w 223"/>
                <a:gd name="T43" fmla="*/ 183 h 224"/>
                <a:gd name="T44" fmla="*/ 41 w 223"/>
                <a:gd name="T45" fmla="*/ 216 h 224"/>
                <a:gd name="T46" fmla="*/ 8 w 223"/>
                <a:gd name="T47" fmla="*/ 183 h 224"/>
                <a:gd name="T48" fmla="*/ 41 w 223"/>
                <a:gd name="T49" fmla="*/ 151 h 224"/>
                <a:gd name="T50" fmla="*/ 73 w 223"/>
                <a:gd name="T51" fmla="*/ 183 h 224"/>
                <a:gd name="T52" fmla="*/ 45 w 223"/>
                <a:gd name="T53" fmla="*/ 59 h 224"/>
                <a:gd name="T54" fmla="*/ 96 w 223"/>
                <a:gd name="T55" fmla="*/ 8 h 224"/>
                <a:gd name="T56" fmla="*/ 146 w 223"/>
                <a:gd name="T57" fmla="*/ 59 h 224"/>
                <a:gd name="T58" fmla="*/ 96 w 223"/>
                <a:gd name="T59" fmla="*/ 109 h 224"/>
                <a:gd name="T60" fmla="*/ 45 w 223"/>
                <a:gd name="T61" fmla="*/ 59 h 224"/>
                <a:gd name="T62" fmla="*/ 183 w 223"/>
                <a:gd name="T63" fmla="*/ 181 h 224"/>
                <a:gd name="T64" fmla="*/ 151 w 223"/>
                <a:gd name="T65" fmla="*/ 148 h 224"/>
                <a:gd name="T66" fmla="*/ 183 w 223"/>
                <a:gd name="T67" fmla="*/ 116 h 224"/>
                <a:gd name="T68" fmla="*/ 215 w 223"/>
                <a:gd name="T69" fmla="*/ 148 h 224"/>
                <a:gd name="T70" fmla="*/ 183 w 223"/>
                <a:gd name="T71" fmla="*/ 181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3" h="224">
                  <a:moveTo>
                    <a:pt x="183" y="108"/>
                  </a:moveTo>
                  <a:cubicBezTo>
                    <a:pt x="172" y="108"/>
                    <a:pt x="162" y="113"/>
                    <a:pt x="154" y="120"/>
                  </a:cubicBezTo>
                  <a:cubicBezTo>
                    <a:pt x="135" y="101"/>
                    <a:pt x="135" y="101"/>
                    <a:pt x="135" y="101"/>
                  </a:cubicBezTo>
                  <a:cubicBezTo>
                    <a:pt x="147" y="90"/>
                    <a:pt x="154" y="75"/>
                    <a:pt x="154" y="59"/>
                  </a:cubicBezTo>
                  <a:cubicBezTo>
                    <a:pt x="154" y="26"/>
                    <a:pt x="128" y="0"/>
                    <a:pt x="96" y="0"/>
                  </a:cubicBezTo>
                  <a:cubicBezTo>
                    <a:pt x="64" y="0"/>
                    <a:pt x="37" y="26"/>
                    <a:pt x="37" y="59"/>
                  </a:cubicBezTo>
                  <a:cubicBezTo>
                    <a:pt x="37" y="79"/>
                    <a:pt x="48" y="97"/>
                    <a:pt x="64" y="107"/>
                  </a:cubicBezTo>
                  <a:cubicBezTo>
                    <a:pt x="52" y="145"/>
                    <a:pt x="52" y="145"/>
                    <a:pt x="52" y="145"/>
                  </a:cubicBezTo>
                  <a:cubicBezTo>
                    <a:pt x="49" y="144"/>
                    <a:pt x="45" y="143"/>
                    <a:pt x="41" y="143"/>
                  </a:cubicBezTo>
                  <a:cubicBezTo>
                    <a:pt x="18" y="143"/>
                    <a:pt x="0" y="161"/>
                    <a:pt x="0" y="183"/>
                  </a:cubicBezTo>
                  <a:cubicBezTo>
                    <a:pt x="0" y="206"/>
                    <a:pt x="18" y="224"/>
                    <a:pt x="41" y="224"/>
                  </a:cubicBezTo>
                  <a:cubicBezTo>
                    <a:pt x="63" y="224"/>
                    <a:pt x="81" y="206"/>
                    <a:pt x="81" y="183"/>
                  </a:cubicBezTo>
                  <a:cubicBezTo>
                    <a:pt x="81" y="168"/>
                    <a:pt x="72" y="155"/>
                    <a:pt x="60" y="148"/>
                  </a:cubicBezTo>
                  <a:cubicBezTo>
                    <a:pt x="71" y="111"/>
                    <a:pt x="71" y="111"/>
                    <a:pt x="71" y="111"/>
                  </a:cubicBezTo>
                  <a:cubicBezTo>
                    <a:pt x="78" y="115"/>
                    <a:pt x="87" y="117"/>
                    <a:pt x="96" y="117"/>
                  </a:cubicBezTo>
                  <a:cubicBezTo>
                    <a:pt x="108" y="117"/>
                    <a:pt x="120" y="113"/>
                    <a:pt x="129" y="106"/>
                  </a:cubicBezTo>
                  <a:cubicBezTo>
                    <a:pt x="149" y="126"/>
                    <a:pt x="149" y="126"/>
                    <a:pt x="149" y="126"/>
                  </a:cubicBezTo>
                  <a:cubicBezTo>
                    <a:pt x="145" y="133"/>
                    <a:pt x="143" y="140"/>
                    <a:pt x="143" y="148"/>
                  </a:cubicBezTo>
                  <a:cubicBezTo>
                    <a:pt x="143" y="171"/>
                    <a:pt x="161" y="189"/>
                    <a:pt x="183" y="189"/>
                  </a:cubicBezTo>
                  <a:cubicBezTo>
                    <a:pt x="205" y="189"/>
                    <a:pt x="223" y="171"/>
                    <a:pt x="223" y="148"/>
                  </a:cubicBezTo>
                  <a:cubicBezTo>
                    <a:pt x="223" y="126"/>
                    <a:pt x="205" y="108"/>
                    <a:pt x="183" y="108"/>
                  </a:cubicBezTo>
                  <a:close/>
                  <a:moveTo>
                    <a:pt x="73" y="183"/>
                  </a:moveTo>
                  <a:cubicBezTo>
                    <a:pt x="73" y="201"/>
                    <a:pt x="58" y="216"/>
                    <a:pt x="41" y="216"/>
                  </a:cubicBezTo>
                  <a:cubicBezTo>
                    <a:pt x="23" y="216"/>
                    <a:pt x="8" y="201"/>
                    <a:pt x="8" y="183"/>
                  </a:cubicBezTo>
                  <a:cubicBezTo>
                    <a:pt x="8" y="166"/>
                    <a:pt x="23" y="151"/>
                    <a:pt x="41" y="151"/>
                  </a:cubicBezTo>
                  <a:cubicBezTo>
                    <a:pt x="58" y="151"/>
                    <a:pt x="73" y="166"/>
                    <a:pt x="73" y="183"/>
                  </a:cubicBezTo>
                  <a:close/>
                  <a:moveTo>
                    <a:pt x="45" y="59"/>
                  </a:moveTo>
                  <a:cubicBezTo>
                    <a:pt x="45" y="31"/>
                    <a:pt x="68" y="8"/>
                    <a:pt x="96" y="8"/>
                  </a:cubicBezTo>
                  <a:cubicBezTo>
                    <a:pt x="123" y="8"/>
                    <a:pt x="146" y="31"/>
                    <a:pt x="146" y="59"/>
                  </a:cubicBezTo>
                  <a:cubicBezTo>
                    <a:pt x="146" y="86"/>
                    <a:pt x="123" y="109"/>
                    <a:pt x="96" y="109"/>
                  </a:cubicBezTo>
                  <a:cubicBezTo>
                    <a:pt x="68" y="109"/>
                    <a:pt x="45" y="86"/>
                    <a:pt x="45" y="59"/>
                  </a:cubicBezTo>
                  <a:close/>
                  <a:moveTo>
                    <a:pt x="183" y="181"/>
                  </a:moveTo>
                  <a:cubicBezTo>
                    <a:pt x="165" y="181"/>
                    <a:pt x="151" y="166"/>
                    <a:pt x="151" y="148"/>
                  </a:cubicBezTo>
                  <a:cubicBezTo>
                    <a:pt x="151" y="130"/>
                    <a:pt x="165" y="116"/>
                    <a:pt x="183" y="116"/>
                  </a:cubicBezTo>
                  <a:cubicBezTo>
                    <a:pt x="201" y="116"/>
                    <a:pt x="215" y="130"/>
                    <a:pt x="215" y="148"/>
                  </a:cubicBezTo>
                  <a:cubicBezTo>
                    <a:pt x="215" y="166"/>
                    <a:pt x="201" y="181"/>
                    <a:pt x="183" y="181"/>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35"/>
              <a:endParaRPr lang="en-US" sz="1600">
                <a:solidFill>
                  <a:srgbClr val="FFFFFF"/>
                </a:solidFill>
              </a:endParaRPr>
            </a:p>
          </p:txBody>
        </p:sp>
      </p:grpSp>
      <p:grpSp>
        <p:nvGrpSpPr>
          <p:cNvPr id="34" name="Orange Tile"/>
          <p:cNvGrpSpPr/>
          <p:nvPr userDrawn="1"/>
        </p:nvGrpSpPr>
        <p:grpSpPr>
          <a:xfrm>
            <a:off x="2055657" y="2888122"/>
            <a:ext cx="1084119" cy="1202193"/>
            <a:chOff x="2487267" y="3044261"/>
            <a:chExt cx="1325880" cy="1325880"/>
          </a:xfrm>
        </p:grpSpPr>
        <p:sp>
          <p:nvSpPr>
            <p:cNvPr id="35" name="Rectangle 34"/>
            <p:cNvSpPr/>
            <p:nvPr/>
          </p:nvSpPr>
          <p:spPr bwMode="auto">
            <a:xfrm>
              <a:off x="2487267" y="3044261"/>
              <a:ext cx="1325880" cy="1325880"/>
            </a:xfrm>
            <a:prstGeom prst="rect">
              <a:avLst/>
            </a:prstGeom>
            <a:solidFill>
              <a:schemeClr val="accent3"/>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36" name="Freeform 30"/>
            <p:cNvSpPr>
              <a:spLocks noEditPoints="1"/>
            </p:cNvSpPr>
            <p:nvPr/>
          </p:nvSpPr>
          <p:spPr bwMode="auto">
            <a:xfrm>
              <a:off x="2774763" y="3284926"/>
              <a:ext cx="750888" cy="844550"/>
            </a:xfrm>
            <a:custGeom>
              <a:avLst/>
              <a:gdLst>
                <a:gd name="T0" fmla="*/ 15 w 200"/>
                <a:gd name="T1" fmla="*/ 0 h 225"/>
                <a:gd name="T2" fmla="*/ 11 w 200"/>
                <a:gd name="T3" fmla="*/ 17 h 225"/>
                <a:gd name="T4" fmla="*/ 11 w 200"/>
                <a:gd name="T5" fmla="*/ 35 h 225"/>
                <a:gd name="T6" fmla="*/ 0 w 200"/>
                <a:gd name="T7" fmla="*/ 55 h 225"/>
                <a:gd name="T8" fmla="*/ 11 w 200"/>
                <a:gd name="T9" fmla="*/ 75 h 225"/>
                <a:gd name="T10" fmla="*/ 11 w 200"/>
                <a:gd name="T11" fmla="*/ 94 h 225"/>
                <a:gd name="T12" fmla="*/ 0 w 200"/>
                <a:gd name="T13" fmla="*/ 114 h 225"/>
                <a:gd name="T14" fmla="*/ 11 w 200"/>
                <a:gd name="T15" fmla="*/ 134 h 225"/>
                <a:gd name="T16" fmla="*/ 11 w 200"/>
                <a:gd name="T17" fmla="*/ 153 h 225"/>
                <a:gd name="T18" fmla="*/ 0 w 200"/>
                <a:gd name="T19" fmla="*/ 173 h 225"/>
                <a:gd name="T20" fmla="*/ 11 w 200"/>
                <a:gd name="T21" fmla="*/ 193 h 225"/>
                <a:gd name="T22" fmla="*/ 11 w 200"/>
                <a:gd name="T23" fmla="*/ 211 h 225"/>
                <a:gd name="T24" fmla="*/ 15 w 200"/>
                <a:gd name="T25" fmla="*/ 225 h 225"/>
                <a:gd name="T26" fmla="*/ 200 w 200"/>
                <a:gd name="T27" fmla="*/ 185 h 225"/>
                <a:gd name="T28" fmla="*/ 160 w 200"/>
                <a:gd name="T29" fmla="*/ 0 h 225"/>
                <a:gd name="T30" fmla="*/ 11 w 200"/>
                <a:gd name="T31" fmla="*/ 25 h 225"/>
                <a:gd name="T32" fmla="*/ 8 w 200"/>
                <a:gd name="T33" fmla="*/ 26 h 225"/>
                <a:gd name="T34" fmla="*/ 11 w 200"/>
                <a:gd name="T35" fmla="*/ 54 h 225"/>
                <a:gd name="T36" fmla="*/ 8 w 200"/>
                <a:gd name="T37" fmla="*/ 55 h 225"/>
                <a:gd name="T38" fmla="*/ 11 w 200"/>
                <a:gd name="T39" fmla="*/ 83 h 225"/>
                <a:gd name="T40" fmla="*/ 8 w 200"/>
                <a:gd name="T41" fmla="*/ 85 h 225"/>
                <a:gd name="T42" fmla="*/ 11 w 200"/>
                <a:gd name="T43" fmla="*/ 113 h 225"/>
                <a:gd name="T44" fmla="*/ 8 w 200"/>
                <a:gd name="T45" fmla="*/ 114 h 225"/>
                <a:gd name="T46" fmla="*/ 11 w 200"/>
                <a:gd name="T47" fmla="*/ 142 h 225"/>
                <a:gd name="T48" fmla="*/ 8 w 200"/>
                <a:gd name="T49" fmla="*/ 143 h 225"/>
                <a:gd name="T50" fmla="*/ 11 w 200"/>
                <a:gd name="T51" fmla="*/ 171 h 225"/>
                <a:gd name="T52" fmla="*/ 8 w 200"/>
                <a:gd name="T53" fmla="*/ 173 h 225"/>
                <a:gd name="T54" fmla="*/ 11 w 200"/>
                <a:gd name="T55" fmla="*/ 201 h 225"/>
                <a:gd name="T56" fmla="*/ 8 w 200"/>
                <a:gd name="T57" fmla="*/ 202 h 225"/>
                <a:gd name="T58" fmla="*/ 160 w 200"/>
                <a:gd name="T59" fmla="*/ 217 h 225"/>
                <a:gd name="T60" fmla="*/ 19 w 200"/>
                <a:gd name="T61" fmla="*/ 201 h 225"/>
                <a:gd name="T62" fmla="*/ 21 w 200"/>
                <a:gd name="T63" fmla="*/ 205 h 225"/>
                <a:gd name="T64" fmla="*/ 27 w 200"/>
                <a:gd name="T65" fmla="*/ 198 h 225"/>
                <a:gd name="T66" fmla="*/ 19 w 200"/>
                <a:gd name="T67" fmla="*/ 172 h 225"/>
                <a:gd name="T68" fmla="*/ 21 w 200"/>
                <a:gd name="T69" fmla="*/ 175 h 225"/>
                <a:gd name="T70" fmla="*/ 27 w 200"/>
                <a:gd name="T71" fmla="*/ 168 h 225"/>
                <a:gd name="T72" fmla="*/ 19 w 200"/>
                <a:gd name="T73" fmla="*/ 142 h 225"/>
                <a:gd name="T74" fmla="*/ 21 w 200"/>
                <a:gd name="T75" fmla="*/ 146 h 225"/>
                <a:gd name="T76" fmla="*/ 27 w 200"/>
                <a:gd name="T77" fmla="*/ 139 h 225"/>
                <a:gd name="T78" fmla="*/ 19 w 200"/>
                <a:gd name="T79" fmla="*/ 113 h 225"/>
                <a:gd name="T80" fmla="*/ 21 w 200"/>
                <a:gd name="T81" fmla="*/ 117 h 225"/>
                <a:gd name="T82" fmla="*/ 27 w 200"/>
                <a:gd name="T83" fmla="*/ 110 h 225"/>
                <a:gd name="T84" fmla="*/ 19 w 200"/>
                <a:gd name="T85" fmla="*/ 83 h 225"/>
                <a:gd name="T86" fmla="*/ 21 w 200"/>
                <a:gd name="T87" fmla="*/ 87 h 225"/>
                <a:gd name="T88" fmla="*/ 27 w 200"/>
                <a:gd name="T89" fmla="*/ 80 h 225"/>
                <a:gd name="T90" fmla="*/ 19 w 200"/>
                <a:gd name="T91" fmla="*/ 54 h 225"/>
                <a:gd name="T92" fmla="*/ 21 w 200"/>
                <a:gd name="T93" fmla="*/ 58 h 225"/>
                <a:gd name="T94" fmla="*/ 27 w 200"/>
                <a:gd name="T95" fmla="*/ 51 h 225"/>
                <a:gd name="T96" fmla="*/ 19 w 200"/>
                <a:gd name="T97" fmla="*/ 25 h 225"/>
                <a:gd name="T98" fmla="*/ 21 w 200"/>
                <a:gd name="T99" fmla="*/ 29 h 225"/>
                <a:gd name="T100" fmla="*/ 27 w 200"/>
                <a:gd name="T101" fmla="*/ 22 h 225"/>
                <a:gd name="T102" fmla="*/ 19 w 200"/>
                <a:gd name="T103" fmla="*/ 8 h 225"/>
                <a:gd name="T104" fmla="*/ 192 w 200"/>
                <a:gd name="T105" fmla="*/ 4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0" h="225">
                  <a:moveTo>
                    <a:pt x="160" y="0"/>
                  </a:moveTo>
                  <a:cubicBezTo>
                    <a:pt x="15" y="0"/>
                    <a:pt x="15" y="0"/>
                    <a:pt x="15" y="0"/>
                  </a:cubicBezTo>
                  <a:cubicBezTo>
                    <a:pt x="12" y="0"/>
                    <a:pt x="11" y="2"/>
                    <a:pt x="11" y="4"/>
                  </a:cubicBezTo>
                  <a:cubicBezTo>
                    <a:pt x="11" y="17"/>
                    <a:pt x="11" y="17"/>
                    <a:pt x="11" y="17"/>
                  </a:cubicBezTo>
                  <a:cubicBezTo>
                    <a:pt x="4" y="18"/>
                    <a:pt x="0" y="21"/>
                    <a:pt x="0" y="26"/>
                  </a:cubicBezTo>
                  <a:cubicBezTo>
                    <a:pt x="0" y="30"/>
                    <a:pt x="4" y="34"/>
                    <a:pt x="11" y="35"/>
                  </a:cubicBezTo>
                  <a:cubicBezTo>
                    <a:pt x="11" y="46"/>
                    <a:pt x="11" y="46"/>
                    <a:pt x="11" y="46"/>
                  </a:cubicBezTo>
                  <a:cubicBezTo>
                    <a:pt x="4" y="47"/>
                    <a:pt x="0" y="51"/>
                    <a:pt x="0" y="55"/>
                  </a:cubicBezTo>
                  <a:cubicBezTo>
                    <a:pt x="0" y="60"/>
                    <a:pt x="4" y="63"/>
                    <a:pt x="11" y="65"/>
                  </a:cubicBezTo>
                  <a:cubicBezTo>
                    <a:pt x="11" y="75"/>
                    <a:pt x="11" y="75"/>
                    <a:pt x="11" y="75"/>
                  </a:cubicBezTo>
                  <a:cubicBezTo>
                    <a:pt x="4" y="76"/>
                    <a:pt x="0" y="80"/>
                    <a:pt x="0" y="85"/>
                  </a:cubicBezTo>
                  <a:cubicBezTo>
                    <a:pt x="0" y="89"/>
                    <a:pt x="4" y="93"/>
                    <a:pt x="11" y="94"/>
                  </a:cubicBezTo>
                  <a:cubicBezTo>
                    <a:pt x="11" y="105"/>
                    <a:pt x="11" y="105"/>
                    <a:pt x="11" y="105"/>
                  </a:cubicBezTo>
                  <a:cubicBezTo>
                    <a:pt x="4" y="106"/>
                    <a:pt x="0" y="109"/>
                    <a:pt x="0" y="114"/>
                  </a:cubicBezTo>
                  <a:cubicBezTo>
                    <a:pt x="0" y="119"/>
                    <a:pt x="4" y="122"/>
                    <a:pt x="11" y="123"/>
                  </a:cubicBezTo>
                  <a:cubicBezTo>
                    <a:pt x="11" y="134"/>
                    <a:pt x="11" y="134"/>
                    <a:pt x="11" y="134"/>
                  </a:cubicBezTo>
                  <a:cubicBezTo>
                    <a:pt x="4" y="135"/>
                    <a:pt x="0" y="139"/>
                    <a:pt x="0" y="143"/>
                  </a:cubicBezTo>
                  <a:cubicBezTo>
                    <a:pt x="0" y="148"/>
                    <a:pt x="4" y="152"/>
                    <a:pt x="11" y="153"/>
                  </a:cubicBezTo>
                  <a:cubicBezTo>
                    <a:pt x="11" y="163"/>
                    <a:pt x="11" y="163"/>
                    <a:pt x="11" y="163"/>
                  </a:cubicBezTo>
                  <a:cubicBezTo>
                    <a:pt x="4" y="164"/>
                    <a:pt x="0" y="168"/>
                    <a:pt x="0" y="173"/>
                  </a:cubicBezTo>
                  <a:cubicBezTo>
                    <a:pt x="0" y="177"/>
                    <a:pt x="4" y="181"/>
                    <a:pt x="11" y="182"/>
                  </a:cubicBezTo>
                  <a:cubicBezTo>
                    <a:pt x="11" y="193"/>
                    <a:pt x="11" y="193"/>
                    <a:pt x="11" y="193"/>
                  </a:cubicBezTo>
                  <a:cubicBezTo>
                    <a:pt x="4" y="194"/>
                    <a:pt x="0" y="197"/>
                    <a:pt x="0" y="202"/>
                  </a:cubicBezTo>
                  <a:cubicBezTo>
                    <a:pt x="0" y="207"/>
                    <a:pt x="4" y="210"/>
                    <a:pt x="11" y="211"/>
                  </a:cubicBezTo>
                  <a:cubicBezTo>
                    <a:pt x="11" y="221"/>
                    <a:pt x="11" y="221"/>
                    <a:pt x="11" y="221"/>
                  </a:cubicBezTo>
                  <a:cubicBezTo>
                    <a:pt x="11" y="223"/>
                    <a:pt x="12" y="225"/>
                    <a:pt x="15" y="225"/>
                  </a:cubicBezTo>
                  <a:cubicBezTo>
                    <a:pt x="160" y="225"/>
                    <a:pt x="160" y="225"/>
                    <a:pt x="160" y="225"/>
                  </a:cubicBezTo>
                  <a:cubicBezTo>
                    <a:pt x="182" y="225"/>
                    <a:pt x="200" y="207"/>
                    <a:pt x="200" y="185"/>
                  </a:cubicBezTo>
                  <a:cubicBezTo>
                    <a:pt x="200" y="40"/>
                    <a:pt x="200" y="40"/>
                    <a:pt x="200" y="40"/>
                  </a:cubicBezTo>
                  <a:cubicBezTo>
                    <a:pt x="200" y="18"/>
                    <a:pt x="182" y="0"/>
                    <a:pt x="160" y="0"/>
                  </a:cubicBezTo>
                  <a:close/>
                  <a:moveTo>
                    <a:pt x="8" y="26"/>
                  </a:moveTo>
                  <a:cubicBezTo>
                    <a:pt x="9" y="26"/>
                    <a:pt x="9" y="25"/>
                    <a:pt x="11" y="25"/>
                  </a:cubicBezTo>
                  <a:cubicBezTo>
                    <a:pt x="11" y="27"/>
                    <a:pt x="11" y="27"/>
                    <a:pt x="11" y="27"/>
                  </a:cubicBezTo>
                  <a:cubicBezTo>
                    <a:pt x="9" y="27"/>
                    <a:pt x="9" y="26"/>
                    <a:pt x="8" y="26"/>
                  </a:cubicBezTo>
                  <a:close/>
                  <a:moveTo>
                    <a:pt x="8" y="55"/>
                  </a:moveTo>
                  <a:cubicBezTo>
                    <a:pt x="9" y="55"/>
                    <a:pt x="9" y="54"/>
                    <a:pt x="11" y="54"/>
                  </a:cubicBezTo>
                  <a:cubicBezTo>
                    <a:pt x="11" y="56"/>
                    <a:pt x="11" y="56"/>
                    <a:pt x="11" y="56"/>
                  </a:cubicBezTo>
                  <a:cubicBezTo>
                    <a:pt x="9" y="56"/>
                    <a:pt x="9" y="56"/>
                    <a:pt x="8" y="55"/>
                  </a:cubicBezTo>
                  <a:close/>
                  <a:moveTo>
                    <a:pt x="8" y="85"/>
                  </a:moveTo>
                  <a:cubicBezTo>
                    <a:pt x="9" y="84"/>
                    <a:pt x="9" y="84"/>
                    <a:pt x="11" y="83"/>
                  </a:cubicBezTo>
                  <a:cubicBezTo>
                    <a:pt x="11" y="86"/>
                    <a:pt x="11" y="86"/>
                    <a:pt x="11" y="86"/>
                  </a:cubicBezTo>
                  <a:cubicBezTo>
                    <a:pt x="9" y="85"/>
                    <a:pt x="9" y="85"/>
                    <a:pt x="8" y="85"/>
                  </a:cubicBezTo>
                  <a:close/>
                  <a:moveTo>
                    <a:pt x="8" y="114"/>
                  </a:moveTo>
                  <a:cubicBezTo>
                    <a:pt x="9" y="114"/>
                    <a:pt x="9" y="113"/>
                    <a:pt x="11" y="113"/>
                  </a:cubicBezTo>
                  <a:cubicBezTo>
                    <a:pt x="11" y="115"/>
                    <a:pt x="11" y="115"/>
                    <a:pt x="11" y="115"/>
                  </a:cubicBezTo>
                  <a:cubicBezTo>
                    <a:pt x="9" y="115"/>
                    <a:pt x="9" y="114"/>
                    <a:pt x="8" y="114"/>
                  </a:cubicBezTo>
                  <a:close/>
                  <a:moveTo>
                    <a:pt x="8" y="143"/>
                  </a:moveTo>
                  <a:cubicBezTo>
                    <a:pt x="9" y="143"/>
                    <a:pt x="9" y="142"/>
                    <a:pt x="11" y="142"/>
                  </a:cubicBezTo>
                  <a:cubicBezTo>
                    <a:pt x="11" y="144"/>
                    <a:pt x="11" y="144"/>
                    <a:pt x="11" y="144"/>
                  </a:cubicBezTo>
                  <a:cubicBezTo>
                    <a:pt x="9" y="144"/>
                    <a:pt x="9" y="144"/>
                    <a:pt x="8" y="143"/>
                  </a:cubicBezTo>
                  <a:close/>
                  <a:moveTo>
                    <a:pt x="8" y="173"/>
                  </a:moveTo>
                  <a:cubicBezTo>
                    <a:pt x="9" y="172"/>
                    <a:pt x="9" y="172"/>
                    <a:pt x="11" y="171"/>
                  </a:cubicBezTo>
                  <a:cubicBezTo>
                    <a:pt x="11" y="174"/>
                    <a:pt x="11" y="174"/>
                    <a:pt x="11" y="174"/>
                  </a:cubicBezTo>
                  <a:cubicBezTo>
                    <a:pt x="9" y="173"/>
                    <a:pt x="9" y="173"/>
                    <a:pt x="8" y="173"/>
                  </a:cubicBezTo>
                  <a:close/>
                  <a:moveTo>
                    <a:pt x="8" y="202"/>
                  </a:moveTo>
                  <a:cubicBezTo>
                    <a:pt x="9" y="202"/>
                    <a:pt x="9" y="201"/>
                    <a:pt x="11" y="201"/>
                  </a:cubicBezTo>
                  <a:cubicBezTo>
                    <a:pt x="11" y="203"/>
                    <a:pt x="11" y="203"/>
                    <a:pt x="11" y="203"/>
                  </a:cubicBezTo>
                  <a:cubicBezTo>
                    <a:pt x="9" y="203"/>
                    <a:pt x="9" y="202"/>
                    <a:pt x="8" y="202"/>
                  </a:cubicBezTo>
                  <a:close/>
                  <a:moveTo>
                    <a:pt x="192" y="185"/>
                  </a:moveTo>
                  <a:cubicBezTo>
                    <a:pt x="192" y="202"/>
                    <a:pt x="177" y="217"/>
                    <a:pt x="160" y="217"/>
                  </a:cubicBezTo>
                  <a:cubicBezTo>
                    <a:pt x="19" y="217"/>
                    <a:pt x="19" y="217"/>
                    <a:pt x="19" y="217"/>
                  </a:cubicBezTo>
                  <a:cubicBezTo>
                    <a:pt x="19" y="201"/>
                    <a:pt x="19" y="201"/>
                    <a:pt x="19" y="201"/>
                  </a:cubicBezTo>
                  <a:cubicBezTo>
                    <a:pt x="20" y="201"/>
                    <a:pt x="20" y="202"/>
                    <a:pt x="21" y="202"/>
                  </a:cubicBezTo>
                  <a:cubicBezTo>
                    <a:pt x="21" y="203"/>
                    <a:pt x="22" y="203"/>
                    <a:pt x="21" y="205"/>
                  </a:cubicBezTo>
                  <a:cubicBezTo>
                    <a:pt x="29" y="207"/>
                    <a:pt x="29" y="207"/>
                    <a:pt x="29" y="207"/>
                  </a:cubicBezTo>
                  <a:cubicBezTo>
                    <a:pt x="30" y="203"/>
                    <a:pt x="29" y="200"/>
                    <a:pt x="27" y="198"/>
                  </a:cubicBezTo>
                  <a:cubicBezTo>
                    <a:pt x="26" y="195"/>
                    <a:pt x="22" y="193"/>
                    <a:pt x="19" y="193"/>
                  </a:cubicBezTo>
                  <a:cubicBezTo>
                    <a:pt x="19" y="172"/>
                    <a:pt x="19" y="172"/>
                    <a:pt x="19" y="172"/>
                  </a:cubicBezTo>
                  <a:cubicBezTo>
                    <a:pt x="20" y="172"/>
                    <a:pt x="20" y="172"/>
                    <a:pt x="21" y="173"/>
                  </a:cubicBezTo>
                  <a:cubicBezTo>
                    <a:pt x="21" y="173"/>
                    <a:pt x="22" y="174"/>
                    <a:pt x="21" y="175"/>
                  </a:cubicBezTo>
                  <a:cubicBezTo>
                    <a:pt x="29" y="178"/>
                    <a:pt x="29" y="178"/>
                    <a:pt x="29" y="178"/>
                  </a:cubicBezTo>
                  <a:cubicBezTo>
                    <a:pt x="30" y="173"/>
                    <a:pt x="29" y="170"/>
                    <a:pt x="27" y="168"/>
                  </a:cubicBezTo>
                  <a:cubicBezTo>
                    <a:pt x="26" y="166"/>
                    <a:pt x="22" y="164"/>
                    <a:pt x="19" y="163"/>
                  </a:cubicBezTo>
                  <a:cubicBezTo>
                    <a:pt x="19" y="142"/>
                    <a:pt x="19" y="142"/>
                    <a:pt x="19" y="142"/>
                  </a:cubicBezTo>
                  <a:cubicBezTo>
                    <a:pt x="20" y="143"/>
                    <a:pt x="20" y="143"/>
                    <a:pt x="21" y="144"/>
                  </a:cubicBezTo>
                  <a:cubicBezTo>
                    <a:pt x="21" y="144"/>
                    <a:pt x="22" y="145"/>
                    <a:pt x="21" y="146"/>
                  </a:cubicBezTo>
                  <a:cubicBezTo>
                    <a:pt x="29" y="148"/>
                    <a:pt x="29" y="148"/>
                    <a:pt x="29" y="148"/>
                  </a:cubicBezTo>
                  <a:cubicBezTo>
                    <a:pt x="30" y="144"/>
                    <a:pt x="29" y="141"/>
                    <a:pt x="27" y="139"/>
                  </a:cubicBezTo>
                  <a:cubicBezTo>
                    <a:pt x="26" y="136"/>
                    <a:pt x="22" y="135"/>
                    <a:pt x="19" y="134"/>
                  </a:cubicBezTo>
                  <a:cubicBezTo>
                    <a:pt x="19" y="113"/>
                    <a:pt x="19" y="113"/>
                    <a:pt x="19" y="113"/>
                  </a:cubicBezTo>
                  <a:cubicBezTo>
                    <a:pt x="20" y="113"/>
                    <a:pt x="20" y="114"/>
                    <a:pt x="21" y="114"/>
                  </a:cubicBezTo>
                  <a:cubicBezTo>
                    <a:pt x="21" y="115"/>
                    <a:pt x="22" y="115"/>
                    <a:pt x="21" y="117"/>
                  </a:cubicBezTo>
                  <a:cubicBezTo>
                    <a:pt x="29" y="119"/>
                    <a:pt x="29" y="119"/>
                    <a:pt x="29" y="119"/>
                  </a:cubicBezTo>
                  <a:cubicBezTo>
                    <a:pt x="30" y="115"/>
                    <a:pt x="29" y="111"/>
                    <a:pt x="27" y="110"/>
                  </a:cubicBezTo>
                  <a:cubicBezTo>
                    <a:pt x="26" y="107"/>
                    <a:pt x="22" y="105"/>
                    <a:pt x="19" y="105"/>
                  </a:cubicBezTo>
                  <a:cubicBezTo>
                    <a:pt x="19" y="83"/>
                    <a:pt x="19" y="83"/>
                    <a:pt x="19" y="83"/>
                  </a:cubicBezTo>
                  <a:cubicBezTo>
                    <a:pt x="20" y="84"/>
                    <a:pt x="20" y="84"/>
                    <a:pt x="21" y="85"/>
                  </a:cubicBezTo>
                  <a:cubicBezTo>
                    <a:pt x="21" y="85"/>
                    <a:pt x="22" y="86"/>
                    <a:pt x="21" y="87"/>
                  </a:cubicBezTo>
                  <a:cubicBezTo>
                    <a:pt x="29" y="90"/>
                    <a:pt x="29" y="90"/>
                    <a:pt x="29" y="90"/>
                  </a:cubicBezTo>
                  <a:cubicBezTo>
                    <a:pt x="30" y="85"/>
                    <a:pt x="29" y="82"/>
                    <a:pt x="27" y="80"/>
                  </a:cubicBezTo>
                  <a:cubicBezTo>
                    <a:pt x="26" y="78"/>
                    <a:pt x="22" y="76"/>
                    <a:pt x="19" y="75"/>
                  </a:cubicBezTo>
                  <a:cubicBezTo>
                    <a:pt x="19" y="54"/>
                    <a:pt x="19" y="54"/>
                    <a:pt x="19" y="54"/>
                  </a:cubicBezTo>
                  <a:cubicBezTo>
                    <a:pt x="20" y="54"/>
                    <a:pt x="20" y="55"/>
                    <a:pt x="21" y="56"/>
                  </a:cubicBezTo>
                  <a:cubicBezTo>
                    <a:pt x="21" y="56"/>
                    <a:pt x="22" y="56"/>
                    <a:pt x="21" y="58"/>
                  </a:cubicBezTo>
                  <a:cubicBezTo>
                    <a:pt x="29" y="60"/>
                    <a:pt x="29" y="60"/>
                    <a:pt x="29" y="60"/>
                  </a:cubicBezTo>
                  <a:cubicBezTo>
                    <a:pt x="30" y="56"/>
                    <a:pt x="29" y="53"/>
                    <a:pt x="27" y="51"/>
                  </a:cubicBezTo>
                  <a:cubicBezTo>
                    <a:pt x="26" y="48"/>
                    <a:pt x="22" y="47"/>
                    <a:pt x="19" y="46"/>
                  </a:cubicBezTo>
                  <a:cubicBezTo>
                    <a:pt x="19" y="25"/>
                    <a:pt x="19" y="25"/>
                    <a:pt x="19" y="25"/>
                  </a:cubicBezTo>
                  <a:cubicBezTo>
                    <a:pt x="20" y="25"/>
                    <a:pt x="20" y="26"/>
                    <a:pt x="21" y="26"/>
                  </a:cubicBezTo>
                  <a:cubicBezTo>
                    <a:pt x="21" y="26"/>
                    <a:pt x="22" y="27"/>
                    <a:pt x="21" y="29"/>
                  </a:cubicBezTo>
                  <a:cubicBezTo>
                    <a:pt x="29" y="31"/>
                    <a:pt x="29" y="31"/>
                    <a:pt x="29" y="31"/>
                  </a:cubicBezTo>
                  <a:cubicBezTo>
                    <a:pt x="30" y="27"/>
                    <a:pt x="29" y="23"/>
                    <a:pt x="27" y="22"/>
                  </a:cubicBezTo>
                  <a:cubicBezTo>
                    <a:pt x="26" y="19"/>
                    <a:pt x="22" y="17"/>
                    <a:pt x="19" y="16"/>
                  </a:cubicBezTo>
                  <a:cubicBezTo>
                    <a:pt x="19" y="8"/>
                    <a:pt x="19" y="8"/>
                    <a:pt x="19" y="8"/>
                  </a:cubicBezTo>
                  <a:cubicBezTo>
                    <a:pt x="160" y="8"/>
                    <a:pt x="160" y="8"/>
                    <a:pt x="160" y="8"/>
                  </a:cubicBezTo>
                  <a:cubicBezTo>
                    <a:pt x="177" y="8"/>
                    <a:pt x="192" y="22"/>
                    <a:pt x="192" y="40"/>
                  </a:cubicBezTo>
                  <a:lnTo>
                    <a:pt x="192" y="185"/>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35"/>
              <a:endParaRPr lang="en-US" sz="1600">
                <a:solidFill>
                  <a:srgbClr val="FFFFFF"/>
                </a:solidFill>
              </a:endParaRPr>
            </a:p>
          </p:txBody>
        </p:sp>
      </p:grpSp>
      <p:grpSp>
        <p:nvGrpSpPr>
          <p:cNvPr id="37" name="Teal Tile"/>
          <p:cNvGrpSpPr/>
          <p:nvPr userDrawn="1"/>
        </p:nvGrpSpPr>
        <p:grpSpPr>
          <a:xfrm>
            <a:off x="831160" y="4245981"/>
            <a:ext cx="1084119" cy="1202193"/>
            <a:chOff x="1020317" y="4686638"/>
            <a:chExt cx="1325880" cy="1325880"/>
          </a:xfrm>
        </p:grpSpPr>
        <p:sp>
          <p:nvSpPr>
            <p:cNvPr id="38" name="Rectangle 37"/>
            <p:cNvSpPr/>
            <p:nvPr/>
          </p:nvSpPr>
          <p:spPr bwMode="auto">
            <a:xfrm>
              <a:off x="1020317" y="4686638"/>
              <a:ext cx="1325880" cy="1325880"/>
            </a:xfrm>
            <a:prstGeom prst="rect">
              <a:avLst/>
            </a:prstGeom>
            <a:solidFill>
              <a:schemeClr val="accent4"/>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39" name="Freeform 13"/>
            <p:cNvSpPr>
              <a:spLocks noEditPoints="1"/>
            </p:cNvSpPr>
            <p:nvPr/>
          </p:nvSpPr>
          <p:spPr bwMode="auto">
            <a:xfrm>
              <a:off x="1455948" y="4930478"/>
              <a:ext cx="454618" cy="838200"/>
            </a:xfrm>
            <a:custGeom>
              <a:avLst/>
              <a:gdLst>
                <a:gd name="T0" fmla="*/ 2 w 122"/>
                <a:gd name="T1" fmla="*/ 65 h 225"/>
                <a:gd name="T2" fmla="*/ 14 w 122"/>
                <a:gd name="T3" fmla="*/ 77 h 225"/>
                <a:gd name="T4" fmla="*/ 17 w 122"/>
                <a:gd name="T5" fmla="*/ 76 h 225"/>
                <a:gd name="T6" fmla="*/ 119 w 122"/>
                <a:gd name="T7" fmla="*/ 42 h 225"/>
                <a:gd name="T8" fmla="*/ 119 w 122"/>
                <a:gd name="T9" fmla="*/ 30 h 225"/>
                <a:gd name="T10" fmla="*/ 105 w 122"/>
                <a:gd name="T11" fmla="*/ 23 h 225"/>
                <a:gd name="T12" fmla="*/ 3 w 122"/>
                <a:gd name="T13" fmla="*/ 57 h 225"/>
                <a:gd name="T14" fmla="*/ 108 w 122"/>
                <a:gd name="T15" fmla="*/ 28 h 225"/>
                <a:gd name="T16" fmla="*/ 114 w 122"/>
                <a:gd name="T17" fmla="*/ 35 h 225"/>
                <a:gd name="T18" fmla="*/ 111 w 122"/>
                <a:gd name="T19" fmla="*/ 42 h 225"/>
                <a:gd name="T20" fmla="*/ 14 w 122"/>
                <a:gd name="T21" fmla="*/ 71 h 225"/>
                <a:gd name="T22" fmla="*/ 9 w 122"/>
                <a:gd name="T23" fmla="*/ 67 h 225"/>
                <a:gd name="T24" fmla="*/ 8 w 122"/>
                <a:gd name="T25" fmla="*/ 59 h 225"/>
                <a:gd name="T26" fmla="*/ 106 w 122"/>
                <a:gd name="T27" fmla="*/ 28 h 225"/>
                <a:gd name="T28" fmla="*/ 14 w 122"/>
                <a:gd name="T29" fmla="*/ 43 h 225"/>
                <a:gd name="T30" fmla="*/ 66 w 122"/>
                <a:gd name="T31" fmla="*/ 28 h 225"/>
                <a:gd name="T32" fmla="*/ 73 w 122"/>
                <a:gd name="T33" fmla="*/ 10 h 225"/>
                <a:gd name="T34" fmla="*/ 9 w 122"/>
                <a:gd name="T35" fmla="*/ 17 h 225"/>
                <a:gd name="T36" fmla="*/ 3 w 122"/>
                <a:gd name="T37" fmla="*/ 35 h 225"/>
                <a:gd name="T38" fmla="*/ 61 w 122"/>
                <a:gd name="T39" fmla="*/ 8 h 225"/>
                <a:gd name="T40" fmla="*/ 67 w 122"/>
                <a:gd name="T41" fmla="*/ 12 h 225"/>
                <a:gd name="T42" fmla="*/ 65 w 122"/>
                <a:gd name="T43" fmla="*/ 22 h 225"/>
                <a:gd name="T44" fmla="*/ 14 w 122"/>
                <a:gd name="T45" fmla="*/ 37 h 225"/>
                <a:gd name="T46" fmla="*/ 8 w 122"/>
                <a:gd name="T47" fmla="*/ 30 h 225"/>
                <a:gd name="T48" fmla="*/ 120 w 122"/>
                <a:gd name="T49" fmla="*/ 101 h 225"/>
                <a:gd name="T50" fmla="*/ 105 w 122"/>
                <a:gd name="T51" fmla="*/ 90 h 225"/>
                <a:gd name="T52" fmla="*/ 72 w 122"/>
                <a:gd name="T53" fmla="*/ 110 h 225"/>
                <a:gd name="T54" fmla="*/ 55 w 122"/>
                <a:gd name="T55" fmla="*/ 138 h 225"/>
                <a:gd name="T56" fmla="*/ 53 w 122"/>
                <a:gd name="T57" fmla="*/ 99 h 225"/>
                <a:gd name="T58" fmla="*/ 119 w 122"/>
                <a:gd name="T59" fmla="*/ 76 h 225"/>
                <a:gd name="T60" fmla="*/ 119 w 122"/>
                <a:gd name="T61" fmla="*/ 64 h 225"/>
                <a:gd name="T62" fmla="*/ 9 w 122"/>
                <a:gd name="T63" fmla="*/ 85 h 225"/>
                <a:gd name="T64" fmla="*/ 1 w 122"/>
                <a:gd name="T65" fmla="*/ 97 h 225"/>
                <a:gd name="T66" fmla="*/ 3 w 122"/>
                <a:gd name="T67" fmla="*/ 102 h 225"/>
                <a:gd name="T68" fmla="*/ 11 w 122"/>
                <a:gd name="T69" fmla="*/ 110 h 225"/>
                <a:gd name="T70" fmla="*/ 28 w 122"/>
                <a:gd name="T71" fmla="*/ 121 h 225"/>
                <a:gd name="T72" fmla="*/ 17 w 122"/>
                <a:gd name="T73" fmla="*/ 138 h 225"/>
                <a:gd name="T74" fmla="*/ 40 w 122"/>
                <a:gd name="T75" fmla="*/ 209 h 225"/>
                <a:gd name="T76" fmla="*/ 53 w 122"/>
                <a:gd name="T77" fmla="*/ 225 h 225"/>
                <a:gd name="T78" fmla="*/ 87 w 122"/>
                <a:gd name="T79" fmla="*/ 214 h 225"/>
                <a:gd name="T80" fmla="*/ 110 w 122"/>
                <a:gd name="T81" fmla="*/ 187 h 225"/>
                <a:gd name="T82" fmla="*/ 99 w 122"/>
                <a:gd name="T83" fmla="*/ 138 h 225"/>
                <a:gd name="T84" fmla="*/ 104 w 122"/>
                <a:gd name="T85" fmla="*/ 117 h 225"/>
                <a:gd name="T86" fmla="*/ 120 w 122"/>
                <a:gd name="T87" fmla="*/ 101 h 225"/>
                <a:gd name="T88" fmla="*/ 47 w 122"/>
                <a:gd name="T89" fmla="*/ 101 h 225"/>
                <a:gd name="T90" fmla="*/ 49 w 122"/>
                <a:gd name="T91" fmla="*/ 138 h 225"/>
                <a:gd name="T92" fmla="*/ 35 w 122"/>
                <a:gd name="T93" fmla="*/ 121 h 225"/>
                <a:gd name="T94" fmla="*/ 24 w 122"/>
                <a:gd name="T95" fmla="*/ 108 h 225"/>
                <a:gd name="T96" fmla="*/ 12 w 122"/>
                <a:gd name="T97" fmla="*/ 104 h 225"/>
                <a:gd name="T98" fmla="*/ 8 w 122"/>
                <a:gd name="T99" fmla="*/ 97 h 225"/>
                <a:gd name="T100" fmla="*/ 8 w 122"/>
                <a:gd name="T101" fmla="*/ 93 h 225"/>
                <a:gd name="T102" fmla="*/ 12 w 122"/>
                <a:gd name="T103" fmla="*/ 90 h 225"/>
                <a:gd name="T104" fmla="*/ 24 w 122"/>
                <a:gd name="T105" fmla="*/ 86 h 225"/>
                <a:gd name="T106" fmla="*/ 108 w 122"/>
                <a:gd name="T107" fmla="*/ 62 h 225"/>
                <a:gd name="T108" fmla="*/ 114 w 122"/>
                <a:gd name="T109" fmla="*/ 69 h 225"/>
                <a:gd name="T110" fmla="*/ 111 w 122"/>
                <a:gd name="T111" fmla="*/ 76 h 225"/>
                <a:gd name="T112" fmla="*/ 43 w 122"/>
                <a:gd name="T113" fmla="*/ 98 h 225"/>
                <a:gd name="T114" fmla="*/ 103 w 122"/>
                <a:gd name="T115" fmla="*/ 111 h 225"/>
                <a:gd name="T116" fmla="*/ 92 w 122"/>
                <a:gd name="T117" fmla="*/ 138 h 225"/>
                <a:gd name="T118" fmla="*/ 78 w 122"/>
                <a:gd name="T119" fmla="*/ 110 h 225"/>
                <a:gd name="T120" fmla="*/ 106 w 122"/>
                <a:gd name="T121" fmla="*/ 96 h 225"/>
                <a:gd name="T122" fmla="*/ 114 w 122"/>
                <a:gd name="T123" fmla="*/ 103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2" h="225">
                  <a:moveTo>
                    <a:pt x="3" y="57"/>
                  </a:moveTo>
                  <a:cubicBezTo>
                    <a:pt x="1" y="59"/>
                    <a:pt x="1" y="62"/>
                    <a:pt x="2" y="65"/>
                  </a:cubicBezTo>
                  <a:cubicBezTo>
                    <a:pt x="3" y="69"/>
                    <a:pt x="3" y="69"/>
                    <a:pt x="3" y="69"/>
                  </a:cubicBezTo>
                  <a:cubicBezTo>
                    <a:pt x="4" y="74"/>
                    <a:pt x="9" y="77"/>
                    <a:pt x="14" y="77"/>
                  </a:cubicBezTo>
                  <a:cubicBezTo>
                    <a:pt x="14" y="77"/>
                    <a:pt x="14" y="77"/>
                    <a:pt x="14" y="77"/>
                  </a:cubicBezTo>
                  <a:cubicBezTo>
                    <a:pt x="15" y="77"/>
                    <a:pt x="16" y="77"/>
                    <a:pt x="17" y="76"/>
                  </a:cubicBezTo>
                  <a:cubicBezTo>
                    <a:pt x="112" y="48"/>
                    <a:pt x="112" y="48"/>
                    <a:pt x="112" y="48"/>
                  </a:cubicBezTo>
                  <a:cubicBezTo>
                    <a:pt x="115" y="47"/>
                    <a:pt x="118" y="45"/>
                    <a:pt x="119" y="42"/>
                  </a:cubicBezTo>
                  <a:cubicBezTo>
                    <a:pt x="120" y="40"/>
                    <a:pt x="121" y="37"/>
                    <a:pt x="120" y="34"/>
                  </a:cubicBezTo>
                  <a:cubicBezTo>
                    <a:pt x="119" y="30"/>
                    <a:pt x="119" y="30"/>
                    <a:pt x="119" y="30"/>
                  </a:cubicBezTo>
                  <a:cubicBezTo>
                    <a:pt x="117" y="25"/>
                    <a:pt x="113" y="22"/>
                    <a:pt x="108" y="22"/>
                  </a:cubicBezTo>
                  <a:cubicBezTo>
                    <a:pt x="107" y="22"/>
                    <a:pt x="106" y="22"/>
                    <a:pt x="105" y="23"/>
                  </a:cubicBezTo>
                  <a:cubicBezTo>
                    <a:pt x="9" y="51"/>
                    <a:pt x="9" y="51"/>
                    <a:pt x="9" y="51"/>
                  </a:cubicBezTo>
                  <a:cubicBezTo>
                    <a:pt x="6" y="52"/>
                    <a:pt x="4" y="54"/>
                    <a:pt x="3" y="57"/>
                  </a:cubicBezTo>
                  <a:close/>
                  <a:moveTo>
                    <a:pt x="106" y="28"/>
                  </a:moveTo>
                  <a:cubicBezTo>
                    <a:pt x="107" y="28"/>
                    <a:pt x="107" y="28"/>
                    <a:pt x="108" y="28"/>
                  </a:cubicBezTo>
                  <a:cubicBezTo>
                    <a:pt x="110" y="28"/>
                    <a:pt x="112" y="30"/>
                    <a:pt x="113" y="32"/>
                  </a:cubicBezTo>
                  <a:cubicBezTo>
                    <a:pt x="114" y="35"/>
                    <a:pt x="114" y="35"/>
                    <a:pt x="114" y="35"/>
                  </a:cubicBezTo>
                  <a:cubicBezTo>
                    <a:pt x="115" y="37"/>
                    <a:pt x="114" y="38"/>
                    <a:pt x="114" y="40"/>
                  </a:cubicBezTo>
                  <a:cubicBezTo>
                    <a:pt x="113" y="41"/>
                    <a:pt x="112" y="42"/>
                    <a:pt x="111" y="42"/>
                  </a:cubicBezTo>
                  <a:cubicBezTo>
                    <a:pt x="15" y="71"/>
                    <a:pt x="15" y="71"/>
                    <a:pt x="15" y="71"/>
                  </a:cubicBezTo>
                  <a:cubicBezTo>
                    <a:pt x="15" y="71"/>
                    <a:pt x="14" y="71"/>
                    <a:pt x="14" y="71"/>
                  </a:cubicBezTo>
                  <a:cubicBezTo>
                    <a:pt x="14" y="71"/>
                    <a:pt x="14" y="71"/>
                    <a:pt x="14" y="71"/>
                  </a:cubicBezTo>
                  <a:cubicBezTo>
                    <a:pt x="11" y="71"/>
                    <a:pt x="9" y="69"/>
                    <a:pt x="9" y="67"/>
                  </a:cubicBezTo>
                  <a:cubicBezTo>
                    <a:pt x="8" y="63"/>
                    <a:pt x="8" y="63"/>
                    <a:pt x="8" y="63"/>
                  </a:cubicBezTo>
                  <a:cubicBezTo>
                    <a:pt x="7" y="62"/>
                    <a:pt x="7" y="61"/>
                    <a:pt x="8" y="59"/>
                  </a:cubicBezTo>
                  <a:cubicBezTo>
                    <a:pt x="9" y="58"/>
                    <a:pt x="10" y="57"/>
                    <a:pt x="11" y="57"/>
                  </a:cubicBezTo>
                  <a:lnTo>
                    <a:pt x="106" y="28"/>
                  </a:lnTo>
                  <a:close/>
                  <a:moveTo>
                    <a:pt x="3" y="35"/>
                  </a:moveTo>
                  <a:cubicBezTo>
                    <a:pt x="4" y="40"/>
                    <a:pt x="9" y="43"/>
                    <a:pt x="14" y="43"/>
                  </a:cubicBezTo>
                  <a:cubicBezTo>
                    <a:pt x="15" y="43"/>
                    <a:pt x="16" y="43"/>
                    <a:pt x="17" y="43"/>
                  </a:cubicBezTo>
                  <a:cubicBezTo>
                    <a:pt x="66" y="28"/>
                    <a:pt x="66" y="28"/>
                    <a:pt x="66" y="28"/>
                  </a:cubicBezTo>
                  <a:cubicBezTo>
                    <a:pt x="72" y="26"/>
                    <a:pt x="76" y="19"/>
                    <a:pt x="74" y="13"/>
                  </a:cubicBezTo>
                  <a:cubicBezTo>
                    <a:pt x="73" y="10"/>
                    <a:pt x="73" y="10"/>
                    <a:pt x="73" y="10"/>
                  </a:cubicBezTo>
                  <a:cubicBezTo>
                    <a:pt x="71" y="4"/>
                    <a:pt x="65" y="0"/>
                    <a:pt x="59" y="2"/>
                  </a:cubicBezTo>
                  <a:cubicBezTo>
                    <a:pt x="9" y="17"/>
                    <a:pt x="9" y="17"/>
                    <a:pt x="9" y="17"/>
                  </a:cubicBezTo>
                  <a:cubicBezTo>
                    <a:pt x="3" y="19"/>
                    <a:pt x="0" y="25"/>
                    <a:pt x="2" y="31"/>
                  </a:cubicBezTo>
                  <a:lnTo>
                    <a:pt x="3" y="35"/>
                  </a:lnTo>
                  <a:close/>
                  <a:moveTo>
                    <a:pt x="11" y="23"/>
                  </a:moveTo>
                  <a:cubicBezTo>
                    <a:pt x="61" y="8"/>
                    <a:pt x="61" y="8"/>
                    <a:pt x="61" y="8"/>
                  </a:cubicBezTo>
                  <a:cubicBezTo>
                    <a:pt x="61" y="8"/>
                    <a:pt x="62" y="8"/>
                    <a:pt x="62" y="8"/>
                  </a:cubicBezTo>
                  <a:cubicBezTo>
                    <a:pt x="64" y="8"/>
                    <a:pt x="67" y="9"/>
                    <a:pt x="67" y="12"/>
                  </a:cubicBezTo>
                  <a:cubicBezTo>
                    <a:pt x="68" y="15"/>
                    <a:pt x="68" y="15"/>
                    <a:pt x="68" y="15"/>
                  </a:cubicBezTo>
                  <a:cubicBezTo>
                    <a:pt x="69" y="18"/>
                    <a:pt x="68" y="21"/>
                    <a:pt x="65" y="22"/>
                  </a:cubicBezTo>
                  <a:cubicBezTo>
                    <a:pt x="15" y="37"/>
                    <a:pt x="15" y="37"/>
                    <a:pt x="15" y="37"/>
                  </a:cubicBezTo>
                  <a:cubicBezTo>
                    <a:pt x="15" y="37"/>
                    <a:pt x="14" y="37"/>
                    <a:pt x="14" y="37"/>
                  </a:cubicBezTo>
                  <a:cubicBezTo>
                    <a:pt x="11" y="37"/>
                    <a:pt x="9" y="36"/>
                    <a:pt x="9" y="33"/>
                  </a:cubicBezTo>
                  <a:cubicBezTo>
                    <a:pt x="8" y="30"/>
                    <a:pt x="8" y="30"/>
                    <a:pt x="8" y="30"/>
                  </a:cubicBezTo>
                  <a:cubicBezTo>
                    <a:pt x="7" y="27"/>
                    <a:pt x="8" y="24"/>
                    <a:pt x="11" y="23"/>
                  </a:cubicBezTo>
                  <a:close/>
                  <a:moveTo>
                    <a:pt x="120" y="101"/>
                  </a:moveTo>
                  <a:cubicBezTo>
                    <a:pt x="119" y="97"/>
                    <a:pt x="119" y="97"/>
                    <a:pt x="119" y="97"/>
                  </a:cubicBezTo>
                  <a:cubicBezTo>
                    <a:pt x="117" y="92"/>
                    <a:pt x="110" y="88"/>
                    <a:pt x="105" y="90"/>
                  </a:cubicBezTo>
                  <a:cubicBezTo>
                    <a:pt x="82" y="96"/>
                    <a:pt x="82" y="96"/>
                    <a:pt x="82" y="96"/>
                  </a:cubicBezTo>
                  <a:cubicBezTo>
                    <a:pt x="76" y="98"/>
                    <a:pt x="72" y="104"/>
                    <a:pt x="72" y="110"/>
                  </a:cubicBezTo>
                  <a:cubicBezTo>
                    <a:pt x="72" y="138"/>
                    <a:pt x="72" y="138"/>
                    <a:pt x="72" y="138"/>
                  </a:cubicBezTo>
                  <a:cubicBezTo>
                    <a:pt x="55" y="138"/>
                    <a:pt x="55" y="138"/>
                    <a:pt x="55" y="138"/>
                  </a:cubicBezTo>
                  <a:cubicBezTo>
                    <a:pt x="55" y="106"/>
                    <a:pt x="55" y="106"/>
                    <a:pt x="55" y="106"/>
                  </a:cubicBezTo>
                  <a:cubicBezTo>
                    <a:pt x="55" y="104"/>
                    <a:pt x="54" y="101"/>
                    <a:pt x="53" y="99"/>
                  </a:cubicBezTo>
                  <a:cubicBezTo>
                    <a:pt x="112" y="82"/>
                    <a:pt x="112" y="82"/>
                    <a:pt x="112" y="82"/>
                  </a:cubicBezTo>
                  <a:cubicBezTo>
                    <a:pt x="115" y="81"/>
                    <a:pt x="118" y="79"/>
                    <a:pt x="119" y="76"/>
                  </a:cubicBezTo>
                  <a:cubicBezTo>
                    <a:pt x="120" y="73"/>
                    <a:pt x="121" y="70"/>
                    <a:pt x="120" y="67"/>
                  </a:cubicBezTo>
                  <a:cubicBezTo>
                    <a:pt x="119" y="64"/>
                    <a:pt x="119" y="64"/>
                    <a:pt x="119" y="64"/>
                  </a:cubicBezTo>
                  <a:cubicBezTo>
                    <a:pt x="117" y="58"/>
                    <a:pt x="110" y="54"/>
                    <a:pt x="105" y="56"/>
                  </a:cubicBezTo>
                  <a:cubicBezTo>
                    <a:pt x="9" y="85"/>
                    <a:pt x="9" y="85"/>
                    <a:pt x="9" y="85"/>
                  </a:cubicBezTo>
                  <a:cubicBezTo>
                    <a:pt x="6" y="86"/>
                    <a:pt x="4" y="88"/>
                    <a:pt x="3" y="90"/>
                  </a:cubicBezTo>
                  <a:cubicBezTo>
                    <a:pt x="1" y="92"/>
                    <a:pt x="1" y="95"/>
                    <a:pt x="1" y="97"/>
                  </a:cubicBezTo>
                  <a:cubicBezTo>
                    <a:pt x="2" y="98"/>
                    <a:pt x="2" y="98"/>
                    <a:pt x="2" y="99"/>
                  </a:cubicBezTo>
                  <a:cubicBezTo>
                    <a:pt x="3" y="102"/>
                    <a:pt x="3" y="102"/>
                    <a:pt x="3" y="102"/>
                  </a:cubicBezTo>
                  <a:cubicBezTo>
                    <a:pt x="4" y="106"/>
                    <a:pt x="7" y="109"/>
                    <a:pt x="10" y="110"/>
                  </a:cubicBezTo>
                  <a:cubicBezTo>
                    <a:pt x="11" y="110"/>
                    <a:pt x="11" y="110"/>
                    <a:pt x="11" y="110"/>
                  </a:cubicBezTo>
                  <a:cubicBezTo>
                    <a:pt x="23" y="113"/>
                    <a:pt x="23" y="113"/>
                    <a:pt x="23" y="113"/>
                  </a:cubicBezTo>
                  <a:cubicBezTo>
                    <a:pt x="26" y="114"/>
                    <a:pt x="28" y="118"/>
                    <a:pt x="28" y="121"/>
                  </a:cubicBezTo>
                  <a:cubicBezTo>
                    <a:pt x="28" y="138"/>
                    <a:pt x="28" y="138"/>
                    <a:pt x="28" y="138"/>
                  </a:cubicBezTo>
                  <a:cubicBezTo>
                    <a:pt x="17" y="138"/>
                    <a:pt x="17" y="138"/>
                    <a:pt x="17" y="138"/>
                  </a:cubicBezTo>
                  <a:cubicBezTo>
                    <a:pt x="17" y="187"/>
                    <a:pt x="17" y="187"/>
                    <a:pt x="17" y="187"/>
                  </a:cubicBezTo>
                  <a:cubicBezTo>
                    <a:pt x="17" y="199"/>
                    <a:pt x="28" y="208"/>
                    <a:pt x="40" y="209"/>
                  </a:cubicBezTo>
                  <a:cubicBezTo>
                    <a:pt x="40" y="214"/>
                    <a:pt x="40" y="214"/>
                    <a:pt x="40" y="214"/>
                  </a:cubicBezTo>
                  <a:cubicBezTo>
                    <a:pt x="40" y="220"/>
                    <a:pt x="46" y="225"/>
                    <a:pt x="53" y="225"/>
                  </a:cubicBezTo>
                  <a:cubicBezTo>
                    <a:pt x="74" y="225"/>
                    <a:pt x="74" y="225"/>
                    <a:pt x="74" y="225"/>
                  </a:cubicBezTo>
                  <a:cubicBezTo>
                    <a:pt x="81" y="225"/>
                    <a:pt x="87" y="220"/>
                    <a:pt x="87" y="214"/>
                  </a:cubicBezTo>
                  <a:cubicBezTo>
                    <a:pt x="87" y="209"/>
                    <a:pt x="87" y="209"/>
                    <a:pt x="87" y="209"/>
                  </a:cubicBezTo>
                  <a:cubicBezTo>
                    <a:pt x="99" y="208"/>
                    <a:pt x="110" y="199"/>
                    <a:pt x="110" y="187"/>
                  </a:cubicBezTo>
                  <a:cubicBezTo>
                    <a:pt x="110" y="138"/>
                    <a:pt x="110" y="138"/>
                    <a:pt x="110" y="138"/>
                  </a:cubicBezTo>
                  <a:cubicBezTo>
                    <a:pt x="99" y="138"/>
                    <a:pt x="99" y="138"/>
                    <a:pt x="99" y="138"/>
                  </a:cubicBezTo>
                  <a:cubicBezTo>
                    <a:pt x="99" y="125"/>
                    <a:pt x="99" y="125"/>
                    <a:pt x="99" y="125"/>
                  </a:cubicBezTo>
                  <a:cubicBezTo>
                    <a:pt x="99" y="122"/>
                    <a:pt x="101" y="118"/>
                    <a:pt x="104" y="117"/>
                  </a:cubicBezTo>
                  <a:cubicBezTo>
                    <a:pt x="112" y="115"/>
                    <a:pt x="112" y="115"/>
                    <a:pt x="112" y="115"/>
                  </a:cubicBezTo>
                  <a:cubicBezTo>
                    <a:pt x="118" y="113"/>
                    <a:pt x="122" y="107"/>
                    <a:pt x="120" y="101"/>
                  </a:cubicBezTo>
                  <a:close/>
                  <a:moveTo>
                    <a:pt x="43" y="98"/>
                  </a:moveTo>
                  <a:cubicBezTo>
                    <a:pt x="45" y="99"/>
                    <a:pt x="46" y="100"/>
                    <a:pt x="47" y="101"/>
                  </a:cubicBezTo>
                  <a:cubicBezTo>
                    <a:pt x="48" y="103"/>
                    <a:pt x="49" y="104"/>
                    <a:pt x="49" y="106"/>
                  </a:cubicBezTo>
                  <a:cubicBezTo>
                    <a:pt x="49" y="138"/>
                    <a:pt x="49" y="138"/>
                    <a:pt x="49" y="138"/>
                  </a:cubicBezTo>
                  <a:cubicBezTo>
                    <a:pt x="35" y="138"/>
                    <a:pt x="35" y="138"/>
                    <a:pt x="35" y="138"/>
                  </a:cubicBezTo>
                  <a:cubicBezTo>
                    <a:pt x="35" y="121"/>
                    <a:pt x="35" y="121"/>
                    <a:pt x="35" y="121"/>
                  </a:cubicBezTo>
                  <a:cubicBezTo>
                    <a:pt x="35" y="116"/>
                    <a:pt x="30" y="110"/>
                    <a:pt x="25" y="108"/>
                  </a:cubicBezTo>
                  <a:cubicBezTo>
                    <a:pt x="25" y="108"/>
                    <a:pt x="24" y="108"/>
                    <a:pt x="24" y="108"/>
                  </a:cubicBezTo>
                  <a:cubicBezTo>
                    <a:pt x="13" y="104"/>
                    <a:pt x="13" y="104"/>
                    <a:pt x="13" y="104"/>
                  </a:cubicBezTo>
                  <a:cubicBezTo>
                    <a:pt x="12" y="104"/>
                    <a:pt x="12" y="104"/>
                    <a:pt x="12" y="104"/>
                  </a:cubicBezTo>
                  <a:cubicBezTo>
                    <a:pt x="10" y="104"/>
                    <a:pt x="9" y="102"/>
                    <a:pt x="9" y="101"/>
                  </a:cubicBezTo>
                  <a:cubicBezTo>
                    <a:pt x="8" y="97"/>
                    <a:pt x="8" y="97"/>
                    <a:pt x="8" y="97"/>
                  </a:cubicBezTo>
                  <a:cubicBezTo>
                    <a:pt x="8" y="97"/>
                    <a:pt x="8" y="97"/>
                    <a:pt x="8" y="97"/>
                  </a:cubicBezTo>
                  <a:cubicBezTo>
                    <a:pt x="7" y="96"/>
                    <a:pt x="7" y="94"/>
                    <a:pt x="8" y="93"/>
                  </a:cubicBezTo>
                  <a:cubicBezTo>
                    <a:pt x="9" y="92"/>
                    <a:pt x="10" y="91"/>
                    <a:pt x="11" y="90"/>
                  </a:cubicBezTo>
                  <a:cubicBezTo>
                    <a:pt x="12" y="90"/>
                    <a:pt x="12" y="90"/>
                    <a:pt x="12" y="90"/>
                  </a:cubicBezTo>
                  <a:cubicBezTo>
                    <a:pt x="13" y="90"/>
                    <a:pt x="13" y="90"/>
                    <a:pt x="13" y="90"/>
                  </a:cubicBezTo>
                  <a:cubicBezTo>
                    <a:pt x="24" y="86"/>
                    <a:pt x="24" y="86"/>
                    <a:pt x="24" y="86"/>
                  </a:cubicBezTo>
                  <a:cubicBezTo>
                    <a:pt x="106" y="62"/>
                    <a:pt x="106" y="62"/>
                    <a:pt x="106" y="62"/>
                  </a:cubicBezTo>
                  <a:cubicBezTo>
                    <a:pt x="107" y="62"/>
                    <a:pt x="107" y="62"/>
                    <a:pt x="108" y="62"/>
                  </a:cubicBezTo>
                  <a:cubicBezTo>
                    <a:pt x="110" y="62"/>
                    <a:pt x="112" y="63"/>
                    <a:pt x="113" y="66"/>
                  </a:cubicBezTo>
                  <a:cubicBezTo>
                    <a:pt x="114" y="69"/>
                    <a:pt x="114" y="69"/>
                    <a:pt x="114" y="69"/>
                  </a:cubicBezTo>
                  <a:cubicBezTo>
                    <a:pt x="115" y="71"/>
                    <a:pt x="114" y="72"/>
                    <a:pt x="114" y="73"/>
                  </a:cubicBezTo>
                  <a:cubicBezTo>
                    <a:pt x="113" y="74"/>
                    <a:pt x="112" y="75"/>
                    <a:pt x="111" y="76"/>
                  </a:cubicBezTo>
                  <a:cubicBezTo>
                    <a:pt x="49" y="94"/>
                    <a:pt x="49" y="94"/>
                    <a:pt x="49" y="94"/>
                  </a:cubicBezTo>
                  <a:cubicBezTo>
                    <a:pt x="39" y="97"/>
                    <a:pt x="43" y="98"/>
                    <a:pt x="43" y="98"/>
                  </a:cubicBezTo>
                  <a:close/>
                  <a:moveTo>
                    <a:pt x="111" y="109"/>
                  </a:moveTo>
                  <a:cubicBezTo>
                    <a:pt x="103" y="111"/>
                    <a:pt x="103" y="111"/>
                    <a:pt x="103" y="111"/>
                  </a:cubicBezTo>
                  <a:cubicBezTo>
                    <a:pt x="97" y="113"/>
                    <a:pt x="92" y="119"/>
                    <a:pt x="92" y="125"/>
                  </a:cubicBezTo>
                  <a:cubicBezTo>
                    <a:pt x="92" y="138"/>
                    <a:pt x="92" y="138"/>
                    <a:pt x="92" y="138"/>
                  </a:cubicBezTo>
                  <a:cubicBezTo>
                    <a:pt x="78" y="138"/>
                    <a:pt x="78" y="138"/>
                    <a:pt x="78" y="138"/>
                  </a:cubicBezTo>
                  <a:cubicBezTo>
                    <a:pt x="78" y="110"/>
                    <a:pt x="78" y="110"/>
                    <a:pt x="78" y="110"/>
                  </a:cubicBezTo>
                  <a:cubicBezTo>
                    <a:pt x="78" y="107"/>
                    <a:pt x="81" y="103"/>
                    <a:pt x="84" y="102"/>
                  </a:cubicBezTo>
                  <a:cubicBezTo>
                    <a:pt x="106" y="96"/>
                    <a:pt x="106" y="96"/>
                    <a:pt x="106" y="96"/>
                  </a:cubicBezTo>
                  <a:cubicBezTo>
                    <a:pt x="109" y="95"/>
                    <a:pt x="112" y="96"/>
                    <a:pt x="113" y="99"/>
                  </a:cubicBezTo>
                  <a:cubicBezTo>
                    <a:pt x="114" y="103"/>
                    <a:pt x="114" y="103"/>
                    <a:pt x="114" y="103"/>
                  </a:cubicBezTo>
                  <a:cubicBezTo>
                    <a:pt x="115" y="106"/>
                    <a:pt x="113" y="109"/>
                    <a:pt x="111" y="10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defTabSz="776835"/>
              <a:endParaRPr lang="en-US" sz="1600">
                <a:solidFill>
                  <a:srgbClr val="FFFFFF"/>
                </a:solidFill>
              </a:endParaRPr>
            </a:p>
          </p:txBody>
        </p:sp>
      </p:grpSp>
      <p:grpSp>
        <p:nvGrpSpPr>
          <p:cNvPr id="5" name="Green Tile"/>
          <p:cNvGrpSpPr/>
          <p:nvPr userDrawn="1"/>
        </p:nvGrpSpPr>
        <p:grpSpPr>
          <a:xfrm>
            <a:off x="2055657" y="4245981"/>
            <a:ext cx="1084119" cy="1202193"/>
            <a:chOff x="2514069" y="4682828"/>
            <a:chExt cx="1325880" cy="1325880"/>
          </a:xfrm>
        </p:grpSpPr>
        <p:sp>
          <p:nvSpPr>
            <p:cNvPr id="41" name="Rectangle 40"/>
            <p:cNvSpPr/>
            <p:nvPr/>
          </p:nvSpPr>
          <p:spPr bwMode="auto">
            <a:xfrm>
              <a:off x="2514069" y="4682828"/>
              <a:ext cx="1325880" cy="1325880"/>
            </a:xfrm>
            <a:prstGeom prst="rect">
              <a:avLst/>
            </a:prstGeom>
            <a:solidFill>
              <a:schemeClr val="accent5"/>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46" name="Freeform 73"/>
            <p:cNvSpPr>
              <a:spLocks noEditPoints="1"/>
            </p:cNvSpPr>
            <p:nvPr userDrawn="1"/>
          </p:nvSpPr>
          <p:spPr bwMode="auto">
            <a:xfrm>
              <a:off x="2757463" y="5062311"/>
              <a:ext cx="839092" cy="702557"/>
            </a:xfrm>
            <a:custGeom>
              <a:avLst/>
              <a:gdLst>
                <a:gd name="T0" fmla="*/ 339 w 411"/>
                <a:gd name="T1" fmla="*/ 344 h 344"/>
                <a:gd name="T2" fmla="*/ 334 w 411"/>
                <a:gd name="T3" fmla="*/ 342 h 344"/>
                <a:gd name="T4" fmla="*/ 270 w 411"/>
                <a:gd name="T5" fmla="*/ 277 h 344"/>
                <a:gd name="T6" fmla="*/ 74 w 411"/>
                <a:gd name="T7" fmla="*/ 277 h 344"/>
                <a:gd name="T8" fmla="*/ 0 w 411"/>
                <a:gd name="T9" fmla="*/ 203 h 344"/>
                <a:gd name="T10" fmla="*/ 0 w 411"/>
                <a:gd name="T11" fmla="*/ 74 h 344"/>
                <a:gd name="T12" fmla="*/ 74 w 411"/>
                <a:gd name="T13" fmla="*/ 0 h 344"/>
                <a:gd name="T14" fmla="*/ 338 w 411"/>
                <a:gd name="T15" fmla="*/ 0 h 344"/>
                <a:gd name="T16" fmla="*/ 411 w 411"/>
                <a:gd name="T17" fmla="*/ 74 h 344"/>
                <a:gd name="T18" fmla="*/ 411 w 411"/>
                <a:gd name="T19" fmla="*/ 203 h 344"/>
                <a:gd name="T20" fmla="*/ 347 w 411"/>
                <a:gd name="T21" fmla="*/ 277 h 344"/>
                <a:gd name="T22" fmla="*/ 347 w 411"/>
                <a:gd name="T23" fmla="*/ 337 h 344"/>
                <a:gd name="T24" fmla="*/ 342 w 411"/>
                <a:gd name="T25" fmla="*/ 344 h 344"/>
                <a:gd name="T26" fmla="*/ 339 w 411"/>
                <a:gd name="T27" fmla="*/ 344 h 344"/>
                <a:gd name="T28" fmla="*/ 74 w 411"/>
                <a:gd name="T29" fmla="*/ 15 h 344"/>
                <a:gd name="T30" fmla="*/ 14 w 411"/>
                <a:gd name="T31" fmla="*/ 74 h 344"/>
                <a:gd name="T32" fmla="*/ 14 w 411"/>
                <a:gd name="T33" fmla="*/ 203 h 344"/>
                <a:gd name="T34" fmla="*/ 74 w 411"/>
                <a:gd name="T35" fmla="*/ 262 h 344"/>
                <a:gd name="T36" fmla="*/ 273 w 411"/>
                <a:gd name="T37" fmla="*/ 262 h 344"/>
                <a:gd name="T38" fmla="*/ 278 w 411"/>
                <a:gd name="T39" fmla="*/ 264 h 344"/>
                <a:gd name="T40" fmla="*/ 332 w 411"/>
                <a:gd name="T41" fmla="*/ 319 h 344"/>
                <a:gd name="T42" fmla="*/ 332 w 411"/>
                <a:gd name="T43" fmla="*/ 270 h 344"/>
                <a:gd name="T44" fmla="*/ 339 w 411"/>
                <a:gd name="T45" fmla="*/ 262 h 344"/>
                <a:gd name="T46" fmla="*/ 397 w 411"/>
                <a:gd name="T47" fmla="*/ 203 h 344"/>
                <a:gd name="T48" fmla="*/ 397 w 411"/>
                <a:gd name="T49" fmla="*/ 74 h 344"/>
                <a:gd name="T50" fmla="*/ 338 w 411"/>
                <a:gd name="T51" fmla="*/ 15 h 344"/>
                <a:gd name="T52" fmla="*/ 74 w 411"/>
                <a:gd name="T53" fmla="*/ 15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1" h="344">
                  <a:moveTo>
                    <a:pt x="339" y="344"/>
                  </a:moveTo>
                  <a:cubicBezTo>
                    <a:pt x="337" y="344"/>
                    <a:pt x="336" y="343"/>
                    <a:pt x="334" y="342"/>
                  </a:cubicBezTo>
                  <a:cubicBezTo>
                    <a:pt x="270" y="277"/>
                    <a:pt x="270" y="277"/>
                    <a:pt x="270" y="277"/>
                  </a:cubicBezTo>
                  <a:cubicBezTo>
                    <a:pt x="74" y="277"/>
                    <a:pt x="74" y="277"/>
                    <a:pt x="74" y="277"/>
                  </a:cubicBezTo>
                  <a:cubicBezTo>
                    <a:pt x="33" y="277"/>
                    <a:pt x="0" y="244"/>
                    <a:pt x="0" y="203"/>
                  </a:cubicBezTo>
                  <a:cubicBezTo>
                    <a:pt x="0" y="74"/>
                    <a:pt x="0" y="74"/>
                    <a:pt x="0" y="74"/>
                  </a:cubicBezTo>
                  <a:cubicBezTo>
                    <a:pt x="0" y="33"/>
                    <a:pt x="33" y="0"/>
                    <a:pt x="74" y="0"/>
                  </a:cubicBezTo>
                  <a:cubicBezTo>
                    <a:pt x="338" y="0"/>
                    <a:pt x="338" y="0"/>
                    <a:pt x="338" y="0"/>
                  </a:cubicBezTo>
                  <a:cubicBezTo>
                    <a:pt x="378" y="0"/>
                    <a:pt x="411" y="33"/>
                    <a:pt x="411" y="74"/>
                  </a:cubicBezTo>
                  <a:cubicBezTo>
                    <a:pt x="411" y="203"/>
                    <a:pt x="411" y="203"/>
                    <a:pt x="411" y="203"/>
                  </a:cubicBezTo>
                  <a:cubicBezTo>
                    <a:pt x="411" y="242"/>
                    <a:pt x="384" y="273"/>
                    <a:pt x="347" y="277"/>
                  </a:cubicBezTo>
                  <a:cubicBezTo>
                    <a:pt x="347" y="337"/>
                    <a:pt x="347" y="337"/>
                    <a:pt x="347" y="337"/>
                  </a:cubicBezTo>
                  <a:cubicBezTo>
                    <a:pt x="347" y="340"/>
                    <a:pt x="345" y="342"/>
                    <a:pt x="342" y="344"/>
                  </a:cubicBezTo>
                  <a:cubicBezTo>
                    <a:pt x="341" y="344"/>
                    <a:pt x="340" y="344"/>
                    <a:pt x="339" y="344"/>
                  </a:cubicBezTo>
                  <a:close/>
                  <a:moveTo>
                    <a:pt x="74" y="15"/>
                  </a:moveTo>
                  <a:cubicBezTo>
                    <a:pt x="41" y="15"/>
                    <a:pt x="14" y="41"/>
                    <a:pt x="14" y="74"/>
                  </a:cubicBezTo>
                  <a:cubicBezTo>
                    <a:pt x="14" y="203"/>
                    <a:pt x="14" y="203"/>
                    <a:pt x="14" y="203"/>
                  </a:cubicBezTo>
                  <a:cubicBezTo>
                    <a:pt x="14" y="236"/>
                    <a:pt x="41" y="262"/>
                    <a:pt x="74" y="262"/>
                  </a:cubicBezTo>
                  <a:cubicBezTo>
                    <a:pt x="273" y="262"/>
                    <a:pt x="273" y="262"/>
                    <a:pt x="273" y="262"/>
                  </a:cubicBezTo>
                  <a:cubicBezTo>
                    <a:pt x="275" y="262"/>
                    <a:pt x="277" y="263"/>
                    <a:pt x="278" y="264"/>
                  </a:cubicBezTo>
                  <a:cubicBezTo>
                    <a:pt x="332" y="319"/>
                    <a:pt x="332" y="319"/>
                    <a:pt x="332" y="319"/>
                  </a:cubicBezTo>
                  <a:cubicBezTo>
                    <a:pt x="332" y="270"/>
                    <a:pt x="332" y="270"/>
                    <a:pt x="332" y="270"/>
                  </a:cubicBezTo>
                  <a:cubicBezTo>
                    <a:pt x="332" y="266"/>
                    <a:pt x="335" y="262"/>
                    <a:pt x="339" y="262"/>
                  </a:cubicBezTo>
                  <a:cubicBezTo>
                    <a:pt x="371" y="262"/>
                    <a:pt x="397" y="236"/>
                    <a:pt x="397" y="203"/>
                  </a:cubicBezTo>
                  <a:cubicBezTo>
                    <a:pt x="397" y="74"/>
                    <a:pt x="397" y="74"/>
                    <a:pt x="397" y="74"/>
                  </a:cubicBezTo>
                  <a:cubicBezTo>
                    <a:pt x="397" y="41"/>
                    <a:pt x="370" y="15"/>
                    <a:pt x="338" y="15"/>
                  </a:cubicBezTo>
                  <a:lnTo>
                    <a:pt x="74" y="15"/>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776835"/>
              <a:endParaRPr lang="en-US" sz="1600">
                <a:solidFill>
                  <a:srgbClr val="FFFFFF"/>
                </a:solidFill>
              </a:endParaRPr>
            </a:p>
          </p:txBody>
        </p:sp>
      </p:grpSp>
      <p:sp useBgFill="1">
        <p:nvSpPr>
          <p:cNvPr id="43" name="Top Mask"/>
          <p:cNvSpPr/>
          <p:nvPr userDrawn="1"/>
        </p:nvSpPr>
        <p:spPr bwMode="auto">
          <a:xfrm>
            <a:off x="0" y="0"/>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useBgFill="1">
        <p:nvSpPr>
          <p:cNvPr id="44" name="Right Mask"/>
          <p:cNvSpPr/>
          <p:nvPr userDrawn="1"/>
        </p:nvSpPr>
        <p:spPr bwMode="auto">
          <a:xfrm>
            <a:off x="9135582" y="1478672"/>
            <a:ext cx="830744"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 name="Title 1"/>
          <p:cNvSpPr>
            <a:spLocks noGrp="1"/>
          </p:cNvSpPr>
          <p:nvPr>
            <p:ph type="ctrTitle"/>
          </p:nvPr>
        </p:nvSpPr>
        <p:spPr>
          <a:xfrm>
            <a:off x="3419010" y="2930475"/>
            <a:ext cx="5493292" cy="1117490"/>
          </a:xfrm>
        </p:spPr>
        <p:txBody>
          <a:bodyPr anchor="ctr">
            <a:noAutofit/>
          </a:bodyPr>
          <a:lstStyle>
            <a:lvl1pPr algn="l" defTabSz="776835" rtl="0" eaLnBrk="1" latinLnBrk="0" hangingPunct="1">
              <a:lnSpc>
                <a:spcPct val="90000"/>
              </a:lnSpc>
              <a:spcBef>
                <a:spcPct val="0"/>
              </a:spcBef>
              <a:buNone/>
              <a:defRPr lang="en-US" sz="3300" b="1" kern="1200" cap="none" spc="-86" baseline="0" dirty="0">
                <a:ln w="3175">
                  <a:noFill/>
                </a:ln>
                <a:solidFill>
                  <a:schemeClr val="accent1">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p:nvSpPr>
          <p:cNvPr id="3" name="Subtitle 2"/>
          <p:cNvSpPr>
            <a:spLocks noGrp="1"/>
          </p:cNvSpPr>
          <p:nvPr>
            <p:ph type="subTitle" idx="1"/>
          </p:nvPr>
        </p:nvSpPr>
        <p:spPr>
          <a:xfrm>
            <a:off x="3419010" y="4560043"/>
            <a:ext cx="5617904" cy="420039"/>
          </a:xfrm>
        </p:spPr>
        <p:txBody>
          <a:bodyPr>
            <a:noAutofit/>
          </a:bodyPr>
          <a:lstStyle>
            <a:lvl1pPr marL="0" indent="0" algn="l" defTabSz="776835"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17" indent="0" algn="ctr">
              <a:buNone/>
              <a:defRPr>
                <a:solidFill>
                  <a:schemeClr val="tx1">
                    <a:tint val="75000"/>
                  </a:schemeClr>
                </a:solidFill>
              </a:defRPr>
            </a:lvl2pPr>
            <a:lvl3pPr marL="776835" indent="0" algn="ctr">
              <a:buNone/>
              <a:defRPr>
                <a:solidFill>
                  <a:schemeClr val="tx1">
                    <a:tint val="75000"/>
                  </a:schemeClr>
                </a:solidFill>
              </a:defRPr>
            </a:lvl3pPr>
            <a:lvl4pPr marL="1165252" indent="0" algn="ctr">
              <a:buNone/>
              <a:defRPr>
                <a:solidFill>
                  <a:schemeClr val="tx1">
                    <a:tint val="75000"/>
                  </a:schemeClr>
                </a:solidFill>
              </a:defRPr>
            </a:lvl4pPr>
            <a:lvl5pPr marL="1553670" indent="0" algn="ctr">
              <a:buNone/>
              <a:defRPr>
                <a:solidFill>
                  <a:schemeClr val="tx1">
                    <a:tint val="75000"/>
                  </a:schemeClr>
                </a:solidFill>
              </a:defRPr>
            </a:lvl5pPr>
            <a:lvl6pPr marL="1942087" indent="0" algn="ctr">
              <a:buNone/>
              <a:defRPr>
                <a:solidFill>
                  <a:schemeClr val="tx1">
                    <a:tint val="75000"/>
                  </a:schemeClr>
                </a:solidFill>
              </a:defRPr>
            </a:lvl6pPr>
            <a:lvl7pPr marL="2330506" indent="0" algn="ctr">
              <a:buNone/>
              <a:defRPr>
                <a:solidFill>
                  <a:schemeClr val="tx1">
                    <a:tint val="75000"/>
                  </a:schemeClr>
                </a:solidFill>
              </a:defRPr>
            </a:lvl7pPr>
            <a:lvl8pPr marL="2718923" indent="0" algn="ctr">
              <a:buNone/>
              <a:defRPr>
                <a:solidFill>
                  <a:schemeClr val="tx1">
                    <a:tint val="75000"/>
                  </a:schemeClr>
                </a:solidFill>
              </a:defRPr>
            </a:lvl8pPr>
            <a:lvl9pPr marL="3107341" indent="0" algn="ctr">
              <a:buNone/>
              <a:defRPr>
                <a:solidFill>
                  <a:schemeClr val="tx1">
                    <a:tint val="75000"/>
                  </a:schemeClr>
                </a:solidFill>
              </a:defRPr>
            </a:lvl9pPr>
          </a:lstStyle>
          <a:p>
            <a:r>
              <a:rPr lang="en-US" smtClean="0"/>
              <a:t>Click to edit Master subtitle style</a:t>
            </a:r>
            <a:endParaRPr lang="en-US" dirty="0"/>
          </a:p>
        </p:txBody>
      </p:sp>
      <p:sp useBgFill="1">
        <p:nvSpPr>
          <p:cNvPr id="45" name="Bottom Mask"/>
          <p:cNvSpPr/>
          <p:nvPr userDrawn="1"/>
        </p:nvSpPr>
        <p:spPr bwMode="auto">
          <a:xfrm>
            <a:off x="0" y="5449596"/>
            <a:ext cx="9966326"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Tree>
    <p:extLst>
      <p:ext uri="{BB962C8B-B14F-4D97-AF65-F5344CB8AC3E}">
        <p14:creationId xmlns="" xmlns:p14="http://schemas.microsoft.com/office/powerpoint/2010/main" val="101290606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Demo, &quot;special&quot; slid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Tile"/>
          <p:cNvSpPr/>
          <p:nvPr userDrawn="1"/>
        </p:nvSpPr>
        <p:spPr bwMode="auto">
          <a:xfrm>
            <a:off x="3278842" y="2889819"/>
            <a:ext cx="5856741"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6" name="Arrow Bar"/>
          <p:cNvSpPr/>
          <p:nvPr userDrawn="1"/>
        </p:nvSpPr>
        <p:spPr bwMode="auto">
          <a:xfrm>
            <a:off x="3278841" y="1373194"/>
            <a:ext cx="5856741" cy="1359722"/>
          </a:xfrm>
          <a:prstGeom prst="rect">
            <a:avLst/>
          </a:prstGeom>
          <a:solidFill>
            <a:schemeClr val="accent6"/>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7" name="Text Placeholder 6"/>
          <p:cNvSpPr>
            <a:spLocks noGrp="1"/>
          </p:cNvSpPr>
          <p:nvPr>
            <p:ph type="body" sz="quarter" idx="10" hasCustomPrompt="1"/>
          </p:nvPr>
        </p:nvSpPr>
        <p:spPr>
          <a:xfrm>
            <a:off x="3417047" y="1438579"/>
            <a:ext cx="4537806" cy="1250035"/>
          </a:xfrm>
        </p:spPr>
        <p:txBody>
          <a:bodyPr anchor="ctr" anchorCtr="0">
            <a:noAutofit/>
            <a:scene3d>
              <a:camera prst="orthographicFront"/>
              <a:lightRig rig="flat" dir="t"/>
            </a:scene3d>
            <a:sp3d>
              <a:contourClr>
                <a:schemeClr val="tx2"/>
              </a:contourClr>
            </a:sp3d>
          </a:bodyPr>
          <a:lstStyle>
            <a:lvl1pPr marL="0" indent="0" algn="l" defTabSz="776835" rtl="0" eaLnBrk="1" latinLnBrk="0" hangingPunct="1">
              <a:lnSpc>
                <a:spcPct val="90000"/>
              </a:lnSpc>
              <a:spcBef>
                <a:spcPct val="0"/>
              </a:spcBef>
              <a:buFont typeface="Arial" pitchFamily="34" charset="0"/>
              <a:buNone/>
              <a:defRPr lang="en-US" sz="4600" b="1" kern="1200" cap="none" spc="-86" baseline="0" dirty="0" smtClean="0">
                <a:ln w="3175">
                  <a:noFill/>
                </a:ln>
                <a:solidFill>
                  <a:schemeClr val="tx1">
                    <a:alpha val="99000"/>
                  </a:schemeClr>
                </a:solidFill>
                <a:effectLst/>
                <a:latin typeface="Segoe UI" pitchFamily="34" charset="0"/>
                <a:ea typeface="Segoe UI" pitchFamily="34" charset="0"/>
                <a:cs typeface="Segoe UI" pitchFamily="34" charset="0"/>
              </a:defRPr>
            </a:lvl1pPr>
          </a:lstStyle>
          <a:p>
            <a:pPr lvl="0"/>
            <a:r>
              <a:rPr lang="en-US" dirty="0" smtClean="0"/>
              <a:t>Demo</a:t>
            </a:r>
          </a:p>
        </p:txBody>
      </p:sp>
      <p:sp useBgFill="1">
        <p:nvSpPr>
          <p:cNvPr id="9" name="Left Mask"/>
          <p:cNvSpPr/>
          <p:nvPr userDrawn="1"/>
        </p:nvSpPr>
        <p:spPr bwMode="auto">
          <a:xfrm>
            <a:off x="0" y="1373195"/>
            <a:ext cx="3278840"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3" name="Subtitle 2"/>
          <p:cNvSpPr>
            <a:spLocks noGrp="1"/>
          </p:cNvSpPr>
          <p:nvPr>
            <p:ph type="subTitle" idx="1"/>
          </p:nvPr>
        </p:nvSpPr>
        <p:spPr>
          <a:xfrm>
            <a:off x="3417048" y="4698226"/>
            <a:ext cx="5405185" cy="418597"/>
          </a:xfrm>
        </p:spPr>
        <p:txBody>
          <a:bodyPr>
            <a:noAutofit/>
          </a:bodyPr>
          <a:lstStyle>
            <a:lvl1pPr marL="0" indent="0" algn="l" defTabSz="776835"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17" indent="0" algn="ctr">
              <a:buNone/>
              <a:defRPr>
                <a:solidFill>
                  <a:schemeClr val="tx1">
                    <a:tint val="75000"/>
                  </a:schemeClr>
                </a:solidFill>
              </a:defRPr>
            </a:lvl2pPr>
            <a:lvl3pPr marL="776835" indent="0" algn="ctr">
              <a:buNone/>
              <a:defRPr>
                <a:solidFill>
                  <a:schemeClr val="tx1">
                    <a:tint val="75000"/>
                  </a:schemeClr>
                </a:solidFill>
              </a:defRPr>
            </a:lvl3pPr>
            <a:lvl4pPr marL="1165252" indent="0" algn="ctr">
              <a:buNone/>
              <a:defRPr>
                <a:solidFill>
                  <a:schemeClr val="tx1">
                    <a:tint val="75000"/>
                  </a:schemeClr>
                </a:solidFill>
              </a:defRPr>
            </a:lvl4pPr>
            <a:lvl5pPr marL="1553670" indent="0" algn="ctr">
              <a:buNone/>
              <a:defRPr>
                <a:solidFill>
                  <a:schemeClr val="tx1">
                    <a:tint val="75000"/>
                  </a:schemeClr>
                </a:solidFill>
              </a:defRPr>
            </a:lvl5pPr>
            <a:lvl6pPr marL="1942087" indent="0" algn="ctr">
              <a:buNone/>
              <a:defRPr>
                <a:solidFill>
                  <a:schemeClr val="tx1">
                    <a:tint val="75000"/>
                  </a:schemeClr>
                </a:solidFill>
              </a:defRPr>
            </a:lvl6pPr>
            <a:lvl7pPr marL="2330506" indent="0" algn="ctr">
              <a:buNone/>
              <a:defRPr>
                <a:solidFill>
                  <a:schemeClr val="tx1">
                    <a:tint val="75000"/>
                  </a:schemeClr>
                </a:solidFill>
              </a:defRPr>
            </a:lvl7pPr>
            <a:lvl8pPr marL="2718923" indent="0" algn="ctr">
              <a:buNone/>
              <a:defRPr>
                <a:solidFill>
                  <a:schemeClr val="tx1">
                    <a:tint val="75000"/>
                  </a:schemeClr>
                </a:solidFill>
              </a:defRPr>
            </a:lvl8pPr>
            <a:lvl9pPr marL="3107341" indent="0" algn="ctr">
              <a:buNone/>
              <a:defRPr>
                <a:solidFill>
                  <a:schemeClr val="tx1">
                    <a:tint val="75000"/>
                  </a:schemeClr>
                </a:solidFill>
              </a:defRPr>
            </a:lvl9pPr>
          </a:lstStyle>
          <a:p>
            <a:r>
              <a:rPr lang="en-US" smtClean="0"/>
              <a:t>Click to edit Master subtitle style</a:t>
            </a:r>
            <a:endParaRPr lang="en-US" dirty="0"/>
          </a:p>
        </p:txBody>
      </p:sp>
      <p:sp>
        <p:nvSpPr>
          <p:cNvPr id="10" name="Circle Arrow"/>
          <p:cNvSpPr>
            <a:spLocks noEditPoints="1"/>
          </p:cNvSpPr>
          <p:nvPr userDrawn="1"/>
        </p:nvSpPr>
        <p:spPr bwMode="auto">
          <a:xfrm rot="5400000">
            <a:off x="8096811"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7" tIns="38843" rIns="77687" bIns="38843" numCol="1" anchor="t" anchorCtr="0" compatLnSpc="1">
            <a:prstTxWarp prst="textNoShape">
              <a:avLst/>
            </a:prstTxWarp>
          </a:bodyPr>
          <a:lstStyle/>
          <a:p>
            <a:pPr defTabSz="776835"/>
            <a:endParaRPr lang="en-US" sz="1600">
              <a:solidFill>
                <a:srgbClr val="FFFFFF"/>
              </a:solidFill>
            </a:endParaRPr>
          </a:p>
        </p:txBody>
      </p:sp>
      <p:sp>
        <p:nvSpPr>
          <p:cNvPr id="11" name="TechEd Tile"/>
          <p:cNvSpPr/>
          <p:nvPr userDrawn="1"/>
        </p:nvSpPr>
        <p:spPr bwMode="auto">
          <a:xfrm>
            <a:off x="835709" y="1373194"/>
            <a:ext cx="2310298"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pic>
        <p:nvPicPr>
          <p:cNvPr id="12" name="TechEd Logo"/>
          <p:cNvPicPr>
            <a:picLocks noChangeAspect="1" noChangeArrowheads="1"/>
          </p:cNvPicPr>
          <p:nvPr userDrawn="1"/>
        </p:nvPicPr>
        <p:blipFill rotWithShape="1">
          <a:blip r:embed="rId3" cstate="print">
            <a:extLst>
              <a:ext uri="{28A0092B-C50C-407E-A947-70E740481C1C}">
                <a14:useLocalDpi xmlns="" xmlns:a14="http://schemas.microsoft.com/office/drawing/2010/main" val="0"/>
              </a:ext>
            </a:extLst>
          </a:blip>
          <a:srcRect r="8530"/>
          <a:stretch/>
        </p:blipFill>
        <p:spPr bwMode="auto">
          <a:xfrm>
            <a:off x="1145803"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sp useBgFill="1">
        <p:nvSpPr>
          <p:cNvPr id="13" name="Top Mask"/>
          <p:cNvSpPr/>
          <p:nvPr userDrawn="1"/>
        </p:nvSpPr>
        <p:spPr bwMode="auto">
          <a:xfrm>
            <a:off x="0" y="0"/>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useBgFill="1">
        <p:nvSpPr>
          <p:cNvPr id="14" name="Right Mask"/>
          <p:cNvSpPr/>
          <p:nvPr userDrawn="1"/>
        </p:nvSpPr>
        <p:spPr bwMode="auto">
          <a:xfrm>
            <a:off x="9135582" y="1478672"/>
            <a:ext cx="830744"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grpSp>
        <p:nvGrpSpPr>
          <p:cNvPr id="16" name="Demo Tile"/>
          <p:cNvGrpSpPr/>
          <p:nvPr userDrawn="1"/>
        </p:nvGrpSpPr>
        <p:grpSpPr>
          <a:xfrm>
            <a:off x="832063" y="2890496"/>
            <a:ext cx="2311733" cy="2563506"/>
            <a:chOff x="1022073" y="-1135906"/>
            <a:chExt cx="2827252" cy="2827252"/>
          </a:xfrm>
        </p:grpSpPr>
        <p:sp>
          <p:nvSpPr>
            <p:cNvPr id="17" name="Rectangle 16"/>
            <p:cNvSpPr/>
            <p:nvPr/>
          </p:nvSpPr>
          <p:spPr bwMode="auto">
            <a:xfrm>
              <a:off x="1022073" y="-1135906"/>
              <a:ext cx="2827252" cy="2827252"/>
            </a:xfrm>
            <a:prstGeom prst="rect">
              <a:avLst/>
            </a:prstGeom>
            <a:solidFill>
              <a:schemeClr val="accent6"/>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18" name="Light bulb Icon"/>
            <p:cNvSpPr>
              <a:spLocks noEditPoints="1"/>
            </p:cNvSpPr>
            <p:nvPr/>
          </p:nvSpPr>
          <p:spPr bwMode="auto">
            <a:xfrm>
              <a:off x="1945077" y="-620805"/>
              <a:ext cx="979488" cy="1797050"/>
            </a:xfrm>
            <a:custGeom>
              <a:avLst/>
              <a:gdLst>
                <a:gd name="T0" fmla="*/ 18 w 122"/>
                <a:gd name="T1" fmla="*/ 137 h 224"/>
                <a:gd name="T2" fmla="*/ 105 w 122"/>
                <a:gd name="T3" fmla="*/ 22 h 224"/>
                <a:gd name="T4" fmla="*/ 119 w 122"/>
                <a:gd name="T5" fmla="*/ 29 h 224"/>
                <a:gd name="T6" fmla="*/ 119 w 122"/>
                <a:gd name="T7" fmla="*/ 41 h 224"/>
                <a:gd name="T8" fmla="*/ 17 w 122"/>
                <a:gd name="T9" fmla="*/ 75 h 224"/>
                <a:gd name="T10" fmla="*/ 14 w 122"/>
                <a:gd name="T11" fmla="*/ 76 h 224"/>
                <a:gd name="T12" fmla="*/ 2 w 122"/>
                <a:gd name="T13" fmla="*/ 64 h 224"/>
                <a:gd name="T14" fmla="*/ 10 w 122"/>
                <a:gd name="T15" fmla="*/ 50 h 224"/>
                <a:gd name="T16" fmla="*/ 8 w 122"/>
                <a:gd name="T17" fmla="*/ 58 h 224"/>
                <a:gd name="T18" fmla="*/ 9 w 122"/>
                <a:gd name="T19" fmla="*/ 66 h 224"/>
                <a:gd name="T20" fmla="*/ 14 w 122"/>
                <a:gd name="T21" fmla="*/ 70 h 224"/>
                <a:gd name="T22" fmla="*/ 111 w 122"/>
                <a:gd name="T23" fmla="*/ 41 h 224"/>
                <a:gd name="T24" fmla="*/ 115 w 122"/>
                <a:gd name="T25" fmla="*/ 35 h 224"/>
                <a:gd name="T26" fmla="*/ 108 w 122"/>
                <a:gd name="T27" fmla="*/ 27 h 224"/>
                <a:gd name="T28" fmla="*/ 12 w 122"/>
                <a:gd name="T29" fmla="*/ 56 h 224"/>
                <a:gd name="T30" fmla="*/ 10 w 122"/>
                <a:gd name="T31" fmla="*/ 16 h 224"/>
                <a:gd name="T32" fmla="*/ 73 w 122"/>
                <a:gd name="T33" fmla="*/ 9 h 224"/>
                <a:gd name="T34" fmla="*/ 67 w 122"/>
                <a:gd name="T35" fmla="*/ 27 h 224"/>
                <a:gd name="T36" fmla="*/ 14 w 122"/>
                <a:gd name="T37" fmla="*/ 42 h 224"/>
                <a:gd name="T38" fmla="*/ 2 w 122"/>
                <a:gd name="T39" fmla="*/ 31 h 224"/>
                <a:gd name="T40" fmla="*/ 9 w 122"/>
                <a:gd name="T41" fmla="*/ 32 h 224"/>
                <a:gd name="T42" fmla="*/ 16 w 122"/>
                <a:gd name="T43" fmla="*/ 36 h 224"/>
                <a:gd name="T44" fmla="*/ 69 w 122"/>
                <a:gd name="T45" fmla="*/ 14 h 224"/>
                <a:gd name="T46" fmla="*/ 63 w 122"/>
                <a:gd name="T47" fmla="*/ 7 h 224"/>
                <a:gd name="T48" fmla="*/ 12 w 122"/>
                <a:gd name="T49" fmla="*/ 22 h 224"/>
                <a:gd name="T50" fmla="*/ 113 w 122"/>
                <a:gd name="T51" fmla="*/ 114 h 224"/>
                <a:gd name="T52" fmla="*/ 99 w 122"/>
                <a:gd name="T53" fmla="*/ 124 h 224"/>
                <a:gd name="T54" fmla="*/ 110 w 122"/>
                <a:gd name="T55" fmla="*/ 137 h 224"/>
                <a:gd name="T56" fmla="*/ 87 w 122"/>
                <a:gd name="T57" fmla="*/ 208 h 224"/>
                <a:gd name="T58" fmla="*/ 74 w 122"/>
                <a:gd name="T59" fmla="*/ 224 h 224"/>
                <a:gd name="T60" fmla="*/ 41 w 122"/>
                <a:gd name="T61" fmla="*/ 213 h 224"/>
                <a:gd name="T62" fmla="*/ 18 w 122"/>
                <a:gd name="T63" fmla="*/ 187 h 224"/>
                <a:gd name="T64" fmla="*/ 29 w 122"/>
                <a:gd name="T65" fmla="*/ 137 h 224"/>
                <a:gd name="T66" fmla="*/ 23 w 122"/>
                <a:gd name="T67" fmla="*/ 113 h 224"/>
                <a:gd name="T68" fmla="*/ 10 w 122"/>
                <a:gd name="T69" fmla="*/ 109 h 224"/>
                <a:gd name="T70" fmla="*/ 2 w 122"/>
                <a:gd name="T71" fmla="*/ 98 h 224"/>
                <a:gd name="T72" fmla="*/ 3 w 122"/>
                <a:gd name="T73" fmla="*/ 89 h 224"/>
                <a:gd name="T74" fmla="*/ 105 w 122"/>
                <a:gd name="T75" fmla="*/ 55 h 224"/>
                <a:gd name="T76" fmla="*/ 120 w 122"/>
                <a:gd name="T77" fmla="*/ 66 h 224"/>
                <a:gd name="T78" fmla="*/ 113 w 122"/>
                <a:gd name="T79" fmla="*/ 81 h 224"/>
                <a:gd name="T80" fmla="*/ 56 w 122"/>
                <a:gd name="T81" fmla="*/ 105 h 224"/>
                <a:gd name="T82" fmla="*/ 72 w 122"/>
                <a:gd name="T83" fmla="*/ 137 h 224"/>
                <a:gd name="T84" fmla="*/ 82 w 122"/>
                <a:gd name="T85" fmla="*/ 95 h 224"/>
                <a:gd name="T86" fmla="*/ 119 w 122"/>
                <a:gd name="T87" fmla="*/ 96 h 224"/>
                <a:gd name="T88" fmla="*/ 113 w 122"/>
                <a:gd name="T89" fmla="*/ 114 h 224"/>
                <a:gd name="T90" fmla="*/ 111 w 122"/>
                <a:gd name="T91" fmla="*/ 75 h 224"/>
                <a:gd name="T92" fmla="*/ 115 w 122"/>
                <a:gd name="T93" fmla="*/ 68 h 224"/>
                <a:gd name="T94" fmla="*/ 108 w 122"/>
                <a:gd name="T95" fmla="*/ 61 h 224"/>
                <a:gd name="T96" fmla="*/ 25 w 122"/>
                <a:gd name="T97" fmla="*/ 86 h 224"/>
                <a:gd name="T98" fmla="*/ 12 w 122"/>
                <a:gd name="T99" fmla="*/ 89 h 224"/>
                <a:gd name="T100" fmla="*/ 8 w 122"/>
                <a:gd name="T101" fmla="*/ 92 h 224"/>
                <a:gd name="T102" fmla="*/ 8 w 122"/>
                <a:gd name="T103" fmla="*/ 96 h 224"/>
                <a:gd name="T104" fmla="*/ 12 w 122"/>
                <a:gd name="T105" fmla="*/ 103 h 224"/>
                <a:gd name="T106" fmla="*/ 25 w 122"/>
                <a:gd name="T107" fmla="*/ 107 h 224"/>
                <a:gd name="T108" fmla="*/ 35 w 122"/>
                <a:gd name="T109" fmla="*/ 120 h 224"/>
                <a:gd name="T110" fmla="*/ 50 w 122"/>
                <a:gd name="T111" fmla="*/ 137 h 224"/>
                <a:gd name="T112" fmla="*/ 48 w 122"/>
                <a:gd name="T113" fmla="*/ 100 h 224"/>
                <a:gd name="T114" fmla="*/ 49 w 122"/>
                <a:gd name="T115" fmla="*/ 93 h 224"/>
                <a:gd name="T116" fmla="*/ 113 w 122"/>
                <a:gd name="T117" fmla="*/ 98 h 224"/>
                <a:gd name="T118" fmla="*/ 84 w 122"/>
                <a:gd name="T119" fmla="*/ 101 h 224"/>
                <a:gd name="T120" fmla="*/ 78 w 122"/>
                <a:gd name="T121" fmla="*/ 137 h 224"/>
                <a:gd name="T122" fmla="*/ 93 w 122"/>
                <a:gd name="T123" fmla="*/ 124 h 224"/>
                <a:gd name="T124" fmla="*/ 111 w 122"/>
                <a:gd name="T125" fmla="*/ 108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2" h="224">
                  <a:moveTo>
                    <a:pt x="18" y="137"/>
                  </a:moveTo>
                  <a:cubicBezTo>
                    <a:pt x="18" y="137"/>
                    <a:pt x="18" y="137"/>
                    <a:pt x="18" y="137"/>
                  </a:cubicBezTo>
                  <a:moveTo>
                    <a:pt x="10" y="50"/>
                  </a:moveTo>
                  <a:cubicBezTo>
                    <a:pt x="105" y="22"/>
                    <a:pt x="105" y="22"/>
                    <a:pt x="105" y="22"/>
                  </a:cubicBezTo>
                  <a:cubicBezTo>
                    <a:pt x="106" y="21"/>
                    <a:pt x="107" y="21"/>
                    <a:pt x="108" y="21"/>
                  </a:cubicBezTo>
                  <a:cubicBezTo>
                    <a:pt x="113" y="21"/>
                    <a:pt x="118" y="24"/>
                    <a:pt x="119" y="29"/>
                  </a:cubicBezTo>
                  <a:cubicBezTo>
                    <a:pt x="120" y="33"/>
                    <a:pt x="120" y="33"/>
                    <a:pt x="120" y="33"/>
                  </a:cubicBezTo>
                  <a:cubicBezTo>
                    <a:pt x="121" y="36"/>
                    <a:pt x="121" y="39"/>
                    <a:pt x="119" y="41"/>
                  </a:cubicBezTo>
                  <a:cubicBezTo>
                    <a:pt x="118" y="44"/>
                    <a:pt x="116" y="46"/>
                    <a:pt x="113" y="47"/>
                  </a:cubicBezTo>
                  <a:cubicBezTo>
                    <a:pt x="17" y="75"/>
                    <a:pt x="17" y="75"/>
                    <a:pt x="17" y="75"/>
                  </a:cubicBezTo>
                  <a:cubicBezTo>
                    <a:pt x="16" y="76"/>
                    <a:pt x="15" y="76"/>
                    <a:pt x="14" y="76"/>
                  </a:cubicBezTo>
                  <a:cubicBezTo>
                    <a:pt x="14" y="76"/>
                    <a:pt x="14" y="76"/>
                    <a:pt x="14" y="76"/>
                  </a:cubicBezTo>
                  <a:cubicBezTo>
                    <a:pt x="9" y="76"/>
                    <a:pt x="5" y="73"/>
                    <a:pt x="3" y="68"/>
                  </a:cubicBezTo>
                  <a:cubicBezTo>
                    <a:pt x="2" y="64"/>
                    <a:pt x="2" y="64"/>
                    <a:pt x="2" y="64"/>
                  </a:cubicBezTo>
                  <a:cubicBezTo>
                    <a:pt x="1" y="61"/>
                    <a:pt x="2" y="58"/>
                    <a:pt x="3" y="56"/>
                  </a:cubicBezTo>
                  <a:cubicBezTo>
                    <a:pt x="5" y="53"/>
                    <a:pt x="7" y="51"/>
                    <a:pt x="10" y="50"/>
                  </a:cubicBezTo>
                  <a:close/>
                  <a:moveTo>
                    <a:pt x="12" y="56"/>
                  </a:moveTo>
                  <a:cubicBezTo>
                    <a:pt x="10" y="56"/>
                    <a:pt x="9" y="57"/>
                    <a:pt x="8" y="58"/>
                  </a:cubicBezTo>
                  <a:cubicBezTo>
                    <a:pt x="8" y="60"/>
                    <a:pt x="8" y="61"/>
                    <a:pt x="8" y="62"/>
                  </a:cubicBezTo>
                  <a:cubicBezTo>
                    <a:pt x="9" y="66"/>
                    <a:pt x="9" y="66"/>
                    <a:pt x="9" y="66"/>
                  </a:cubicBezTo>
                  <a:cubicBezTo>
                    <a:pt x="10" y="68"/>
                    <a:pt x="12" y="70"/>
                    <a:pt x="14" y="70"/>
                  </a:cubicBezTo>
                  <a:cubicBezTo>
                    <a:pt x="14" y="70"/>
                    <a:pt x="14" y="70"/>
                    <a:pt x="14" y="70"/>
                  </a:cubicBezTo>
                  <a:cubicBezTo>
                    <a:pt x="15" y="70"/>
                    <a:pt x="15" y="70"/>
                    <a:pt x="16" y="70"/>
                  </a:cubicBezTo>
                  <a:cubicBezTo>
                    <a:pt x="111" y="41"/>
                    <a:pt x="111" y="41"/>
                    <a:pt x="111" y="41"/>
                  </a:cubicBezTo>
                  <a:cubicBezTo>
                    <a:pt x="112" y="41"/>
                    <a:pt x="113" y="40"/>
                    <a:pt x="114" y="39"/>
                  </a:cubicBezTo>
                  <a:cubicBezTo>
                    <a:pt x="115" y="37"/>
                    <a:pt x="115" y="36"/>
                    <a:pt x="115" y="35"/>
                  </a:cubicBezTo>
                  <a:cubicBezTo>
                    <a:pt x="113" y="31"/>
                    <a:pt x="113" y="31"/>
                    <a:pt x="113" y="31"/>
                  </a:cubicBezTo>
                  <a:cubicBezTo>
                    <a:pt x="113" y="29"/>
                    <a:pt x="111" y="27"/>
                    <a:pt x="108" y="27"/>
                  </a:cubicBezTo>
                  <a:cubicBezTo>
                    <a:pt x="108" y="27"/>
                    <a:pt x="107" y="27"/>
                    <a:pt x="107" y="27"/>
                  </a:cubicBezTo>
                  <a:lnTo>
                    <a:pt x="12" y="56"/>
                  </a:lnTo>
                  <a:close/>
                  <a:moveTo>
                    <a:pt x="2" y="31"/>
                  </a:moveTo>
                  <a:cubicBezTo>
                    <a:pt x="0" y="25"/>
                    <a:pt x="4" y="18"/>
                    <a:pt x="10" y="16"/>
                  </a:cubicBezTo>
                  <a:cubicBezTo>
                    <a:pt x="59" y="1"/>
                    <a:pt x="59" y="1"/>
                    <a:pt x="59" y="1"/>
                  </a:cubicBezTo>
                  <a:cubicBezTo>
                    <a:pt x="65" y="0"/>
                    <a:pt x="72" y="3"/>
                    <a:pt x="73" y="9"/>
                  </a:cubicBezTo>
                  <a:cubicBezTo>
                    <a:pt x="75" y="12"/>
                    <a:pt x="75" y="12"/>
                    <a:pt x="75" y="12"/>
                  </a:cubicBezTo>
                  <a:cubicBezTo>
                    <a:pt x="76" y="18"/>
                    <a:pt x="73" y="25"/>
                    <a:pt x="67" y="27"/>
                  </a:cubicBezTo>
                  <a:cubicBezTo>
                    <a:pt x="18" y="42"/>
                    <a:pt x="18" y="42"/>
                    <a:pt x="18" y="42"/>
                  </a:cubicBezTo>
                  <a:cubicBezTo>
                    <a:pt x="16" y="42"/>
                    <a:pt x="15" y="42"/>
                    <a:pt x="14" y="42"/>
                  </a:cubicBezTo>
                  <a:cubicBezTo>
                    <a:pt x="9" y="42"/>
                    <a:pt x="5" y="39"/>
                    <a:pt x="3" y="34"/>
                  </a:cubicBezTo>
                  <a:lnTo>
                    <a:pt x="2" y="31"/>
                  </a:lnTo>
                  <a:close/>
                  <a:moveTo>
                    <a:pt x="8" y="29"/>
                  </a:moveTo>
                  <a:cubicBezTo>
                    <a:pt x="9" y="32"/>
                    <a:pt x="9" y="32"/>
                    <a:pt x="9" y="32"/>
                  </a:cubicBezTo>
                  <a:cubicBezTo>
                    <a:pt x="10" y="35"/>
                    <a:pt x="12" y="36"/>
                    <a:pt x="14" y="36"/>
                  </a:cubicBezTo>
                  <a:cubicBezTo>
                    <a:pt x="15" y="36"/>
                    <a:pt x="15" y="36"/>
                    <a:pt x="16" y="36"/>
                  </a:cubicBezTo>
                  <a:cubicBezTo>
                    <a:pt x="65" y="21"/>
                    <a:pt x="65" y="21"/>
                    <a:pt x="65" y="21"/>
                  </a:cubicBezTo>
                  <a:cubicBezTo>
                    <a:pt x="68" y="20"/>
                    <a:pt x="70" y="17"/>
                    <a:pt x="69" y="14"/>
                  </a:cubicBezTo>
                  <a:cubicBezTo>
                    <a:pt x="68" y="11"/>
                    <a:pt x="68" y="11"/>
                    <a:pt x="68" y="11"/>
                  </a:cubicBezTo>
                  <a:cubicBezTo>
                    <a:pt x="67" y="8"/>
                    <a:pt x="65" y="7"/>
                    <a:pt x="63" y="7"/>
                  </a:cubicBezTo>
                  <a:cubicBezTo>
                    <a:pt x="62" y="7"/>
                    <a:pt x="62" y="7"/>
                    <a:pt x="61" y="7"/>
                  </a:cubicBezTo>
                  <a:cubicBezTo>
                    <a:pt x="12" y="22"/>
                    <a:pt x="12" y="22"/>
                    <a:pt x="12" y="22"/>
                  </a:cubicBezTo>
                  <a:cubicBezTo>
                    <a:pt x="9" y="23"/>
                    <a:pt x="7" y="26"/>
                    <a:pt x="8" y="29"/>
                  </a:cubicBezTo>
                  <a:close/>
                  <a:moveTo>
                    <a:pt x="113" y="114"/>
                  </a:moveTo>
                  <a:cubicBezTo>
                    <a:pt x="105" y="116"/>
                    <a:pt x="105" y="116"/>
                    <a:pt x="105" y="116"/>
                  </a:cubicBezTo>
                  <a:cubicBezTo>
                    <a:pt x="102" y="117"/>
                    <a:pt x="99" y="121"/>
                    <a:pt x="99" y="124"/>
                  </a:cubicBezTo>
                  <a:cubicBezTo>
                    <a:pt x="99" y="137"/>
                    <a:pt x="99" y="137"/>
                    <a:pt x="99" y="137"/>
                  </a:cubicBezTo>
                  <a:cubicBezTo>
                    <a:pt x="110" y="137"/>
                    <a:pt x="110" y="137"/>
                    <a:pt x="110" y="137"/>
                  </a:cubicBezTo>
                  <a:cubicBezTo>
                    <a:pt x="110" y="187"/>
                    <a:pt x="110" y="187"/>
                    <a:pt x="110" y="187"/>
                  </a:cubicBezTo>
                  <a:cubicBezTo>
                    <a:pt x="110" y="198"/>
                    <a:pt x="100" y="207"/>
                    <a:pt x="87" y="208"/>
                  </a:cubicBezTo>
                  <a:cubicBezTo>
                    <a:pt x="87" y="213"/>
                    <a:pt x="87" y="213"/>
                    <a:pt x="87" y="213"/>
                  </a:cubicBezTo>
                  <a:cubicBezTo>
                    <a:pt x="87" y="219"/>
                    <a:pt x="81" y="224"/>
                    <a:pt x="74" y="224"/>
                  </a:cubicBezTo>
                  <a:cubicBezTo>
                    <a:pt x="54" y="224"/>
                    <a:pt x="54" y="224"/>
                    <a:pt x="54" y="224"/>
                  </a:cubicBezTo>
                  <a:cubicBezTo>
                    <a:pt x="47" y="224"/>
                    <a:pt x="41" y="219"/>
                    <a:pt x="41" y="213"/>
                  </a:cubicBezTo>
                  <a:cubicBezTo>
                    <a:pt x="41" y="208"/>
                    <a:pt x="41" y="208"/>
                    <a:pt x="41" y="208"/>
                  </a:cubicBezTo>
                  <a:cubicBezTo>
                    <a:pt x="28" y="207"/>
                    <a:pt x="18" y="198"/>
                    <a:pt x="18" y="187"/>
                  </a:cubicBezTo>
                  <a:cubicBezTo>
                    <a:pt x="18" y="137"/>
                    <a:pt x="18" y="137"/>
                    <a:pt x="18" y="137"/>
                  </a:cubicBezTo>
                  <a:cubicBezTo>
                    <a:pt x="29" y="137"/>
                    <a:pt x="29" y="137"/>
                    <a:pt x="29" y="137"/>
                  </a:cubicBezTo>
                  <a:cubicBezTo>
                    <a:pt x="29" y="120"/>
                    <a:pt x="29" y="120"/>
                    <a:pt x="29" y="120"/>
                  </a:cubicBezTo>
                  <a:cubicBezTo>
                    <a:pt x="29" y="117"/>
                    <a:pt x="26" y="113"/>
                    <a:pt x="23" y="113"/>
                  </a:cubicBezTo>
                  <a:cubicBezTo>
                    <a:pt x="12" y="109"/>
                    <a:pt x="12" y="109"/>
                    <a:pt x="12" y="109"/>
                  </a:cubicBezTo>
                  <a:cubicBezTo>
                    <a:pt x="10" y="109"/>
                    <a:pt x="10" y="109"/>
                    <a:pt x="10" y="109"/>
                  </a:cubicBezTo>
                  <a:cubicBezTo>
                    <a:pt x="7" y="108"/>
                    <a:pt x="4" y="105"/>
                    <a:pt x="3" y="102"/>
                  </a:cubicBezTo>
                  <a:cubicBezTo>
                    <a:pt x="2" y="98"/>
                    <a:pt x="2" y="98"/>
                    <a:pt x="2" y="98"/>
                  </a:cubicBezTo>
                  <a:cubicBezTo>
                    <a:pt x="2" y="97"/>
                    <a:pt x="2" y="97"/>
                    <a:pt x="2" y="96"/>
                  </a:cubicBezTo>
                  <a:cubicBezTo>
                    <a:pt x="2" y="94"/>
                    <a:pt x="2" y="91"/>
                    <a:pt x="3" y="89"/>
                  </a:cubicBezTo>
                  <a:cubicBezTo>
                    <a:pt x="5" y="87"/>
                    <a:pt x="7" y="85"/>
                    <a:pt x="10" y="84"/>
                  </a:cubicBezTo>
                  <a:cubicBezTo>
                    <a:pt x="105" y="55"/>
                    <a:pt x="105" y="55"/>
                    <a:pt x="105" y="55"/>
                  </a:cubicBezTo>
                  <a:cubicBezTo>
                    <a:pt x="111" y="54"/>
                    <a:pt x="118" y="57"/>
                    <a:pt x="119" y="63"/>
                  </a:cubicBezTo>
                  <a:cubicBezTo>
                    <a:pt x="120" y="66"/>
                    <a:pt x="120" y="66"/>
                    <a:pt x="120" y="66"/>
                  </a:cubicBezTo>
                  <a:cubicBezTo>
                    <a:pt x="121" y="69"/>
                    <a:pt x="121" y="72"/>
                    <a:pt x="119" y="75"/>
                  </a:cubicBezTo>
                  <a:cubicBezTo>
                    <a:pt x="118" y="78"/>
                    <a:pt x="116" y="80"/>
                    <a:pt x="113" y="81"/>
                  </a:cubicBezTo>
                  <a:cubicBezTo>
                    <a:pt x="54" y="98"/>
                    <a:pt x="54" y="98"/>
                    <a:pt x="54" y="98"/>
                  </a:cubicBezTo>
                  <a:cubicBezTo>
                    <a:pt x="55" y="100"/>
                    <a:pt x="56" y="103"/>
                    <a:pt x="56" y="105"/>
                  </a:cubicBezTo>
                  <a:cubicBezTo>
                    <a:pt x="56" y="137"/>
                    <a:pt x="56" y="137"/>
                    <a:pt x="56" y="137"/>
                  </a:cubicBezTo>
                  <a:cubicBezTo>
                    <a:pt x="72" y="137"/>
                    <a:pt x="72" y="137"/>
                    <a:pt x="72" y="137"/>
                  </a:cubicBezTo>
                  <a:cubicBezTo>
                    <a:pt x="72" y="109"/>
                    <a:pt x="72" y="109"/>
                    <a:pt x="72" y="109"/>
                  </a:cubicBezTo>
                  <a:cubicBezTo>
                    <a:pt x="72" y="103"/>
                    <a:pt x="77" y="97"/>
                    <a:pt x="82" y="95"/>
                  </a:cubicBezTo>
                  <a:cubicBezTo>
                    <a:pt x="105" y="89"/>
                    <a:pt x="105" y="89"/>
                    <a:pt x="105" y="89"/>
                  </a:cubicBezTo>
                  <a:cubicBezTo>
                    <a:pt x="111" y="87"/>
                    <a:pt x="118" y="91"/>
                    <a:pt x="119" y="96"/>
                  </a:cubicBezTo>
                  <a:cubicBezTo>
                    <a:pt x="120" y="100"/>
                    <a:pt x="120" y="100"/>
                    <a:pt x="120" y="100"/>
                  </a:cubicBezTo>
                  <a:cubicBezTo>
                    <a:pt x="122" y="106"/>
                    <a:pt x="119" y="112"/>
                    <a:pt x="113" y="114"/>
                  </a:cubicBezTo>
                  <a:close/>
                  <a:moveTo>
                    <a:pt x="49" y="93"/>
                  </a:moveTo>
                  <a:cubicBezTo>
                    <a:pt x="111" y="75"/>
                    <a:pt x="111" y="75"/>
                    <a:pt x="111" y="75"/>
                  </a:cubicBezTo>
                  <a:cubicBezTo>
                    <a:pt x="112" y="74"/>
                    <a:pt x="113" y="74"/>
                    <a:pt x="114" y="72"/>
                  </a:cubicBezTo>
                  <a:cubicBezTo>
                    <a:pt x="115" y="71"/>
                    <a:pt x="115" y="70"/>
                    <a:pt x="115" y="68"/>
                  </a:cubicBezTo>
                  <a:cubicBezTo>
                    <a:pt x="113" y="65"/>
                    <a:pt x="113" y="65"/>
                    <a:pt x="113" y="65"/>
                  </a:cubicBezTo>
                  <a:cubicBezTo>
                    <a:pt x="113" y="62"/>
                    <a:pt x="111" y="61"/>
                    <a:pt x="108" y="61"/>
                  </a:cubicBezTo>
                  <a:cubicBezTo>
                    <a:pt x="108" y="61"/>
                    <a:pt x="107" y="61"/>
                    <a:pt x="107" y="61"/>
                  </a:cubicBezTo>
                  <a:cubicBezTo>
                    <a:pt x="25" y="86"/>
                    <a:pt x="25" y="86"/>
                    <a:pt x="25" y="86"/>
                  </a:cubicBezTo>
                  <a:cubicBezTo>
                    <a:pt x="13" y="89"/>
                    <a:pt x="13" y="89"/>
                    <a:pt x="13" y="89"/>
                  </a:cubicBezTo>
                  <a:cubicBezTo>
                    <a:pt x="12" y="89"/>
                    <a:pt x="12" y="89"/>
                    <a:pt x="12" y="89"/>
                  </a:cubicBezTo>
                  <a:cubicBezTo>
                    <a:pt x="12" y="90"/>
                    <a:pt x="12" y="90"/>
                    <a:pt x="12" y="90"/>
                  </a:cubicBezTo>
                  <a:cubicBezTo>
                    <a:pt x="10" y="90"/>
                    <a:pt x="9" y="91"/>
                    <a:pt x="8" y="92"/>
                  </a:cubicBezTo>
                  <a:cubicBezTo>
                    <a:pt x="8" y="93"/>
                    <a:pt x="8" y="95"/>
                    <a:pt x="8" y="96"/>
                  </a:cubicBezTo>
                  <a:cubicBezTo>
                    <a:pt x="8" y="96"/>
                    <a:pt x="8" y="96"/>
                    <a:pt x="8" y="96"/>
                  </a:cubicBezTo>
                  <a:cubicBezTo>
                    <a:pt x="9" y="100"/>
                    <a:pt x="9" y="100"/>
                    <a:pt x="9" y="100"/>
                  </a:cubicBezTo>
                  <a:cubicBezTo>
                    <a:pt x="10" y="101"/>
                    <a:pt x="11" y="103"/>
                    <a:pt x="12" y="103"/>
                  </a:cubicBezTo>
                  <a:cubicBezTo>
                    <a:pt x="13" y="103"/>
                    <a:pt x="13" y="103"/>
                    <a:pt x="13" y="103"/>
                  </a:cubicBezTo>
                  <a:cubicBezTo>
                    <a:pt x="25" y="107"/>
                    <a:pt x="25" y="107"/>
                    <a:pt x="25" y="107"/>
                  </a:cubicBezTo>
                  <a:cubicBezTo>
                    <a:pt x="25" y="107"/>
                    <a:pt x="25" y="107"/>
                    <a:pt x="25" y="107"/>
                  </a:cubicBezTo>
                  <a:cubicBezTo>
                    <a:pt x="31" y="109"/>
                    <a:pt x="35" y="115"/>
                    <a:pt x="35" y="120"/>
                  </a:cubicBezTo>
                  <a:cubicBezTo>
                    <a:pt x="35" y="137"/>
                    <a:pt x="35" y="137"/>
                    <a:pt x="35" y="137"/>
                  </a:cubicBezTo>
                  <a:cubicBezTo>
                    <a:pt x="50" y="137"/>
                    <a:pt x="50" y="137"/>
                    <a:pt x="50" y="137"/>
                  </a:cubicBezTo>
                  <a:cubicBezTo>
                    <a:pt x="50" y="105"/>
                    <a:pt x="50" y="105"/>
                    <a:pt x="50" y="105"/>
                  </a:cubicBezTo>
                  <a:cubicBezTo>
                    <a:pt x="50" y="104"/>
                    <a:pt x="49" y="102"/>
                    <a:pt x="48" y="100"/>
                  </a:cubicBezTo>
                  <a:cubicBezTo>
                    <a:pt x="47" y="99"/>
                    <a:pt x="45" y="98"/>
                    <a:pt x="44" y="97"/>
                  </a:cubicBezTo>
                  <a:cubicBezTo>
                    <a:pt x="44" y="97"/>
                    <a:pt x="40" y="96"/>
                    <a:pt x="49" y="93"/>
                  </a:cubicBezTo>
                  <a:close/>
                  <a:moveTo>
                    <a:pt x="115" y="102"/>
                  </a:moveTo>
                  <a:cubicBezTo>
                    <a:pt x="113" y="98"/>
                    <a:pt x="113" y="98"/>
                    <a:pt x="113" y="98"/>
                  </a:cubicBezTo>
                  <a:cubicBezTo>
                    <a:pt x="113" y="95"/>
                    <a:pt x="110" y="94"/>
                    <a:pt x="107" y="95"/>
                  </a:cubicBezTo>
                  <a:cubicBezTo>
                    <a:pt x="84" y="101"/>
                    <a:pt x="84" y="101"/>
                    <a:pt x="84" y="101"/>
                  </a:cubicBezTo>
                  <a:cubicBezTo>
                    <a:pt x="81" y="102"/>
                    <a:pt x="78" y="106"/>
                    <a:pt x="78" y="109"/>
                  </a:cubicBezTo>
                  <a:cubicBezTo>
                    <a:pt x="78" y="137"/>
                    <a:pt x="78" y="137"/>
                    <a:pt x="78" y="137"/>
                  </a:cubicBezTo>
                  <a:cubicBezTo>
                    <a:pt x="93" y="137"/>
                    <a:pt x="93" y="137"/>
                    <a:pt x="93" y="137"/>
                  </a:cubicBezTo>
                  <a:cubicBezTo>
                    <a:pt x="93" y="124"/>
                    <a:pt x="93" y="124"/>
                    <a:pt x="93" y="124"/>
                  </a:cubicBezTo>
                  <a:cubicBezTo>
                    <a:pt x="93" y="118"/>
                    <a:pt x="97" y="112"/>
                    <a:pt x="103" y="111"/>
                  </a:cubicBezTo>
                  <a:cubicBezTo>
                    <a:pt x="111" y="108"/>
                    <a:pt x="111" y="108"/>
                    <a:pt x="111" y="108"/>
                  </a:cubicBezTo>
                  <a:cubicBezTo>
                    <a:pt x="114" y="108"/>
                    <a:pt x="115" y="105"/>
                    <a:pt x="115" y="10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35"/>
              <a:endParaRPr lang="en-US" sz="1600">
                <a:solidFill>
                  <a:srgbClr val="FFFFFF"/>
                </a:solidFill>
              </a:endParaRPr>
            </a:p>
          </p:txBody>
        </p:sp>
      </p:grpSp>
      <p:sp>
        <p:nvSpPr>
          <p:cNvPr id="2" name="Title 1"/>
          <p:cNvSpPr>
            <a:spLocks noGrp="1"/>
          </p:cNvSpPr>
          <p:nvPr>
            <p:ph type="ctrTitle"/>
          </p:nvPr>
        </p:nvSpPr>
        <p:spPr>
          <a:xfrm>
            <a:off x="3417048" y="2889818"/>
            <a:ext cx="5405185" cy="1381372"/>
          </a:xfrm>
        </p:spPr>
        <p:txBody>
          <a:bodyPr anchor="ctr" anchorCtr="0">
            <a:noAutofit/>
          </a:bodyPr>
          <a:lstStyle>
            <a:lvl1pPr algn="l" defTabSz="776835" rtl="0" eaLnBrk="1" latinLnBrk="0" hangingPunct="1">
              <a:lnSpc>
                <a:spcPct val="90000"/>
              </a:lnSpc>
              <a:spcBef>
                <a:spcPct val="0"/>
              </a:spcBef>
              <a:buNone/>
              <a:defRPr lang="en-US" sz="3300" b="1" kern="1200" cap="none" spc="-86" baseline="0" dirty="0">
                <a:ln w="3175">
                  <a:noFill/>
                </a:ln>
                <a:solidFill>
                  <a:schemeClr val="accent6">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useBgFill="1">
        <p:nvSpPr>
          <p:cNvPr id="15" name="Bottom Mask"/>
          <p:cNvSpPr/>
          <p:nvPr userDrawn="1"/>
        </p:nvSpPr>
        <p:spPr bwMode="auto">
          <a:xfrm>
            <a:off x="3278843" y="5449596"/>
            <a:ext cx="6687484"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Tree>
    <p:extLst>
      <p:ext uri="{BB962C8B-B14F-4D97-AF65-F5344CB8AC3E}">
        <p14:creationId xmlns="" xmlns:p14="http://schemas.microsoft.com/office/powerpoint/2010/main" val="412912138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Video, &quot;special&quot; slid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Tile"/>
          <p:cNvSpPr/>
          <p:nvPr userDrawn="1"/>
        </p:nvSpPr>
        <p:spPr bwMode="auto">
          <a:xfrm>
            <a:off x="3278842" y="2889819"/>
            <a:ext cx="5856741"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6" name="Arrow Bar"/>
          <p:cNvSpPr/>
          <p:nvPr userDrawn="1"/>
        </p:nvSpPr>
        <p:spPr bwMode="auto">
          <a:xfrm>
            <a:off x="3278841" y="1373194"/>
            <a:ext cx="5856741" cy="1359722"/>
          </a:xfrm>
          <a:prstGeom prst="rect">
            <a:avLst/>
          </a:prstGeom>
          <a:solidFill>
            <a:schemeClr val="accent5"/>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7" name="Text Placeholder 6"/>
          <p:cNvSpPr>
            <a:spLocks noGrp="1"/>
          </p:cNvSpPr>
          <p:nvPr>
            <p:ph type="body" sz="quarter" idx="10" hasCustomPrompt="1"/>
          </p:nvPr>
        </p:nvSpPr>
        <p:spPr>
          <a:xfrm>
            <a:off x="3417047" y="1438579"/>
            <a:ext cx="4537806" cy="1250035"/>
          </a:xfrm>
        </p:spPr>
        <p:txBody>
          <a:bodyPr anchor="ctr" anchorCtr="0">
            <a:noAutofit/>
            <a:scene3d>
              <a:camera prst="orthographicFront"/>
              <a:lightRig rig="flat" dir="t"/>
            </a:scene3d>
            <a:sp3d>
              <a:contourClr>
                <a:schemeClr val="tx2"/>
              </a:contourClr>
            </a:sp3d>
          </a:bodyPr>
          <a:lstStyle>
            <a:lvl1pPr marL="0" indent="0" algn="l" defTabSz="776835" rtl="0" eaLnBrk="1" latinLnBrk="0" hangingPunct="1">
              <a:lnSpc>
                <a:spcPct val="90000"/>
              </a:lnSpc>
              <a:spcBef>
                <a:spcPct val="0"/>
              </a:spcBef>
              <a:buFont typeface="Arial" pitchFamily="34" charset="0"/>
              <a:buNone/>
              <a:defRPr lang="en-US" sz="4600" b="1" kern="1200" cap="none" spc="-86" baseline="0" dirty="0" smtClean="0">
                <a:ln w="3175">
                  <a:noFill/>
                </a:ln>
                <a:solidFill>
                  <a:schemeClr val="tx1">
                    <a:alpha val="99000"/>
                  </a:schemeClr>
                </a:solidFill>
                <a:effectLst/>
                <a:latin typeface="Segoe UI" pitchFamily="34" charset="0"/>
                <a:ea typeface="Segoe UI" pitchFamily="34" charset="0"/>
                <a:cs typeface="Segoe UI" pitchFamily="34" charset="0"/>
              </a:defRPr>
            </a:lvl1pPr>
          </a:lstStyle>
          <a:p>
            <a:pPr lvl="0"/>
            <a:r>
              <a:rPr lang="en-US" dirty="0" smtClean="0"/>
              <a:t>Video</a:t>
            </a:r>
          </a:p>
        </p:txBody>
      </p:sp>
      <p:sp useBgFill="1">
        <p:nvSpPr>
          <p:cNvPr id="9" name="Left Mask"/>
          <p:cNvSpPr/>
          <p:nvPr userDrawn="1"/>
        </p:nvSpPr>
        <p:spPr bwMode="auto">
          <a:xfrm>
            <a:off x="0" y="1373195"/>
            <a:ext cx="3278840"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3" name="Subtitle 2"/>
          <p:cNvSpPr>
            <a:spLocks noGrp="1"/>
          </p:cNvSpPr>
          <p:nvPr>
            <p:ph type="subTitle" idx="1"/>
          </p:nvPr>
        </p:nvSpPr>
        <p:spPr>
          <a:xfrm>
            <a:off x="3417048" y="4698226"/>
            <a:ext cx="5405185" cy="418597"/>
          </a:xfrm>
        </p:spPr>
        <p:txBody>
          <a:bodyPr>
            <a:noAutofit/>
          </a:bodyPr>
          <a:lstStyle>
            <a:lvl1pPr marL="0" indent="0" algn="l" defTabSz="776835"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17" indent="0" algn="ctr">
              <a:buNone/>
              <a:defRPr>
                <a:solidFill>
                  <a:schemeClr val="tx1">
                    <a:tint val="75000"/>
                  </a:schemeClr>
                </a:solidFill>
              </a:defRPr>
            </a:lvl2pPr>
            <a:lvl3pPr marL="776835" indent="0" algn="ctr">
              <a:buNone/>
              <a:defRPr>
                <a:solidFill>
                  <a:schemeClr val="tx1">
                    <a:tint val="75000"/>
                  </a:schemeClr>
                </a:solidFill>
              </a:defRPr>
            </a:lvl3pPr>
            <a:lvl4pPr marL="1165252" indent="0" algn="ctr">
              <a:buNone/>
              <a:defRPr>
                <a:solidFill>
                  <a:schemeClr val="tx1">
                    <a:tint val="75000"/>
                  </a:schemeClr>
                </a:solidFill>
              </a:defRPr>
            </a:lvl4pPr>
            <a:lvl5pPr marL="1553670" indent="0" algn="ctr">
              <a:buNone/>
              <a:defRPr>
                <a:solidFill>
                  <a:schemeClr val="tx1">
                    <a:tint val="75000"/>
                  </a:schemeClr>
                </a:solidFill>
              </a:defRPr>
            </a:lvl5pPr>
            <a:lvl6pPr marL="1942087" indent="0" algn="ctr">
              <a:buNone/>
              <a:defRPr>
                <a:solidFill>
                  <a:schemeClr val="tx1">
                    <a:tint val="75000"/>
                  </a:schemeClr>
                </a:solidFill>
              </a:defRPr>
            </a:lvl6pPr>
            <a:lvl7pPr marL="2330506" indent="0" algn="ctr">
              <a:buNone/>
              <a:defRPr>
                <a:solidFill>
                  <a:schemeClr val="tx1">
                    <a:tint val="75000"/>
                  </a:schemeClr>
                </a:solidFill>
              </a:defRPr>
            </a:lvl7pPr>
            <a:lvl8pPr marL="2718923" indent="0" algn="ctr">
              <a:buNone/>
              <a:defRPr>
                <a:solidFill>
                  <a:schemeClr val="tx1">
                    <a:tint val="75000"/>
                  </a:schemeClr>
                </a:solidFill>
              </a:defRPr>
            </a:lvl8pPr>
            <a:lvl9pPr marL="3107341" indent="0" algn="ctr">
              <a:buNone/>
              <a:defRPr>
                <a:solidFill>
                  <a:schemeClr val="tx1">
                    <a:tint val="75000"/>
                  </a:schemeClr>
                </a:solidFill>
              </a:defRPr>
            </a:lvl9pPr>
          </a:lstStyle>
          <a:p>
            <a:r>
              <a:rPr lang="en-US" smtClean="0"/>
              <a:t>Click to edit Master subtitle style</a:t>
            </a:r>
            <a:endParaRPr lang="en-US" dirty="0"/>
          </a:p>
        </p:txBody>
      </p:sp>
      <p:sp>
        <p:nvSpPr>
          <p:cNvPr id="10" name="Circle Arrow"/>
          <p:cNvSpPr>
            <a:spLocks noEditPoints="1"/>
          </p:cNvSpPr>
          <p:nvPr userDrawn="1"/>
        </p:nvSpPr>
        <p:spPr bwMode="auto">
          <a:xfrm rot="5400000">
            <a:off x="8096811"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7" tIns="38843" rIns="77687" bIns="38843" numCol="1" anchor="t" anchorCtr="0" compatLnSpc="1">
            <a:prstTxWarp prst="textNoShape">
              <a:avLst/>
            </a:prstTxWarp>
          </a:bodyPr>
          <a:lstStyle/>
          <a:p>
            <a:pPr defTabSz="776835"/>
            <a:endParaRPr lang="en-US" sz="1600">
              <a:solidFill>
                <a:srgbClr val="FFFFFF"/>
              </a:solidFill>
            </a:endParaRPr>
          </a:p>
        </p:txBody>
      </p:sp>
      <p:sp>
        <p:nvSpPr>
          <p:cNvPr id="11" name="TechEd Tile"/>
          <p:cNvSpPr/>
          <p:nvPr userDrawn="1"/>
        </p:nvSpPr>
        <p:spPr bwMode="auto">
          <a:xfrm>
            <a:off x="835709" y="1373194"/>
            <a:ext cx="2310298"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pic>
        <p:nvPicPr>
          <p:cNvPr id="12" name="TechEd Logo"/>
          <p:cNvPicPr>
            <a:picLocks noChangeAspect="1" noChangeArrowheads="1"/>
          </p:cNvPicPr>
          <p:nvPr userDrawn="1"/>
        </p:nvPicPr>
        <p:blipFill rotWithShape="1">
          <a:blip r:embed="rId3" cstate="print">
            <a:extLst>
              <a:ext uri="{28A0092B-C50C-407E-A947-70E740481C1C}">
                <a14:useLocalDpi xmlns="" xmlns:a14="http://schemas.microsoft.com/office/drawing/2010/main" val="0"/>
              </a:ext>
            </a:extLst>
          </a:blip>
          <a:srcRect r="8530"/>
          <a:stretch/>
        </p:blipFill>
        <p:spPr bwMode="auto">
          <a:xfrm>
            <a:off x="1145803"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sp useBgFill="1">
        <p:nvSpPr>
          <p:cNvPr id="13" name="Top Mask"/>
          <p:cNvSpPr/>
          <p:nvPr userDrawn="1"/>
        </p:nvSpPr>
        <p:spPr bwMode="auto">
          <a:xfrm>
            <a:off x="0" y="0"/>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useBgFill="1">
        <p:nvSpPr>
          <p:cNvPr id="14" name="Right Mask"/>
          <p:cNvSpPr/>
          <p:nvPr userDrawn="1"/>
        </p:nvSpPr>
        <p:spPr bwMode="auto">
          <a:xfrm>
            <a:off x="9135582" y="1478672"/>
            <a:ext cx="830744"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 name="Title 1"/>
          <p:cNvSpPr>
            <a:spLocks noGrp="1"/>
          </p:cNvSpPr>
          <p:nvPr>
            <p:ph type="ctrTitle"/>
          </p:nvPr>
        </p:nvSpPr>
        <p:spPr>
          <a:xfrm>
            <a:off x="3417048" y="2889818"/>
            <a:ext cx="5405185" cy="1381372"/>
          </a:xfrm>
        </p:spPr>
        <p:txBody>
          <a:bodyPr anchor="ctr" anchorCtr="0">
            <a:noAutofit/>
          </a:bodyPr>
          <a:lstStyle>
            <a:lvl1pPr algn="l" defTabSz="776835" rtl="0" eaLnBrk="1" latinLnBrk="0" hangingPunct="1">
              <a:lnSpc>
                <a:spcPct val="90000"/>
              </a:lnSpc>
              <a:spcBef>
                <a:spcPct val="0"/>
              </a:spcBef>
              <a:buNone/>
              <a:defRPr lang="en-US" sz="3300" b="1" kern="1200" cap="none" spc="-86" baseline="0" dirty="0">
                <a:ln w="3175">
                  <a:noFill/>
                </a:ln>
                <a:solidFill>
                  <a:schemeClr val="accent5">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useBgFill="1">
        <p:nvSpPr>
          <p:cNvPr id="15" name="Bottom Mask"/>
          <p:cNvSpPr/>
          <p:nvPr userDrawn="1"/>
        </p:nvSpPr>
        <p:spPr bwMode="auto">
          <a:xfrm>
            <a:off x="3278843" y="5449596"/>
            <a:ext cx="6687484"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grpSp>
        <p:nvGrpSpPr>
          <p:cNvPr id="19" name="Green Tile"/>
          <p:cNvGrpSpPr/>
          <p:nvPr userDrawn="1"/>
        </p:nvGrpSpPr>
        <p:grpSpPr>
          <a:xfrm>
            <a:off x="830626" y="2889818"/>
            <a:ext cx="2311733" cy="2563506"/>
            <a:chOff x="-2619354" y="-790581"/>
            <a:chExt cx="2827252" cy="2827252"/>
          </a:xfrm>
        </p:grpSpPr>
        <p:sp>
          <p:nvSpPr>
            <p:cNvPr id="20" name="Rectangle 19"/>
            <p:cNvSpPr/>
            <p:nvPr/>
          </p:nvSpPr>
          <p:spPr bwMode="auto">
            <a:xfrm>
              <a:off x="-2619354" y="-790581"/>
              <a:ext cx="2827252" cy="2827252"/>
            </a:xfrm>
            <a:prstGeom prst="rect">
              <a:avLst/>
            </a:prstGeom>
            <a:solidFill>
              <a:schemeClr val="accent5"/>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1" name="Play Icon"/>
            <p:cNvSpPr>
              <a:spLocks noEditPoints="1"/>
            </p:cNvSpPr>
            <p:nvPr/>
          </p:nvSpPr>
          <p:spPr bwMode="auto">
            <a:xfrm>
              <a:off x="-2097903" y="-269875"/>
              <a:ext cx="1784350" cy="1784350"/>
            </a:xfrm>
            <a:custGeom>
              <a:avLst/>
              <a:gdLst>
                <a:gd name="T0" fmla="*/ 168 w 224"/>
                <a:gd name="T1" fmla="*/ 112 h 224"/>
                <a:gd name="T2" fmla="*/ 86 w 224"/>
                <a:gd name="T3" fmla="*/ 173 h 224"/>
                <a:gd name="T4" fmla="*/ 86 w 224"/>
                <a:gd name="T5" fmla="*/ 50 h 224"/>
                <a:gd name="T6" fmla="*/ 168 w 224"/>
                <a:gd name="T7" fmla="*/ 112 h 224"/>
                <a:gd name="T8" fmla="*/ 168 w 224"/>
                <a:gd name="T9" fmla="*/ 112 h 224"/>
                <a:gd name="T10" fmla="*/ 112 w 224"/>
                <a:gd name="T11" fmla="*/ 0 h 224"/>
                <a:gd name="T12" fmla="*/ 224 w 224"/>
                <a:gd name="T13" fmla="*/ 112 h 224"/>
                <a:gd name="T14" fmla="*/ 112 w 224"/>
                <a:gd name="T15" fmla="*/ 224 h 224"/>
                <a:gd name="T16" fmla="*/ 0 w 224"/>
                <a:gd name="T17" fmla="*/ 112 h 224"/>
                <a:gd name="T18" fmla="*/ 112 w 224"/>
                <a:gd name="T19" fmla="*/ 0 h 224"/>
                <a:gd name="T20" fmla="*/ 112 w 224"/>
                <a:gd name="T21" fmla="*/ 216 h 224"/>
                <a:gd name="T22" fmla="*/ 216 w 224"/>
                <a:gd name="T23" fmla="*/ 112 h 224"/>
                <a:gd name="T24" fmla="*/ 112 w 224"/>
                <a:gd name="T25" fmla="*/ 8 h 224"/>
                <a:gd name="T26" fmla="*/ 8 w 224"/>
                <a:gd name="T27" fmla="*/ 112 h 224"/>
                <a:gd name="T28" fmla="*/ 112 w 224"/>
                <a:gd name="T29" fmla="*/ 216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 h="224">
                  <a:moveTo>
                    <a:pt x="168" y="112"/>
                  </a:moveTo>
                  <a:cubicBezTo>
                    <a:pt x="86" y="173"/>
                    <a:pt x="86" y="173"/>
                    <a:pt x="86" y="173"/>
                  </a:cubicBezTo>
                  <a:cubicBezTo>
                    <a:pt x="86" y="50"/>
                    <a:pt x="86" y="50"/>
                    <a:pt x="86" y="50"/>
                  </a:cubicBezTo>
                  <a:cubicBezTo>
                    <a:pt x="168" y="112"/>
                    <a:pt x="168" y="112"/>
                    <a:pt x="168" y="112"/>
                  </a:cubicBezTo>
                  <a:cubicBezTo>
                    <a:pt x="168" y="112"/>
                    <a:pt x="168" y="112"/>
                    <a:pt x="168" y="112"/>
                  </a:cubicBezTo>
                  <a:close/>
                  <a:moveTo>
                    <a:pt x="112" y="0"/>
                  </a:moveTo>
                  <a:cubicBezTo>
                    <a:pt x="174" y="0"/>
                    <a:pt x="224" y="50"/>
                    <a:pt x="224" y="112"/>
                  </a:cubicBezTo>
                  <a:cubicBezTo>
                    <a:pt x="224" y="174"/>
                    <a:pt x="174" y="224"/>
                    <a:pt x="112" y="224"/>
                  </a:cubicBezTo>
                  <a:cubicBezTo>
                    <a:pt x="51" y="224"/>
                    <a:pt x="0" y="174"/>
                    <a:pt x="0" y="112"/>
                  </a:cubicBezTo>
                  <a:cubicBezTo>
                    <a:pt x="0" y="50"/>
                    <a:pt x="51" y="0"/>
                    <a:pt x="112" y="0"/>
                  </a:cubicBezTo>
                  <a:moveTo>
                    <a:pt x="112" y="216"/>
                  </a:moveTo>
                  <a:cubicBezTo>
                    <a:pt x="170" y="216"/>
                    <a:pt x="216" y="169"/>
                    <a:pt x="216" y="112"/>
                  </a:cubicBezTo>
                  <a:cubicBezTo>
                    <a:pt x="216" y="54"/>
                    <a:pt x="170" y="8"/>
                    <a:pt x="112" y="8"/>
                  </a:cubicBezTo>
                  <a:cubicBezTo>
                    <a:pt x="55" y="8"/>
                    <a:pt x="8" y="54"/>
                    <a:pt x="8" y="112"/>
                  </a:cubicBezTo>
                  <a:cubicBezTo>
                    <a:pt x="8" y="169"/>
                    <a:pt x="55" y="216"/>
                    <a:pt x="112" y="216"/>
                  </a:cubicBezTo>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35"/>
              <a:endParaRPr lang="en-US" sz="1600">
                <a:solidFill>
                  <a:srgbClr val="FFFFFF"/>
                </a:solidFill>
              </a:endParaRPr>
            </a:p>
          </p:txBody>
        </p:sp>
      </p:grpSp>
    </p:spTree>
    <p:extLst>
      <p:ext uri="{BB962C8B-B14F-4D97-AF65-F5344CB8AC3E}">
        <p14:creationId xmlns="" xmlns:p14="http://schemas.microsoft.com/office/powerpoint/2010/main" val="5376343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Partner, &quot;special&quot; slid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Tile"/>
          <p:cNvSpPr/>
          <p:nvPr userDrawn="1"/>
        </p:nvSpPr>
        <p:spPr bwMode="auto">
          <a:xfrm>
            <a:off x="3278842" y="2889819"/>
            <a:ext cx="5856741"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6" name="Arrow Bar"/>
          <p:cNvSpPr/>
          <p:nvPr userDrawn="1"/>
        </p:nvSpPr>
        <p:spPr bwMode="auto">
          <a:xfrm>
            <a:off x="3278841" y="1373194"/>
            <a:ext cx="5856741" cy="1359722"/>
          </a:xfrm>
          <a:prstGeom prst="rect">
            <a:avLst/>
          </a:prstGeom>
          <a:solidFill>
            <a:schemeClr val="accent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7" name="Text Placeholder 6"/>
          <p:cNvSpPr>
            <a:spLocks noGrp="1"/>
          </p:cNvSpPr>
          <p:nvPr>
            <p:ph type="body" sz="quarter" idx="10" hasCustomPrompt="1"/>
          </p:nvPr>
        </p:nvSpPr>
        <p:spPr>
          <a:xfrm>
            <a:off x="3417047" y="1438579"/>
            <a:ext cx="4537806" cy="1250035"/>
          </a:xfrm>
        </p:spPr>
        <p:txBody>
          <a:bodyPr anchor="ctr" anchorCtr="0">
            <a:noAutofit/>
            <a:scene3d>
              <a:camera prst="orthographicFront"/>
              <a:lightRig rig="flat" dir="t"/>
            </a:scene3d>
            <a:sp3d>
              <a:contourClr>
                <a:schemeClr val="tx2"/>
              </a:contourClr>
            </a:sp3d>
          </a:bodyPr>
          <a:lstStyle>
            <a:lvl1pPr marL="0" indent="0" algn="l" defTabSz="776835" rtl="0" eaLnBrk="1" latinLnBrk="0" hangingPunct="1">
              <a:lnSpc>
                <a:spcPct val="90000"/>
              </a:lnSpc>
              <a:spcBef>
                <a:spcPct val="0"/>
              </a:spcBef>
              <a:buFont typeface="Arial" pitchFamily="34" charset="0"/>
              <a:buNone/>
              <a:defRPr lang="en-US" sz="4600" b="1" kern="1200" cap="none" spc="-86" baseline="0" dirty="0" smtClean="0">
                <a:ln w="3175">
                  <a:noFill/>
                </a:ln>
                <a:solidFill>
                  <a:schemeClr val="tx1">
                    <a:alpha val="99000"/>
                  </a:schemeClr>
                </a:solidFill>
                <a:effectLst/>
                <a:latin typeface="Segoe UI" pitchFamily="34" charset="0"/>
                <a:ea typeface="Segoe UI" pitchFamily="34" charset="0"/>
                <a:cs typeface="Segoe UI" pitchFamily="34" charset="0"/>
              </a:defRPr>
            </a:lvl1pPr>
          </a:lstStyle>
          <a:p>
            <a:pPr lvl="0"/>
            <a:r>
              <a:rPr lang="en-US" dirty="0" smtClean="0"/>
              <a:t>Partner</a:t>
            </a:r>
          </a:p>
        </p:txBody>
      </p:sp>
      <p:sp useBgFill="1">
        <p:nvSpPr>
          <p:cNvPr id="9" name="Left Mask"/>
          <p:cNvSpPr/>
          <p:nvPr userDrawn="1"/>
        </p:nvSpPr>
        <p:spPr bwMode="auto">
          <a:xfrm>
            <a:off x="0" y="1373195"/>
            <a:ext cx="3278840"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3" name="Subtitle 2"/>
          <p:cNvSpPr>
            <a:spLocks noGrp="1"/>
          </p:cNvSpPr>
          <p:nvPr>
            <p:ph type="subTitle" idx="1"/>
          </p:nvPr>
        </p:nvSpPr>
        <p:spPr>
          <a:xfrm>
            <a:off x="3417048" y="4698226"/>
            <a:ext cx="5405185" cy="418597"/>
          </a:xfrm>
        </p:spPr>
        <p:txBody>
          <a:bodyPr>
            <a:noAutofit/>
          </a:bodyPr>
          <a:lstStyle>
            <a:lvl1pPr marL="0" indent="0" algn="l" defTabSz="776835"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17" indent="0" algn="ctr">
              <a:buNone/>
              <a:defRPr>
                <a:solidFill>
                  <a:schemeClr val="tx1">
                    <a:tint val="75000"/>
                  </a:schemeClr>
                </a:solidFill>
              </a:defRPr>
            </a:lvl2pPr>
            <a:lvl3pPr marL="776835" indent="0" algn="ctr">
              <a:buNone/>
              <a:defRPr>
                <a:solidFill>
                  <a:schemeClr val="tx1">
                    <a:tint val="75000"/>
                  </a:schemeClr>
                </a:solidFill>
              </a:defRPr>
            </a:lvl3pPr>
            <a:lvl4pPr marL="1165252" indent="0" algn="ctr">
              <a:buNone/>
              <a:defRPr>
                <a:solidFill>
                  <a:schemeClr val="tx1">
                    <a:tint val="75000"/>
                  </a:schemeClr>
                </a:solidFill>
              </a:defRPr>
            </a:lvl4pPr>
            <a:lvl5pPr marL="1553670" indent="0" algn="ctr">
              <a:buNone/>
              <a:defRPr>
                <a:solidFill>
                  <a:schemeClr val="tx1">
                    <a:tint val="75000"/>
                  </a:schemeClr>
                </a:solidFill>
              </a:defRPr>
            </a:lvl5pPr>
            <a:lvl6pPr marL="1942087" indent="0" algn="ctr">
              <a:buNone/>
              <a:defRPr>
                <a:solidFill>
                  <a:schemeClr val="tx1">
                    <a:tint val="75000"/>
                  </a:schemeClr>
                </a:solidFill>
              </a:defRPr>
            </a:lvl6pPr>
            <a:lvl7pPr marL="2330506" indent="0" algn="ctr">
              <a:buNone/>
              <a:defRPr>
                <a:solidFill>
                  <a:schemeClr val="tx1">
                    <a:tint val="75000"/>
                  </a:schemeClr>
                </a:solidFill>
              </a:defRPr>
            </a:lvl7pPr>
            <a:lvl8pPr marL="2718923" indent="0" algn="ctr">
              <a:buNone/>
              <a:defRPr>
                <a:solidFill>
                  <a:schemeClr val="tx1">
                    <a:tint val="75000"/>
                  </a:schemeClr>
                </a:solidFill>
              </a:defRPr>
            </a:lvl8pPr>
            <a:lvl9pPr marL="3107341" indent="0" algn="ctr">
              <a:buNone/>
              <a:defRPr>
                <a:solidFill>
                  <a:schemeClr val="tx1">
                    <a:tint val="75000"/>
                  </a:schemeClr>
                </a:solidFill>
              </a:defRPr>
            </a:lvl9pPr>
          </a:lstStyle>
          <a:p>
            <a:r>
              <a:rPr lang="en-US" smtClean="0"/>
              <a:t>Click to edit Master subtitle style</a:t>
            </a:r>
            <a:endParaRPr lang="en-US" dirty="0"/>
          </a:p>
        </p:txBody>
      </p:sp>
      <p:sp>
        <p:nvSpPr>
          <p:cNvPr id="10" name="Circle Arrow"/>
          <p:cNvSpPr>
            <a:spLocks noEditPoints="1"/>
          </p:cNvSpPr>
          <p:nvPr userDrawn="1"/>
        </p:nvSpPr>
        <p:spPr bwMode="auto">
          <a:xfrm rot="5400000">
            <a:off x="8096811"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7" tIns="38843" rIns="77687" bIns="38843" numCol="1" anchor="t" anchorCtr="0" compatLnSpc="1">
            <a:prstTxWarp prst="textNoShape">
              <a:avLst/>
            </a:prstTxWarp>
          </a:bodyPr>
          <a:lstStyle/>
          <a:p>
            <a:pPr defTabSz="776835"/>
            <a:endParaRPr lang="en-US" sz="1600">
              <a:solidFill>
                <a:srgbClr val="FFFFFF"/>
              </a:solidFill>
            </a:endParaRPr>
          </a:p>
        </p:txBody>
      </p:sp>
      <p:sp>
        <p:nvSpPr>
          <p:cNvPr id="11" name="TechEd Tile"/>
          <p:cNvSpPr/>
          <p:nvPr userDrawn="1"/>
        </p:nvSpPr>
        <p:spPr bwMode="auto">
          <a:xfrm>
            <a:off x="835709" y="1373194"/>
            <a:ext cx="2310298"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pic>
        <p:nvPicPr>
          <p:cNvPr id="12" name="TechEd Logo"/>
          <p:cNvPicPr>
            <a:picLocks noChangeAspect="1" noChangeArrowheads="1"/>
          </p:cNvPicPr>
          <p:nvPr userDrawn="1"/>
        </p:nvPicPr>
        <p:blipFill rotWithShape="1">
          <a:blip r:embed="rId3" cstate="print">
            <a:extLst>
              <a:ext uri="{28A0092B-C50C-407E-A947-70E740481C1C}">
                <a14:useLocalDpi xmlns="" xmlns:a14="http://schemas.microsoft.com/office/drawing/2010/main" val="0"/>
              </a:ext>
            </a:extLst>
          </a:blip>
          <a:srcRect r="8530"/>
          <a:stretch/>
        </p:blipFill>
        <p:spPr bwMode="auto">
          <a:xfrm>
            <a:off x="1145803"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sp useBgFill="1">
        <p:nvSpPr>
          <p:cNvPr id="13" name="Top Mask"/>
          <p:cNvSpPr/>
          <p:nvPr userDrawn="1"/>
        </p:nvSpPr>
        <p:spPr bwMode="auto">
          <a:xfrm>
            <a:off x="0" y="0"/>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useBgFill="1">
        <p:nvSpPr>
          <p:cNvPr id="14" name="Right Mask"/>
          <p:cNvSpPr/>
          <p:nvPr userDrawn="1"/>
        </p:nvSpPr>
        <p:spPr bwMode="auto">
          <a:xfrm>
            <a:off x="9135582" y="1478672"/>
            <a:ext cx="830744"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 name="Title 1"/>
          <p:cNvSpPr>
            <a:spLocks noGrp="1"/>
          </p:cNvSpPr>
          <p:nvPr>
            <p:ph type="ctrTitle"/>
          </p:nvPr>
        </p:nvSpPr>
        <p:spPr>
          <a:xfrm>
            <a:off x="3417048" y="2889818"/>
            <a:ext cx="5405185" cy="1381372"/>
          </a:xfrm>
        </p:spPr>
        <p:txBody>
          <a:bodyPr anchor="ctr" anchorCtr="0">
            <a:noAutofit/>
          </a:bodyPr>
          <a:lstStyle>
            <a:lvl1pPr algn="l" defTabSz="776835" rtl="0" eaLnBrk="1" latinLnBrk="0" hangingPunct="1">
              <a:lnSpc>
                <a:spcPct val="90000"/>
              </a:lnSpc>
              <a:spcBef>
                <a:spcPct val="0"/>
              </a:spcBef>
              <a:buNone/>
              <a:defRPr lang="en-US" sz="3300" b="1" kern="1200" cap="none" spc="-86" baseline="0" dirty="0">
                <a:ln w="3175">
                  <a:noFill/>
                </a:ln>
                <a:solidFill>
                  <a:schemeClr val="accent1">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useBgFill="1">
        <p:nvSpPr>
          <p:cNvPr id="15" name="Bottom Mask"/>
          <p:cNvSpPr/>
          <p:nvPr userDrawn="1"/>
        </p:nvSpPr>
        <p:spPr bwMode="auto">
          <a:xfrm>
            <a:off x="3278843" y="5449596"/>
            <a:ext cx="6687484"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grpSp>
        <p:nvGrpSpPr>
          <p:cNvPr id="17" name="Blue Tile"/>
          <p:cNvGrpSpPr/>
          <p:nvPr userDrawn="1"/>
        </p:nvGrpSpPr>
        <p:grpSpPr>
          <a:xfrm>
            <a:off x="830627" y="2892167"/>
            <a:ext cx="2311733" cy="2563506"/>
            <a:chOff x="1071620" y="3044261"/>
            <a:chExt cx="1325880" cy="1325880"/>
          </a:xfrm>
        </p:grpSpPr>
        <p:sp>
          <p:nvSpPr>
            <p:cNvPr id="18" name="Rectangle 17"/>
            <p:cNvSpPr/>
            <p:nvPr/>
          </p:nvSpPr>
          <p:spPr bwMode="auto">
            <a:xfrm>
              <a:off x="1071620" y="3044261"/>
              <a:ext cx="1325880" cy="1325880"/>
            </a:xfrm>
            <a:prstGeom prst="rect">
              <a:avLst/>
            </a:prstGeom>
            <a:solidFill>
              <a:schemeClr val="accent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2" name="Freeform 13"/>
            <p:cNvSpPr>
              <a:spLocks noEditPoints="1"/>
            </p:cNvSpPr>
            <p:nvPr/>
          </p:nvSpPr>
          <p:spPr bwMode="auto">
            <a:xfrm>
              <a:off x="1316254" y="3284926"/>
              <a:ext cx="836612" cy="841375"/>
            </a:xfrm>
            <a:custGeom>
              <a:avLst/>
              <a:gdLst>
                <a:gd name="T0" fmla="*/ 183 w 223"/>
                <a:gd name="T1" fmla="*/ 108 h 224"/>
                <a:gd name="T2" fmla="*/ 154 w 223"/>
                <a:gd name="T3" fmla="*/ 120 h 224"/>
                <a:gd name="T4" fmla="*/ 135 w 223"/>
                <a:gd name="T5" fmla="*/ 101 h 224"/>
                <a:gd name="T6" fmla="*/ 154 w 223"/>
                <a:gd name="T7" fmla="*/ 59 h 224"/>
                <a:gd name="T8" fmla="*/ 96 w 223"/>
                <a:gd name="T9" fmla="*/ 0 h 224"/>
                <a:gd name="T10" fmla="*/ 37 w 223"/>
                <a:gd name="T11" fmla="*/ 59 h 224"/>
                <a:gd name="T12" fmla="*/ 64 w 223"/>
                <a:gd name="T13" fmla="*/ 107 h 224"/>
                <a:gd name="T14" fmla="*/ 52 w 223"/>
                <a:gd name="T15" fmla="*/ 145 h 224"/>
                <a:gd name="T16" fmla="*/ 41 w 223"/>
                <a:gd name="T17" fmla="*/ 143 h 224"/>
                <a:gd name="T18" fmla="*/ 0 w 223"/>
                <a:gd name="T19" fmla="*/ 183 h 224"/>
                <a:gd name="T20" fmla="*/ 41 w 223"/>
                <a:gd name="T21" fmla="*/ 224 h 224"/>
                <a:gd name="T22" fmla="*/ 81 w 223"/>
                <a:gd name="T23" fmla="*/ 183 h 224"/>
                <a:gd name="T24" fmla="*/ 60 w 223"/>
                <a:gd name="T25" fmla="*/ 148 h 224"/>
                <a:gd name="T26" fmla="*/ 71 w 223"/>
                <a:gd name="T27" fmla="*/ 111 h 224"/>
                <a:gd name="T28" fmla="*/ 96 w 223"/>
                <a:gd name="T29" fmla="*/ 117 h 224"/>
                <a:gd name="T30" fmla="*/ 129 w 223"/>
                <a:gd name="T31" fmla="*/ 106 h 224"/>
                <a:gd name="T32" fmla="*/ 149 w 223"/>
                <a:gd name="T33" fmla="*/ 126 h 224"/>
                <a:gd name="T34" fmla="*/ 143 w 223"/>
                <a:gd name="T35" fmla="*/ 148 h 224"/>
                <a:gd name="T36" fmla="*/ 183 w 223"/>
                <a:gd name="T37" fmla="*/ 189 h 224"/>
                <a:gd name="T38" fmla="*/ 223 w 223"/>
                <a:gd name="T39" fmla="*/ 148 h 224"/>
                <a:gd name="T40" fmla="*/ 183 w 223"/>
                <a:gd name="T41" fmla="*/ 108 h 224"/>
                <a:gd name="T42" fmla="*/ 73 w 223"/>
                <a:gd name="T43" fmla="*/ 183 h 224"/>
                <a:gd name="T44" fmla="*/ 41 w 223"/>
                <a:gd name="T45" fmla="*/ 216 h 224"/>
                <a:gd name="T46" fmla="*/ 8 w 223"/>
                <a:gd name="T47" fmla="*/ 183 h 224"/>
                <a:gd name="T48" fmla="*/ 41 w 223"/>
                <a:gd name="T49" fmla="*/ 151 h 224"/>
                <a:gd name="T50" fmla="*/ 73 w 223"/>
                <a:gd name="T51" fmla="*/ 183 h 224"/>
                <a:gd name="T52" fmla="*/ 45 w 223"/>
                <a:gd name="T53" fmla="*/ 59 h 224"/>
                <a:gd name="T54" fmla="*/ 96 w 223"/>
                <a:gd name="T55" fmla="*/ 8 h 224"/>
                <a:gd name="T56" fmla="*/ 146 w 223"/>
                <a:gd name="T57" fmla="*/ 59 h 224"/>
                <a:gd name="T58" fmla="*/ 96 w 223"/>
                <a:gd name="T59" fmla="*/ 109 h 224"/>
                <a:gd name="T60" fmla="*/ 45 w 223"/>
                <a:gd name="T61" fmla="*/ 59 h 224"/>
                <a:gd name="T62" fmla="*/ 183 w 223"/>
                <a:gd name="T63" fmla="*/ 181 h 224"/>
                <a:gd name="T64" fmla="*/ 151 w 223"/>
                <a:gd name="T65" fmla="*/ 148 h 224"/>
                <a:gd name="T66" fmla="*/ 183 w 223"/>
                <a:gd name="T67" fmla="*/ 116 h 224"/>
                <a:gd name="T68" fmla="*/ 215 w 223"/>
                <a:gd name="T69" fmla="*/ 148 h 224"/>
                <a:gd name="T70" fmla="*/ 183 w 223"/>
                <a:gd name="T71" fmla="*/ 181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3" h="224">
                  <a:moveTo>
                    <a:pt x="183" y="108"/>
                  </a:moveTo>
                  <a:cubicBezTo>
                    <a:pt x="172" y="108"/>
                    <a:pt x="162" y="113"/>
                    <a:pt x="154" y="120"/>
                  </a:cubicBezTo>
                  <a:cubicBezTo>
                    <a:pt x="135" y="101"/>
                    <a:pt x="135" y="101"/>
                    <a:pt x="135" y="101"/>
                  </a:cubicBezTo>
                  <a:cubicBezTo>
                    <a:pt x="147" y="90"/>
                    <a:pt x="154" y="75"/>
                    <a:pt x="154" y="59"/>
                  </a:cubicBezTo>
                  <a:cubicBezTo>
                    <a:pt x="154" y="26"/>
                    <a:pt x="128" y="0"/>
                    <a:pt x="96" y="0"/>
                  </a:cubicBezTo>
                  <a:cubicBezTo>
                    <a:pt x="64" y="0"/>
                    <a:pt x="37" y="26"/>
                    <a:pt x="37" y="59"/>
                  </a:cubicBezTo>
                  <a:cubicBezTo>
                    <a:pt x="37" y="79"/>
                    <a:pt x="48" y="97"/>
                    <a:pt x="64" y="107"/>
                  </a:cubicBezTo>
                  <a:cubicBezTo>
                    <a:pt x="52" y="145"/>
                    <a:pt x="52" y="145"/>
                    <a:pt x="52" y="145"/>
                  </a:cubicBezTo>
                  <a:cubicBezTo>
                    <a:pt x="49" y="144"/>
                    <a:pt x="45" y="143"/>
                    <a:pt x="41" y="143"/>
                  </a:cubicBezTo>
                  <a:cubicBezTo>
                    <a:pt x="18" y="143"/>
                    <a:pt x="0" y="161"/>
                    <a:pt x="0" y="183"/>
                  </a:cubicBezTo>
                  <a:cubicBezTo>
                    <a:pt x="0" y="206"/>
                    <a:pt x="18" y="224"/>
                    <a:pt x="41" y="224"/>
                  </a:cubicBezTo>
                  <a:cubicBezTo>
                    <a:pt x="63" y="224"/>
                    <a:pt x="81" y="206"/>
                    <a:pt x="81" y="183"/>
                  </a:cubicBezTo>
                  <a:cubicBezTo>
                    <a:pt x="81" y="168"/>
                    <a:pt x="72" y="155"/>
                    <a:pt x="60" y="148"/>
                  </a:cubicBezTo>
                  <a:cubicBezTo>
                    <a:pt x="71" y="111"/>
                    <a:pt x="71" y="111"/>
                    <a:pt x="71" y="111"/>
                  </a:cubicBezTo>
                  <a:cubicBezTo>
                    <a:pt x="78" y="115"/>
                    <a:pt x="87" y="117"/>
                    <a:pt x="96" y="117"/>
                  </a:cubicBezTo>
                  <a:cubicBezTo>
                    <a:pt x="108" y="117"/>
                    <a:pt x="120" y="113"/>
                    <a:pt x="129" y="106"/>
                  </a:cubicBezTo>
                  <a:cubicBezTo>
                    <a:pt x="149" y="126"/>
                    <a:pt x="149" y="126"/>
                    <a:pt x="149" y="126"/>
                  </a:cubicBezTo>
                  <a:cubicBezTo>
                    <a:pt x="145" y="133"/>
                    <a:pt x="143" y="140"/>
                    <a:pt x="143" y="148"/>
                  </a:cubicBezTo>
                  <a:cubicBezTo>
                    <a:pt x="143" y="171"/>
                    <a:pt x="161" y="189"/>
                    <a:pt x="183" y="189"/>
                  </a:cubicBezTo>
                  <a:cubicBezTo>
                    <a:pt x="205" y="189"/>
                    <a:pt x="223" y="171"/>
                    <a:pt x="223" y="148"/>
                  </a:cubicBezTo>
                  <a:cubicBezTo>
                    <a:pt x="223" y="126"/>
                    <a:pt x="205" y="108"/>
                    <a:pt x="183" y="108"/>
                  </a:cubicBezTo>
                  <a:close/>
                  <a:moveTo>
                    <a:pt x="73" y="183"/>
                  </a:moveTo>
                  <a:cubicBezTo>
                    <a:pt x="73" y="201"/>
                    <a:pt x="58" y="216"/>
                    <a:pt x="41" y="216"/>
                  </a:cubicBezTo>
                  <a:cubicBezTo>
                    <a:pt x="23" y="216"/>
                    <a:pt x="8" y="201"/>
                    <a:pt x="8" y="183"/>
                  </a:cubicBezTo>
                  <a:cubicBezTo>
                    <a:pt x="8" y="166"/>
                    <a:pt x="23" y="151"/>
                    <a:pt x="41" y="151"/>
                  </a:cubicBezTo>
                  <a:cubicBezTo>
                    <a:pt x="58" y="151"/>
                    <a:pt x="73" y="166"/>
                    <a:pt x="73" y="183"/>
                  </a:cubicBezTo>
                  <a:close/>
                  <a:moveTo>
                    <a:pt x="45" y="59"/>
                  </a:moveTo>
                  <a:cubicBezTo>
                    <a:pt x="45" y="31"/>
                    <a:pt x="68" y="8"/>
                    <a:pt x="96" y="8"/>
                  </a:cubicBezTo>
                  <a:cubicBezTo>
                    <a:pt x="123" y="8"/>
                    <a:pt x="146" y="31"/>
                    <a:pt x="146" y="59"/>
                  </a:cubicBezTo>
                  <a:cubicBezTo>
                    <a:pt x="146" y="86"/>
                    <a:pt x="123" y="109"/>
                    <a:pt x="96" y="109"/>
                  </a:cubicBezTo>
                  <a:cubicBezTo>
                    <a:pt x="68" y="109"/>
                    <a:pt x="45" y="86"/>
                    <a:pt x="45" y="59"/>
                  </a:cubicBezTo>
                  <a:close/>
                  <a:moveTo>
                    <a:pt x="183" y="181"/>
                  </a:moveTo>
                  <a:cubicBezTo>
                    <a:pt x="165" y="181"/>
                    <a:pt x="151" y="166"/>
                    <a:pt x="151" y="148"/>
                  </a:cubicBezTo>
                  <a:cubicBezTo>
                    <a:pt x="151" y="130"/>
                    <a:pt x="165" y="116"/>
                    <a:pt x="183" y="116"/>
                  </a:cubicBezTo>
                  <a:cubicBezTo>
                    <a:pt x="201" y="116"/>
                    <a:pt x="215" y="130"/>
                    <a:pt x="215" y="148"/>
                  </a:cubicBezTo>
                  <a:cubicBezTo>
                    <a:pt x="215" y="166"/>
                    <a:pt x="201" y="181"/>
                    <a:pt x="183" y="181"/>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35"/>
              <a:endParaRPr lang="en-US" sz="1600">
                <a:solidFill>
                  <a:srgbClr val="FFFFFF"/>
                </a:solidFill>
              </a:endParaRPr>
            </a:p>
          </p:txBody>
        </p:sp>
      </p:grpSp>
    </p:spTree>
    <p:extLst>
      <p:ext uri="{BB962C8B-B14F-4D97-AF65-F5344CB8AC3E}">
        <p14:creationId xmlns="" xmlns:p14="http://schemas.microsoft.com/office/powerpoint/2010/main" val="319514017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Customer, &quot;special&quot; slid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Tile"/>
          <p:cNvSpPr/>
          <p:nvPr userDrawn="1"/>
        </p:nvSpPr>
        <p:spPr bwMode="auto">
          <a:xfrm>
            <a:off x="3278842" y="2889819"/>
            <a:ext cx="5856741"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6" name="Arrow Bar"/>
          <p:cNvSpPr/>
          <p:nvPr userDrawn="1"/>
        </p:nvSpPr>
        <p:spPr bwMode="auto">
          <a:xfrm>
            <a:off x="3278841" y="1373194"/>
            <a:ext cx="5856741" cy="1359722"/>
          </a:xfrm>
          <a:prstGeom prst="rect">
            <a:avLst/>
          </a:prstGeom>
          <a:solidFill>
            <a:schemeClr val="accent2"/>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7" name="Text Placeholder 6"/>
          <p:cNvSpPr>
            <a:spLocks noGrp="1"/>
          </p:cNvSpPr>
          <p:nvPr>
            <p:ph type="body" sz="quarter" idx="10" hasCustomPrompt="1"/>
          </p:nvPr>
        </p:nvSpPr>
        <p:spPr>
          <a:xfrm>
            <a:off x="3417047" y="1438579"/>
            <a:ext cx="4537806" cy="1250035"/>
          </a:xfrm>
        </p:spPr>
        <p:txBody>
          <a:bodyPr anchor="ctr" anchorCtr="0">
            <a:noAutofit/>
            <a:scene3d>
              <a:camera prst="orthographicFront"/>
              <a:lightRig rig="flat" dir="t"/>
            </a:scene3d>
            <a:sp3d>
              <a:contourClr>
                <a:schemeClr val="tx2"/>
              </a:contourClr>
            </a:sp3d>
          </a:bodyPr>
          <a:lstStyle>
            <a:lvl1pPr marL="0" indent="0" algn="l" defTabSz="776835" rtl="0" eaLnBrk="1" latinLnBrk="0" hangingPunct="1">
              <a:lnSpc>
                <a:spcPct val="90000"/>
              </a:lnSpc>
              <a:spcBef>
                <a:spcPct val="0"/>
              </a:spcBef>
              <a:buFont typeface="Arial" pitchFamily="34" charset="0"/>
              <a:buNone/>
              <a:defRPr lang="en-US" sz="4600" b="1" kern="1200" cap="none" spc="-86" baseline="0" dirty="0" smtClean="0">
                <a:ln w="3175">
                  <a:noFill/>
                </a:ln>
                <a:solidFill>
                  <a:schemeClr val="tx1">
                    <a:alpha val="99000"/>
                  </a:schemeClr>
                </a:solidFill>
                <a:effectLst/>
                <a:latin typeface="Segoe UI" pitchFamily="34" charset="0"/>
                <a:ea typeface="Segoe UI" pitchFamily="34" charset="0"/>
                <a:cs typeface="Segoe UI" pitchFamily="34" charset="0"/>
              </a:defRPr>
            </a:lvl1pPr>
          </a:lstStyle>
          <a:p>
            <a:pPr lvl="0"/>
            <a:r>
              <a:rPr lang="en-US" dirty="0" smtClean="0"/>
              <a:t>Customer</a:t>
            </a:r>
          </a:p>
        </p:txBody>
      </p:sp>
      <p:sp useBgFill="1">
        <p:nvSpPr>
          <p:cNvPr id="9" name="Left Mask"/>
          <p:cNvSpPr/>
          <p:nvPr userDrawn="1"/>
        </p:nvSpPr>
        <p:spPr bwMode="auto">
          <a:xfrm>
            <a:off x="0" y="1373195"/>
            <a:ext cx="3278840"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3" name="Subtitle 2"/>
          <p:cNvSpPr>
            <a:spLocks noGrp="1"/>
          </p:cNvSpPr>
          <p:nvPr>
            <p:ph type="subTitle" idx="1"/>
          </p:nvPr>
        </p:nvSpPr>
        <p:spPr>
          <a:xfrm>
            <a:off x="3417048" y="4698226"/>
            <a:ext cx="5405185" cy="418597"/>
          </a:xfrm>
        </p:spPr>
        <p:txBody>
          <a:bodyPr>
            <a:noAutofit/>
          </a:bodyPr>
          <a:lstStyle>
            <a:lvl1pPr marL="0" indent="0" algn="l" defTabSz="776835"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17" indent="0" algn="ctr">
              <a:buNone/>
              <a:defRPr>
                <a:solidFill>
                  <a:schemeClr val="tx1">
                    <a:tint val="75000"/>
                  </a:schemeClr>
                </a:solidFill>
              </a:defRPr>
            </a:lvl2pPr>
            <a:lvl3pPr marL="776835" indent="0" algn="ctr">
              <a:buNone/>
              <a:defRPr>
                <a:solidFill>
                  <a:schemeClr val="tx1">
                    <a:tint val="75000"/>
                  </a:schemeClr>
                </a:solidFill>
              </a:defRPr>
            </a:lvl3pPr>
            <a:lvl4pPr marL="1165252" indent="0" algn="ctr">
              <a:buNone/>
              <a:defRPr>
                <a:solidFill>
                  <a:schemeClr val="tx1">
                    <a:tint val="75000"/>
                  </a:schemeClr>
                </a:solidFill>
              </a:defRPr>
            </a:lvl4pPr>
            <a:lvl5pPr marL="1553670" indent="0" algn="ctr">
              <a:buNone/>
              <a:defRPr>
                <a:solidFill>
                  <a:schemeClr val="tx1">
                    <a:tint val="75000"/>
                  </a:schemeClr>
                </a:solidFill>
              </a:defRPr>
            </a:lvl5pPr>
            <a:lvl6pPr marL="1942087" indent="0" algn="ctr">
              <a:buNone/>
              <a:defRPr>
                <a:solidFill>
                  <a:schemeClr val="tx1">
                    <a:tint val="75000"/>
                  </a:schemeClr>
                </a:solidFill>
              </a:defRPr>
            </a:lvl6pPr>
            <a:lvl7pPr marL="2330506" indent="0" algn="ctr">
              <a:buNone/>
              <a:defRPr>
                <a:solidFill>
                  <a:schemeClr val="tx1">
                    <a:tint val="75000"/>
                  </a:schemeClr>
                </a:solidFill>
              </a:defRPr>
            </a:lvl7pPr>
            <a:lvl8pPr marL="2718923" indent="0" algn="ctr">
              <a:buNone/>
              <a:defRPr>
                <a:solidFill>
                  <a:schemeClr val="tx1">
                    <a:tint val="75000"/>
                  </a:schemeClr>
                </a:solidFill>
              </a:defRPr>
            </a:lvl8pPr>
            <a:lvl9pPr marL="3107341" indent="0" algn="ctr">
              <a:buNone/>
              <a:defRPr>
                <a:solidFill>
                  <a:schemeClr val="tx1">
                    <a:tint val="75000"/>
                  </a:schemeClr>
                </a:solidFill>
              </a:defRPr>
            </a:lvl9pPr>
          </a:lstStyle>
          <a:p>
            <a:r>
              <a:rPr lang="en-US" smtClean="0"/>
              <a:t>Click to edit Master subtitle style</a:t>
            </a:r>
            <a:endParaRPr lang="en-US" dirty="0"/>
          </a:p>
        </p:txBody>
      </p:sp>
      <p:sp>
        <p:nvSpPr>
          <p:cNvPr id="10" name="Circle Arrow"/>
          <p:cNvSpPr>
            <a:spLocks noEditPoints="1"/>
          </p:cNvSpPr>
          <p:nvPr userDrawn="1"/>
        </p:nvSpPr>
        <p:spPr bwMode="auto">
          <a:xfrm rot="5400000">
            <a:off x="8096811"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7" tIns="38843" rIns="77687" bIns="38843" numCol="1" anchor="t" anchorCtr="0" compatLnSpc="1">
            <a:prstTxWarp prst="textNoShape">
              <a:avLst/>
            </a:prstTxWarp>
          </a:bodyPr>
          <a:lstStyle/>
          <a:p>
            <a:pPr defTabSz="776835"/>
            <a:endParaRPr lang="en-US" sz="1600">
              <a:solidFill>
                <a:srgbClr val="FFFFFF"/>
              </a:solidFill>
            </a:endParaRPr>
          </a:p>
        </p:txBody>
      </p:sp>
      <p:sp>
        <p:nvSpPr>
          <p:cNvPr id="11" name="TechEd Tile"/>
          <p:cNvSpPr/>
          <p:nvPr userDrawn="1"/>
        </p:nvSpPr>
        <p:spPr bwMode="auto">
          <a:xfrm>
            <a:off x="835709" y="1373194"/>
            <a:ext cx="2310298"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pic>
        <p:nvPicPr>
          <p:cNvPr id="12" name="TechEd Logo"/>
          <p:cNvPicPr>
            <a:picLocks noChangeAspect="1" noChangeArrowheads="1"/>
          </p:cNvPicPr>
          <p:nvPr userDrawn="1"/>
        </p:nvPicPr>
        <p:blipFill rotWithShape="1">
          <a:blip r:embed="rId3" cstate="print">
            <a:extLst>
              <a:ext uri="{28A0092B-C50C-407E-A947-70E740481C1C}">
                <a14:useLocalDpi xmlns="" xmlns:a14="http://schemas.microsoft.com/office/drawing/2010/main" val="0"/>
              </a:ext>
            </a:extLst>
          </a:blip>
          <a:srcRect r="8530"/>
          <a:stretch/>
        </p:blipFill>
        <p:spPr bwMode="auto">
          <a:xfrm>
            <a:off x="1145803"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sp useBgFill="1">
        <p:nvSpPr>
          <p:cNvPr id="13" name="Top Mask"/>
          <p:cNvSpPr/>
          <p:nvPr userDrawn="1"/>
        </p:nvSpPr>
        <p:spPr bwMode="auto">
          <a:xfrm>
            <a:off x="0" y="0"/>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useBgFill="1">
        <p:nvSpPr>
          <p:cNvPr id="14" name="Right Mask"/>
          <p:cNvSpPr/>
          <p:nvPr userDrawn="1"/>
        </p:nvSpPr>
        <p:spPr bwMode="auto">
          <a:xfrm>
            <a:off x="9135582" y="1478672"/>
            <a:ext cx="830744"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 name="Title 1"/>
          <p:cNvSpPr>
            <a:spLocks noGrp="1"/>
          </p:cNvSpPr>
          <p:nvPr>
            <p:ph type="ctrTitle"/>
          </p:nvPr>
        </p:nvSpPr>
        <p:spPr>
          <a:xfrm>
            <a:off x="3417048" y="2889818"/>
            <a:ext cx="5405185" cy="1381372"/>
          </a:xfrm>
        </p:spPr>
        <p:txBody>
          <a:bodyPr anchor="ctr" anchorCtr="0">
            <a:noAutofit/>
          </a:bodyPr>
          <a:lstStyle>
            <a:lvl1pPr algn="l" defTabSz="776835" rtl="0" eaLnBrk="1" latinLnBrk="0" hangingPunct="1">
              <a:lnSpc>
                <a:spcPct val="90000"/>
              </a:lnSpc>
              <a:spcBef>
                <a:spcPct val="0"/>
              </a:spcBef>
              <a:buNone/>
              <a:defRPr lang="en-US" sz="3300" b="1" kern="1200" cap="none" spc="-86" baseline="0" dirty="0">
                <a:ln w="3175">
                  <a:noFill/>
                </a:ln>
                <a:solidFill>
                  <a:schemeClr val="accent2">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useBgFill="1">
        <p:nvSpPr>
          <p:cNvPr id="15" name="Bottom Mask"/>
          <p:cNvSpPr/>
          <p:nvPr userDrawn="1"/>
        </p:nvSpPr>
        <p:spPr bwMode="auto">
          <a:xfrm>
            <a:off x="3278843" y="5449596"/>
            <a:ext cx="6687484"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grpSp>
        <p:nvGrpSpPr>
          <p:cNvPr id="19" name="Purple Tile"/>
          <p:cNvGrpSpPr/>
          <p:nvPr userDrawn="1"/>
        </p:nvGrpSpPr>
        <p:grpSpPr>
          <a:xfrm>
            <a:off x="832063" y="2889818"/>
            <a:ext cx="2311733" cy="2563506"/>
            <a:chOff x="1022073" y="-1624298"/>
            <a:chExt cx="2827252" cy="2827252"/>
          </a:xfrm>
        </p:grpSpPr>
        <p:sp>
          <p:nvSpPr>
            <p:cNvPr id="20" name="Rectangle 19"/>
            <p:cNvSpPr/>
            <p:nvPr/>
          </p:nvSpPr>
          <p:spPr bwMode="auto">
            <a:xfrm>
              <a:off x="1022073" y="-1624298"/>
              <a:ext cx="2827252" cy="2827252"/>
            </a:xfrm>
            <a:prstGeom prst="rect">
              <a:avLst/>
            </a:prstGeom>
            <a:solidFill>
              <a:schemeClr val="accent2"/>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1" name="Freeform 8"/>
            <p:cNvSpPr>
              <a:spLocks noEditPoints="1"/>
            </p:cNvSpPr>
            <p:nvPr/>
          </p:nvSpPr>
          <p:spPr bwMode="auto">
            <a:xfrm>
              <a:off x="1537798" y="-867430"/>
              <a:ext cx="1792288" cy="1501775"/>
            </a:xfrm>
            <a:custGeom>
              <a:avLst/>
              <a:gdLst>
                <a:gd name="T0" fmla="*/ 184 w 223"/>
                <a:gd name="T1" fmla="*/ 187 h 187"/>
                <a:gd name="T2" fmla="*/ 181 w 223"/>
                <a:gd name="T3" fmla="*/ 186 h 187"/>
                <a:gd name="T4" fmla="*/ 146 w 223"/>
                <a:gd name="T5" fmla="*/ 151 h 187"/>
                <a:gd name="T6" fmla="*/ 40 w 223"/>
                <a:gd name="T7" fmla="*/ 151 h 187"/>
                <a:gd name="T8" fmla="*/ 0 w 223"/>
                <a:gd name="T9" fmla="*/ 111 h 187"/>
                <a:gd name="T10" fmla="*/ 0 w 223"/>
                <a:gd name="T11" fmla="*/ 40 h 187"/>
                <a:gd name="T12" fmla="*/ 40 w 223"/>
                <a:gd name="T13" fmla="*/ 0 h 187"/>
                <a:gd name="T14" fmla="*/ 183 w 223"/>
                <a:gd name="T15" fmla="*/ 0 h 187"/>
                <a:gd name="T16" fmla="*/ 223 w 223"/>
                <a:gd name="T17" fmla="*/ 40 h 187"/>
                <a:gd name="T18" fmla="*/ 223 w 223"/>
                <a:gd name="T19" fmla="*/ 111 h 187"/>
                <a:gd name="T20" fmla="*/ 188 w 223"/>
                <a:gd name="T21" fmla="*/ 150 h 187"/>
                <a:gd name="T22" fmla="*/ 188 w 223"/>
                <a:gd name="T23" fmla="*/ 183 h 187"/>
                <a:gd name="T24" fmla="*/ 185 w 223"/>
                <a:gd name="T25" fmla="*/ 187 h 187"/>
                <a:gd name="T26" fmla="*/ 184 w 223"/>
                <a:gd name="T27" fmla="*/ 187 h 187"/>
                <a:gd name="T28" fmla="*/ 40 w 223"/>
                <a:gd name="T29" fmla="*/ 8 h 187"/>
                <a:gd name="T30" fmla="*/ 8 w 223"/>
                <a:gd name="T31" fmla="*/ 40 h 187"/>
                <a:gd name="T32" fmla="*/ 8 w 223"/>
                <a:gd name="T33" fmla="*/ 111 h 187"/>
                <a:gd name="T34" fmla="*/ 40 w 223"/>
                <a:gd name="T35" fmla="*/ 143 h 187"/>
                <a:gd name="T36" fmla="*/ 148 w 223"/>
                <a:gd name="T37" fmla="*/ 143 h 187"/>
                <a:gd name="T38" fmla="*/ 151 w 223"/>
                <a:gd name="T39" fmla="*/ 144 h 187"/>
                <a:gd name="T40" fmla="*/ 180 w 223"/>
                <a:gd name="T41" fmla="*/ 173 h 187"/>
                <a:gd name="T42" fmla="*/ 180 w 223"/>
                <a:gd name="T43" fmla="*/ 147 h 187"/>
                <a:gd name="T44" fmla="*/ 184 w 223"/>
                <a:gd name="T45" fmla="*/ 143 h 187"/>
                <a:gd name="T46" fmla="*/ 215 w 223"/>
                <a:gd name="T47" fmla="*/ 111 h 187"/>
                <a:gd name="T48" fmla="*/ 215 w 223"/>
                <a:gd name="T49" fmla="*/ 40 h 187"/>
                <a:gd name="T50" fmla="*/ 183 w 223"/>
                <a:gd name="T51" fmla="*/ 8 h 187"/>
                <a:gd name="T52" fmla="*/ 40 w 223"/>
                <a:gd name="T53" fmla="*/ 8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3" h="187">
                  <a:moveTo>
                    <a:pt x="184" y="187"/>
                  </a:moveTo>
                  <a:cubicBezTo>
                    <a:pt x="183" y="187"/>
                    <a:pt x="182" y="187"/>
                    <a:pt x="181" y="186"/>
                  </a:cubicBezTo>
                  <a:cubicBezTo>
                    <a:pt x="146" y="151"/>
                    <a:pt x="146" y="151"/>
                    <a:pt x="146" y="151"/>
                  </a:cubicBezTo>
                  <a:cubicBezTo>
                    <a:pt x="40" y="151"/>
                    <a:pt x="40" y="151"/>
                    <a:pt x="40" y="151"/>
                  </a:cubicBezTo>
                  <a:cubicBezTo>
                    <a:pt x="18" y="151"/>
                    <a:pt x="0" y="133"/>
                    <a:pt x="0" y="111"/>
                  </a:cubicBezTo>
                  <a:cubicBezTo>
                    <a:pt x="0" y="40"/>
                    <a:pt x="0" y="40"/>
                    <a:pt x="0" y="40"/>
                  </a:cubicBezTo>
                  <a:cubicBezTo>
                    <a:pt x="0" y="18"/>
                    <a:pt x="18" y="0"/>
                    <a:pt x="40" y="0"/>
                  </a:cubicBezTo>
                  <a:cubicBezTo>
                    <a:pt x="183" y="0"/>
                    <a:pt x="183" y="0"/>
                    <a:pt x="183" y="0"/>
                  </a:cubicBezTo>
                  <a:cubicBezTo>
                    <a:pt x="205" y="0"/>
                    <a:pt x="223" y="18"/>
                    <a:pt x="223" y="40"/>
                  </a:cubicBezTo>
                  <a:cubicBezTo>
                    <a:pt x="223" y="111"/>
                    <a:pt x="223" y="111"/>
                    <a:pt x="223" y="111"/>
                  </a:cubicBezTo>
                  <a:cubicBezTo>
                    <a:pt x="223" y="132"/>
                    <a:pt x="208" y="148"/>
                    <a:pt x="188" y="150"/>
                  </a:cubicBezTo>
                  <a:cubicBezTo>
                    <a:pt x="188" y="183"/>
                    <a:pt x="188" y="183"/>
                    <a:pt x="188" y="183"/>
                  </a:cubicBezTo>
                  <a:cubicBezTo>
                    <a:pt x="188" y="185"/>
                    <a:pt x="187" y="186"/>
                    <a:pt x="185" y="187"/>
                  </a:cubicBezTo>
                  <a:cubicBezTo>
                    <a:pt x="185" y="187"/>
                    <a:pt x="184" y="187"/>
                    <a:pt x="184" y="187"/>
                  </a:cubicBezTo>
                  <a:moveTo>
                    <a:pt x="40" y="8"/>
                  </a:moveTo>
                  <a:cubicBezTo>
                    <a:pt x="22" y="8"/>
                    <a:pt x="8" y="23"/>
                    <a:pt x="8" y="40"/>
                  </a:cubicBezTo>
                  <a:cubicBezTo>
                    <a:pt x="8" y="111"/>
                    <a:pt x="8" y="111"/>
                    <a:pt x="8" y="111"/>
                  </a:cubicBezTo>
                  <a:cubicBezTo>
                    <a:pt x="8" y="128"/>
                    <a:pt x="22" y="143"/>
                    <a:pt x="40" y="143"/>
                  </a:cubicBezTo>
                  <a:cubicBezTo>
                    <a:pt x="148" y="143"/>
                    <a:pt x="148" y="143"/>
                    <a:pt x="148" y="143"/>
                  </a:cubicBezTo>
                  <a:cubicBezTo>
                    <a:pt x="149" y="143"/>
                    <a:pt x="150" y="143"/>
                    <a:pt x="151" y="144"/>
                  </a:cubicBezTo>
                  <a:cubicBezTo>
                    <a:pt x="180" y="173"/>
                    <a:pt x="180" y="173"/>
                    <a:pt x="180" y="173"/>
                  </a:cubicBezTo>
                  <a:cubicBezTo>
                    <a:pt x="180" y="147"/>
                    <a:pt x="180" y="147"/>
                    <a:pt x="180" y="147"/>
                  </a:cubicBezTo>
                  <a:cubicBezTo>
                    <a:pt x="180" y="144"/>
                    <a:pt x="182" y="143"/>
                    <a:pt x="184" y="143"/>
                  </a:cubicBezTo>
                  <a:cubicBezTo>
                    <a:pt x="201" y="143"/>
                    <a:pt x="215" y="129"/>
                    <a:pt x="215" y="111"/>
                  </a:cubicBezTo>
                  <a:cubicBezTo>
                    <a:pt x="215" y="40"/>
                    <a:pt x="215" y="40"/>
                    <a:pt x="215" y="40"/>
                  </a:cubicBezTo>
                  <a:cubicBezTo>
                    <a:pt x="215" y="23"/>
                    <a:pt x="200" y="8"/>
                    <a:pt x="183" y="8"/>
                  </a:cubicBezTo>
                  <a:lnTo>
                    <a:pt x="40" y="8"/>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35"/>
              <a:endParaRPr lang="en-US" sz="1600">
                <a:solidFill>
                  <a:srgbClr val="FFFFFF"/>
                </a:solidFill>
              </a:endParaRPr>
            </a:p>
          </p:txBody>
        </p:sp>
      </p:grpSp>
    </p:spTree>
    <p:extLst>
      <p:ext uri="{BB962C8B-B14F-4D97-AF65-F5344CB8AC3E}">
        <p14:creationId xmlns="" xmlns:p14="http://schemas.microsoft.com/office/powerpoint/2010/main" val="329108149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Announcement, &quot;special&quot; slid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Tile"/>
          <p:cNvSpPr/>
          <p:nvPr userDrawn="1"/>
        </p:nvSpPr>
        <p:spPr bwMode="auto">
          <a:xfrm>
            <a:off x="3278842" y="2889819"/>
            <a:ext cx="5856741"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6" name="Arrow Bar"/>
          <p:cNvSpPr/>
          <p:nvPr userDrawn="1"/>
        </p:nvSpPr>
        <p:spPr bwMode="auto">
          <a:xfrm>
            <a:off x="3278841" y="1373194"/>
            <a:ext cx="5856741" cy="1359722"/>
          </a:xfrm>
          <a:prstGeom prst="rect">
            <a:avLst/>
          </a:prstGeom>
          <a:solidFill>
            <a:schemeClr val="accent3"/>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7" name="Text Placeholder 6"/>
          <p:cNvSpPr>
            <a:spLocks noGrp="1"/>
          </p:cNvSpPr>
          <p:nvPr>
            <p:ph type="body" sz="quarter" idx="10" hasCustomPrompt="1"/>
          </p:nvPr>
        </p:nvSpPr>
        <p:spPr>
          <a:xfrm>
            <a:off x="3417047" y="1438579"/>
            <a:ext cx="4537806" cy="1250035"/>
          </a:xfrm>
        </p:spPr>
        <p:txBody>
          <a:bodyPr anchor="ctr" anchorCtr="0">
            <a:noAutofit/>
            <a:scene3d>
              <a:camera prst="orthographicFront"/>
              <a:lightRig rig="flat" dir="t"/>
            </a:scene3d>
            <a:sp3d>
              <a:contourClr>
                <a:schemeClr val="tx2"/>
              </a:contourClr>
            </a:sp3d>
          </a:bodyPr>
          <a:lstStyle>
            <a:lvl1pPr marL="0" indent="0" algn="l" defTabSz="776835" rtl="0" eaLnBrk="1" latinLnBrk="0" hangingPunct="1">
              <a:lnSpc>
                <a:spcPct val="90000"/>
              </a:lnSpc>
              <a:spcBef>
                <a:spcPct val="0"/>
              </a:spcBef>
              <a:buFont typeface="Arial" pitchFamily="34" charset="0"/>
              <a:buNone/>
              <a:defRPr lang="en-US" sz="4600" b="1" kern="1200" cap="none" spc="-86" baseline="0" dirty="0" smtClean="0">
                <a:ln w="3175">
                  <a:noFill/>
                </a:ln>
                <a:solidFill>
                  <a:schemeClr val="tx1">
                    <a:alpha val="99000"/>
                  </a:schemeClr>
                </a:solidFill>
                <a:effectLst/>
                <a:latin typeface="Segoe UI" pitchFamily="34" charset="0"/>
                <a:ea typeface="Segoe UI" pitchFamily="34" charset="0"/>
                <a:cs typeface="Segoe UI" pitchFamily="34" charset="0"/>
              </a:defRPr>
            </a:lvl1pPr>
          </a:lstStyle>
          <a:p>
            <a:pPr lvl="0"/>
            <a:r>
              <a:rPr lang="en-US" dirty="0" smtClean="0"/>
              <a:t>Announcement</a:t>
            </a:r>
          </a:p>
        </p:txBody>
      </p:sp>
      <p:sp useBgFill="1">
        <p:nvSpPr>
          <p:cNvPr id="9" name="Left Mask"/>
          <p:cNvSpPr/>
          <p:nvPr userDrawn="1"/>
        </p:nvSpPr>
        <p:spPr bwMode="auto">
          <a:xfrm>
            <a:off x="0" y="1373195"/>
            <a:ext cx="3278840"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3" name="Subtitle 2"/>
          <p:cNvSpPr>
            <a:spLocks noGrp="1"/>
          </p:cNvSpPr>
          <p:nvPr>
            <p:ph type="subTitle" idx="1"/>
          </p:nvPr>
        </p:nvSpPr>
        <p:spPr>
          <a:xfrm>
            <a:off x="3417048" y="4698226"/>
            <a:ext cx="5405185" cy="418597"/>
          </a:xfrm>
        </p:spPr>
        <p:txBody>
          <a:bodyPr>
            <a:noAutofit/>
          </a:bodyPr>
          <a:lstStyle>
            <a:lvl1pPr marL="0" indent="0" algn="l" defTabSz="776835"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17" indent="0" algn="ctr">
              <a:buNone/>
              <a:defRPr>
                <a:solidFill>
                  <a:schemeClr val="tx1">
                    <a:tint val="75000"/>
                  </a:schemeClr>
                </a:solidFill>
              </a:defRPr>
            </a:lvl2pPr>
            <a:lvl3pPr marL="776835" indent="0" algn="ctr">
              <a:buNone/>
              <a:defRPr>
                <a:solidFill>
                  <a:schemeClr val="tx1">
                    <a:tint val="75000"/>
                  </a:schemeClr>
                </a:solidFill>
              </a:defRPr>
            </a:lvl3pPr>
            <a:lvl4pPr marL="1165252" indent="0" algn="ctr">
              <a:buNone/>
              <a:defRPr>
                <a:solidFill>
                  <a:schemeClr val="tx1">
                    <a:tint val="75000"/>
                  </a:schemeClr>
                </a:solidFill>
              </a:defRPr>
            </a:lvl4pPr>
            <a:lvl5pPr marL="1553670" indent="0" algn="ctr">
              <a:buNone/>
              <a:defRPr>
                <a:solidFill>
                  <a:schemeClr val="tx1">
                    <a:tint val="75000"/>
                  </a:schemeClr>
                </a:solidFill>
              </a:defRPr>
            </a:lvl5pPr>
            <a:lvl6pPr marL="1942087" indent="0" algn="ctr">
              <a:buNone/>
              <a:defRPr>
                <a:solidFill>
                  <a:schemeClr val="tx1">
                    <a:tint val="75000"/>
                  </a:schemeClr>
                </a:solidFill>
              </a:defRPr>
            </a:lvl6pPr>
            <a:lvl7pPr marL="2330506" indent="0" algn="ctr">
              <a:buNone/>
              <a:defRPr>
                <a:solidFill>
                  <a:schemeClr val="tx1">
                    <a:tint val="75000"/>
                  </a:schemeClr>
                </a:solidFill>
              </a:defRPr>
            </a:lvl7pPr>
            <a:lvl8pPr marL="2718923" indent="0" algn="ctr">
              <a:buNone/>
              <a:defRPr>
                <a:solidFill>
                  <a:schemeClr val="tx1">
                    <a:tint val="75000"/>
                  </a:schemeClr>
                </a:solidFill>
              </a:defRPr>
            </a:lvl8pPr>
            <a:lvl9pPr marL="3107341" indent="0" algn="ctr">
              <a:buNone/>
              <a:defRPr>
                <a:solidFill>
                  <a:schemeClr val="tx1">
                    <a:tint val="75000"/>
                  </a:schemeClr>
                </a:solidFill>
              </a:defRPr>
            </a:lvl9pPr>
          </a:lstStyle>
          <a:p>
            <a:r>
              <a:rPr lang="en-US" smtClean="0"/>
              <a:t>Click to edit Master subtitle style</a:t>
            </a:r>
            <a:endParaRPr lang="en-US" dirty="0"/>
          </a:p>
        </p:txBody>
      </p:sp>
      <p:sp>
        <p:nvSpPr>
          <p:cNvPr id="10" name="Circle Arrow"/>
          <p:cNvSpPr>
            <a:spLocks noEditPoints="1"/>
          </p:cNvSpPr>
          <p:nvPr userDrawn="1"/>
        </p:nvSpPr>
        <p:spPr bwMode="auto">
          <a:xfrm rot="5400000">
            <a:off x="8096811"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7" tIns="38843" rIns="77687" bIns="38843" numCol="1" anchor="t" anchorCtr="0" compatLnSpc="1">
            <a:prstTxWarp prst="textNoShape">
              <a:avLst/>
            </a:prstTxWarp>
          </a:bodyPr>
          <a:lstStyle/>
          <a:p>
            <a:pPr defTabSz="776835"/>
            <a:endParaRPr lang="en-US" sz="1600">
              <a:solidFill>
                <a:srgbClr val="FFFFFF"/>
              </a:solidFill>
            </a:endParaRPr>
          </a:p>
        </p:txBody>
      </p:sp>
      <p:sp>
        <p:nvSpPr>
          <p:cNvPr id="11" name="TechEd Tile"/>
          <p:cNvSpPr/>
          <p:nvPr userDrawn="1"/>
        </p:nvSpPr>
        <p:spPr bwMode="auto">
          <a:xfrm>
            <a:off x="835709" y="1373194"/>
            <a:ext cx="2310298"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pic>
        <p:nvPicPr>
          <p:cNvPr id="12" name="TechEd Logo"/>
          <p:cNvPicPr>
            <a:picLocks noChangeAspect="1" noChangeArrowheads="1"/>
          </p:cNvPicPr>
          <p:nvPr userDrawn="1"/>
        </p:nvPicPr>
        <p:blipFill rotWithShape="1">
          <a:blip r:embed="rId3" cstate="print">
            <a:extLst>
              <a:ext uri="{28A0092B-C50C-407E-A947-70E740481C1C}">
                <a14:useLocalDpi xmlns="" xmlns:a14="http://schemas.microsoft.com/office/drawing/2010/main" val="0"/>
              </a:ext>
            </a:extLst>
          </a:blip>
          <a:srcRect r="8530"/>
          <a:stretch/>
        </p:blipFill>
        <p:spPr bwMode="auto">
          <a:xfrm>
            <a:off x="1145803"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sp useBgFill="1">
        <p:nvSpPr>
          <p:cNvPr id="13" name="Top Mask"/>
          <p:cNvSpPr/>
          <p:nvPr userDrawn="1"/>
        </p:nvSpPr>
        <p:spPr bwMode="auto">
          <a:xfrm>
            <a:off x="0" y="0"/>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useBgFill="1">
        <p:nvSpPr>
          <p:cNvPr id="14" name="Right Mask"/>
          <p:cNvSpPr/>
          <p:nvPr userDrawn="1"/>
        </p:nvSpPr>
        <p:spPr bwMode="auto">
          <a:xfrm>
            <a:off x="9135582" y="1478672"/>
            <a:ext cx="830744"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 name="Title 1"/>
          <p:cNvSpPr>
            <a:spLocks noGrp="1"/>
          </p:cNvSpPr>
          <p:nvPr>
            <p:ph type="ctrTitle"/>
          </p:nvPr>
        </p:nvSpPr>
        <p:spPr>
          <a:xfrm>
            <a:off x="3417048" y="2889818"/>
            <a:ext cx="5405185" cy="1381372"/>
          </a:xfrm>
        </p:spPr>
        <p:txBody>
          <a:bodyPr anchor="ctr" anchorCtr="0">
            <a:noAutofit/>
          </a:bodyPr>
          <a:lstStyle>
            <a:lvl1pPr algn="l" defTabSz="776835" rtl="0" eaLnBrk="1" latinLnBrk="0" hangingPunct="1">
              <a:lnSpc>
                <a:spcPct val="90000"/>
              </a:lnSpc>
              <a:spcBef>
                <a:spcPct val="0"/>
              </a:spcBef>
              <a:buNone/>
              <a:defRPr lang="en-US" sz="3300" b="1" kern="1200" cap="none" spc="-86" baseline="0" dirty="0">
                <a:ln w="3175">
                  <a:noFill/>
                </a:ln>
                <a:solidFill>
                  <a:schemeClr val="accent3">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useBgFill="1">
        <p:nvSpPr>
          <p:cNvPr id="15" name="Bottom Mask"/>
          <p:cNvSpPr/>
          <p:nvPr userDrawn="1"/>
        </p:nvSpPr>
        <p:spPr bwMode="auto">
          <a:xfrm>
            <a:off x="3278843" y="5449596"/>
            <a:ext cx="6687484"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grpSp>
        <p:nvGrpSpPr>
          <p:cNvPr id="17" name="Orange Tile"/>
          <p:cNvGrpSpPr/>
          <p:nvPr userDrawn="1"/>
        </p:nvGrpSpPr>
        <p:grpSpPr>
          <a:xfrm>
            <a:off x="830627" y="2890132"/>
            <a:ext cx="2311733" cy="2563506"/>
            <a:chOff x="1351800" y="-1084759"/>
            <a:chExt cx="2827252" cy="2827252"/>
          </a:xfrm>
        </p:grpSpPr>
        <p:sp>
          <p:nvSpPr>
            <p:cNvPr id="18" name="Rectangle 17"/>
            <p:cNvSpPr/>
            <p:nvPr/>
          </p:nvSpPr>
          <p:spPr bwMode="auto">
            <a:xfrm>
              <a:off x="1351800" y="-1084759"/>
              <a:ext cx="2827252" cy="2827252"/>
            </a:xfrm>
            <a:prstGeom prst="rect">
              <a:avLst/>
            </a:prstGeom>
            <a:solidFill>
              <a:schemeClr val="accent3"/>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2" name="Freeform 21"/>
            <p:cNvSpPr>
              <a:spLocks noEditPoints="1"/>
            </p:cNvSpPr>
            <p:nvPr/>
          </p:nvSpPr>
          <p:spPr bwMode="auto">
            <a:xfrm>
              <a:off x="2005011" y="-436308"/>
              <a:ext cx="1522413" cy="1530350"/>
            </a:xfrm>
            <a:custGeom>
              <a:avLst/>
              <a:gdLst>
                <a:gd name="T0" fmla="*/ 6 w 187"/>
                <a:gd name="T1" fmla="*/ 188 h 188"/>
                <a:gd name="T2" fmla="*/ 129 w 187"/>
                <a:gd name="T3" fmla="*/ 64 h 188"/>
                <a:gd name="T4" fmla="*/ 180 w 187"/>
                <a:gd name="T5" fmla="*/ 115 h 188"/>
                <a:gd name="T6" fmla="*/ 185 w 187"/>
                <a:gd name="T7" fmla="*/ 116 h 188"/>
                <a:gd name="T8" fmla="*/ 187 w 187"/>
                <a:gd name="T9" fmla="*/ 112 h 188"/>
                <a:gd name="T10" fmla="*/ 187 w 187"/>
                <a:gd name="T11" fmla="*/ 4 h 188"/>
                <a:gd name="T12" fmla="*/ 183 w 187"/>
                <a:gd name="T13" fmla="*/ 0 h 188"/>
                <a:gd name="T14" fmla="*/ 75 w 187"/>
                <a:gd name="T15" fmla="*/ 0 h 188"/>
                <a:gd name="T16" fmla="*/ 71 w 187"/>
                <a:gd name="T17" fmla="*/ 3 h 188"/>
                <a:gd name="T18" fmla="*/ 71 w 187"/>
                <a:gd name="T19" fmla="*/ 4 h 188"/>
                <a:gd name="T20" fmla="*/ 72 w 187"/>
                <a:gd name="T21" fmla="*/ 7 h 188"/>
                <a:gd name="T22" fmla="*/ 123 w 187"/>
                <a:gd name="T23" fmla="*/ 58 h 188"/>
                <a:gd name="T24" fmla="*/ 0 w 187"/>
                <a:gd name="T25" fmla="*/ 182 h 188"/>
                <a:gd name="T26" fmla="*/ 6 w 187"/>
                <a:gd name="T27" fmla="*/ 188 h 188"/>
                <a:gd name="T28" fmla="*/ 179 w 187"/>
                <a:gd name="T29" fmla="*/ 8 h 188"/>
                <a:gd name="T30" fmla="*/ 179 w 187"/>
                <a:gd name="T31" fmla="*/ 103 h 188"/>
                <a:gd name="T32" fmla="*/ 85 w 187"/>
                <a:gd name="T33" fmla="*/ 8 h 188"/>
                <a:gd name="T34" fmla="*/ 179 w 187"/>
                <a:gd name="T35" fmla="*/ 8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7" h="188">
                  <a:moveTo>
                    <a:pt x="6" y="188"/>
                  </a:moveTo>
                  <a:cubicBezTo>
                    <a:pt x="129" y="64"/>
                    <a:pt x="129" y="64"/>
                    <a:pt x="129" y="64"/>
                  </a:cubicBezTo>
                  <a:cubicBezTo>
                    <a:pt x="180" y="115"/>
                    <a:pt x="180" y="115"/>
                    <a:pt x="180" y="115"/>
                  </a:cubicBezTo>
                  <a:cubicBezTo>
                    <a:pt x="181" y="116"/>
                    <a:pt x="183" y="117"/>
                    <a:pt x="185" y="116"/>
                  </a:cubicBezTo>
                  <a:cubicBezTo>
                    <a:pt x="186" y="116"/>
                    <a:pt x="187" y="114"/>
                    <a:pt x="187" y="112"/>
                  </a:cubicBezTo>
                  <a:cubicBezTo>
                    <a:pt x="187" y="4"/>
                    <a:pt x="187" y="4"/>
                    <a:pt x="187" y="4"/>
                  </a:cubicBezTo>
                  <a:cubicBezTo>
                    <a:pt x="187" y="2"/>
                    <a:pt x="185" y="0"/>
                    <a:pt x="183" y="0"/>
                  </a:cubicBezTo>
                  <a:cubicBezTo>
                    <a:pt x="75" y="0"/>
                    <a:pt x="75" y="0"/>
                    <a:pt x="75" y="0"/>
                  </a:cubicBezTo>
                  <a:cubicBezTo>
                    <a:pt x="73" y="0"/>
                    <a:pt x="72" y="1"/>
                    <a:pt x="71" y="3"/>
                  </a:cubicBezTo>
                  <a:cubicBezTo>
                    <a:pt x="71" y="3"/>
                    <a:pt x="71" y="4"/>
                    <a:pt x="71" y="4"/>
                  </a:cubicBezTo>
                  <a:cubicBezTo>
                    <a:pt x="71" y="6"/>
                    <a:pt x="71" y="7"/>
                    <a:pt x="72" y="7"/>
                  </a:cubicBezTo>
                  <a:cubicBezTo>
                    <a:pt x="123" y="58"/>
                    <a:pt x="123" y="58"/>
                    <a:pt x="123" y="58"/>
                  </a:cubicBezTo>
                  <a:cubicBezTo>
                    <a:pt x="0" y="182"/>
                    <a:pt x="0" y="182"/>
                    <a:pt x="0" y="182"/>
                  </a:cubicBezTo>
                  <a:lnTo>
                    <a:pt x="6" y="188"/>
                  </a:lnTo>
                  <a:close/>
                  <a:moveTo>
                    <a:pt x="179" y="8"/>
                  </a:moveTo>
                  <a:cubicBezTo>
                    <a:pt x="179" y="103"/>
                    <a:pt x="179" y="103"/>
                    <a:pt x="179" y="103"/>
                  </a:cubicBezTo>
                  <a:cubicBezTo>
                    <a:pt x="85" y="8"/>
                    <a:pt x="85" y="8"/>
                    <a:pt x="85" y="8"/>
                  </a:cubicBezTo>
                  <a:lnTo>
                    <a:pt x="179" y="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defTabSz="776835"/>
              <a:endParaRPr lang="en-US" sz="1600">
                <a:solidFill>
                  <a:srgbClr val="FFFFFF"/>
                </a:solidFill>
              </a:endParaRPr>
            </a:p>
          </p:txBody>
        </p:sp>
      </p:grpSp>
    </p:spTree>
    <p:extLst>
      <p:ext uri="{BB962C8B-B14F-4D97-AF65-F5344CB8AC3E}">
        <p14:creationId xmlns="" xmlns:p14="http://schemas.microsoft.com/office/powerpoint/2010/main" val="421037302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Etc., &quot;special&quot; slid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Tile"/>
          <p:cNvSpPr/>
          <p:nvPr userDrawn="1"/>
        </p:nvSpPr>
        <p:spPr bwMode="auto">
          <a:xfrm>
            <a:off x="3278842" y="2889819"/>
            <a:ext cx="5856741" cy="2559777"/>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6" name="Arrow Bar"/>
          <p:cNvSpPr/>
          <p:nvPr userDrawn="1"/>
        </p:nvSpPr>
        <p:spPr bwMode="auto">
          <a:xfrm>
            <a:off x="3278841" y="1373194"/>
            <a:ext cx="5856741" cy="1359722"/>
          </a:xfrm>
          <a:prstGeom prst="rect">
            <a:avLst/>
          </a:prstGeom>
          <a:solidFill>
            <a:schemeClr val="accent4"/>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7" name="Text Placeholder 6"/>
          <p:cNvSpPr>
            <a:spLocks noGrp="1"/>
          </p:cNvSpPr>
          <p:nvPr>
            <p:ph type="body" sz="quarter" idx="10" hasCustomPrompt="1"/>
          </p:nvPr>
        </p:nvSpPr>
        <p:spPr>
          <a:xfrm>
            <a:off x="3417047" y="1438579"/>
            <a:ext cx="4537806" cy="1250035"/>
          </a:xfrm>
        </p:spPr>
        <p:txBody>
          <a:bodyPr anchor="ctr" anchorCtr="0">
            <a:noAutofit/>
            <a:scene3d>
              <a:camera prst="orthographicFront"/>
              <a:lightRig rig="flat" dir="t"/>
            </a:scene3d>
            <a:sp3d>
              <a:contourClr>
                <a:schemeClr val="tx2"/>
              </a:contourClr>
            </a:sp3d>
          </a:bodyPr>
          <a:lstStyle>
            <a:lvl1pPr marL="0" indent="0" algn="l" defTabSz="776835" rtl="0" eaLnBrk="1" latinLnBrk="0" hangingPunct="1">
              <a:lnSpc>
                <a:spcPct val="90000"/>
              </a:lnSpc>
              <a:spcBef>
                <a:spcPct val="0"/>
              </a:spcBef>
              <a:buFont typeface="Arial" pitchFamily="34" charset="0"/>
              <a:buNone/>
              <a:defRPr lang="en-US" sz="4600" b="1" kern="1200" cap="none" spc="-86" baseline="0" dirty="0" smtClean="0">
                <a:ln w="3175">
                  <a:noFill/>
                </a:ln>
                <a:solidFill>
                  <a:schemeClr val="tx1">
                    <a:alpha val="99000"/>
                  </a:schemeClr>
                </a:solidFill>
                <a:effectLst/>
                <a:latin typeface="Segoe UI" pitchFamily="34" charset="0"/>
                <a:ea typeface="Segoe UI" pitchFamily="34" charset="0"/>
                <a:cs typeface="Segoe UI" pitchFamily="34" charset="0"/>
              </a:defRPr>
            </a:lvl1pPr>
          </a:lstStyle>
          <a:p>
            <a:pPr lvl="0"/>
            <a:r>
              <a:rPr lang="en-US" dirty="0" smtClean="0"/>
              <a:t>Title</a:t>
            </a:r>
          </a:p>
        </p:txBody>
      </p:sp>
      <p:sp useBgFill="1">
        <p:nvSpPr>
          <p:cNvPr id="9" name="Left Mask"/>
          <p:cNvSpPr/>
          <p:nvPr userDrawn="1"/>
        </p:nvSpPr>
        <p:spPr bwMode="auto">
          <a:xfrm>
            <a:off x="0" y="1373195"/>
            <a:ext cx="3278840" cy="1359722"/>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3" name="Subtitle 2"/>
          <p:cNvSpPr>
            <a:spLocks noGrp="1"/>
          </p:cNvSpPr>
          <p:nvPr>
            <p:ph type="subTitle" idx="1"/>
          </p:nvPr>
        </p:nvSpPr>
        <p:spPr>
          <a:xfrm>
            <a:off x="3417048" y="4698226"/>
            <a:ext cx="5405185" cy="418597"/>
          </a:xfrm>
        </p:spPr>
        <p:txBody>
          <a:bodyPr>
            <a:noAutofit/>
          </a:bodyPr>
          <a:lstStyle>
            <a:lvl1pPr marL="0" indent="0" algn="l" defTabSz="776835" rtl="0" eaLnBrk="1" latinLnBrk="0" hangingPunct="1">
              <a:lnSpc>
                <a:spcPct val="90000"/>
              </a:lnSpc>
              <a:spcBef>
                <a:spcPts val="0"/>
              </a:spcBef>
              <a:buSzPct val="105000"/>
              <a:buFontTx/>
              <a:buNone/>
              <a:defRPr lang="en-US" sz="1400" kern="1200" dirty="0">
                <a:solidFill>
                  <a:schemeClr val="bg1">
                    <a:alpha val="99000"/>
                  </a:schemeClr>
                </a:solidFill>
                <a:latin typeface="Segoe UI" pitchFamily="34" charset="0"/>
                <a:ea typeface="Segoe UI" pitchFamily="34" charset="0"/>
                <a:cs typeface="Segoe UI" pitchFamily="34" charset="0"/>
              </a:defRPr>
            </a:lvl1pPr>
            <a:lvl2pPr marL="388417" indent="0" algn="ctr">
              <a:buNone/>
              <a:defRPr>
                <a:solidFill>
                  <a:schemeClr val="tx1">
                    <a:tint val="75000"/>
                  </a:schemeClr>
                </a:solidFill>
              </a:defRPr>
            </a:lvl2pPr>
            <a:lvl3pPr marL="776835" indent="0" algn="ctr">
              <a:buNone/>
              <a:defRPr>
                <a:solidFill>
                  <a:schemeClr val="tx1">
                    <a:tint val="75000"/>
                  </a:schemeClr>
                </a:solidFill>
              </a:defRPr>
            </a:lvl3pPr>
            <a:lvl4pPr marL="1165252" indent="0" algn="ctr">
              <a:buNone/>
              <a:defRPr>
                <a:solidFill>
                  <a:schemeClr val="tx1">
                    <a:tint val="75000"/>
                  </a:schemeClr>
                </a:solidFill>
              </a:defRPr>
            </a:lvl4pPr>
            <a:lvl5pPr marL="1553670" indent="0" algn="ctr">
              <a:buNone/>
              <a:defRPr>
                <a:solidFill>
                  <a:schemeClr val="tx1">
                    <a:tint val="75000"/>
                  </a:schemeClr>
                </a:solidFill>
              </a:defRPr>
            </a:lvl5pPr>
            <a:lvl6pPr marL="1942087" indent="0" algn="ctr">
              <a:buNone/>
              <a:defRPr>
                <a:solidFill>
                  <a:schemeClr val="tx1">
                    <a:tint val="75000"/>
                  </a:schemeClr>
                </a:solidFill>
              </a:defRPr>
            </a:lvl6pPr>
            <a:lvl7pPr marL="2330506" indent="0" algn="ctr">
              <a:buNone/>
              <a:defRPr>
                <a:solidFill>
                  <a:schemeClr val="tx1">
                    <a:tint val="75000"/>
                  </a:schemeClr>
                </a:solidFill>
              </a:defRPr>
            </a:lvl7pPr>
            <a:lvl8pPr marL="2718923" indent="0" algn="ctr">
              <a:buNone/>
              <a:defRPr>
                <a:solidFill>
                  <a:schemeClr val="tx1">
                    <a:tint val="75000"/>
                  </a:schemeClr>
                </a:solidFill>
              </a:defRPr>
            </a:lvl8pPr>
            <a:lvl9pPr marL="3107341" indent="0" algn="ctr">
              <a:buNone/>
              <a:defRPr>
                <a:solidFill>
                  <a:schemeClr val="tx1">
                    <a:tint val="75000"/>
                  </a:schemeClr>
                </a:solidFill>
              </a:defRPr>
            </a:lvl9pPr>
          </a:lstStyle>
          <a:p>
            <a:r>
              <a:rPr lang="en-US" smtClean="0"/>
              <a:t>Click to edit Master subtitle style</a:t>
            </a:r>
            <a:endParaRPr lang="en-US" dirty="0"/>
          </a:p>
        </p:txBody>
      </p:sp>
      <p:sp>
        <p:nvSpPr>
          <p:cNvPr id="10" name="Circle Arrow"/>
          <p:cNvSpPr>
            <a:spLocks noEditPoints="1"/>
          </p:cNvSpPr>
          <p:nvPr userDrawn="1"/>
        </p:nvSpPr>
        <p:spPr bwMode="auto">
          <a:xfrm rot="5400000">
            <a:off x="8096811" y="1735788"/>
            <a:ext cx="762885" cy="687960"/>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chemeClr val="tx1">
              <a:lumMod val="20000"/>
              <a:lumOff val="80000"/>
            </a:schemeClr>
          </a:solidFill>
          <a:ln>
            <a:noFill/>
          </a:ln>
        </p:spPr>
        <p:txBody>
          <a:bodyPr vert="horz" wrap="square" lIns="77687" tIns="38843" rIns="77687" bIns="38843" numCol="1" anchor="t" anchorCtr="0" compatLnSpc="1">
            <a:prstTxWarp prst="textNoShape">
              <a:avLst/>
            </a:prstTxWarp>
          </a:bodyPr>
          <a:lstStyle/>
          <a:p>
            <a:pPr defTabSz="776835"/>
            <a:endParaRPr lang="en-US" sz="1600">
              <a:solidFill>
                <a:srgbClr val="FFFFFF"/>
              </a:solidFill>
            </a:endParaRPr>
          </a:p>
        </p:txBody>
      </p:sp>
      <p:sp>
        <p:nvSpPr>
          <p:cNvPr id="11" name="TechEd Tile"/>
          <p:cNvSpPr/>
          <p:nvPr userDrawn="1"/>
        </p:nvSpPr>
        <p:spPr bwMode="auto">
          <a:xfrm>
            <a:off x="835709" y="1373194"/>
            <a:ext cx="2310298" cy="1359722"/>
          </a:xfrm>
          <a:prstGeom prst="rect">
            <a:avLst/>
          </a:prstGeom>
          <a:solidFill>
            <a:schemeClr val="tx1"/>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pic>
        <p:nvPicPr>
          <p:cNvPr id="12" name="TechEd Logo"/>
          <p:cNvPicPr>
            <a:picLocks noChangeAspect="1" noChangeArrowheads="1"/>
          </p:cNvPicPr>
          <p:nvPr userDrawn="1"/>
        </p:nvPicPr>
        <p:blipFill rotWithShape="1">
          <a:blip r:embed="rId3" cstate="print">
            <a:extLst>
              <a:ext uri="{28A0092B-C50C-407E-A947-70E740481C1C}">
                <a14:useLocalDpi xmlns="" xmlns:a14="http://schemas.microsoft.com/office/drawing/2010/main" val="0"/>
              </a:ext>
            </a:extLst>
          </a:blip>
          <a:srcRect r="8530"/>
          <a:stretch/>
        </p:blipFill>
        <p:spPr bwMode="auto">
          <a:xfrm>
            <a:off x="1145803" y="1579942"/>
            <a:ext cx="1690110" cy="946228"/>
          </a:xfrm>
          <a:prstGeom prst="rect">
            <a:avLst/>
          </a:prstGeom>
          <a:noFill/>
          <a:extLst>
            <a:ext uri="{909E8E84-426E-40DD-AFC4-6F175D3DCCD1}">
              <a14:hiddenFill xmlns="" xmlns:a14="http://schemas.microsoft.com/office/drawing/2010/main">
                <a:solidFill>
                  <a:srgbClr val="FFFFFF"/>
                </a:solidFill>
              </a14:hiddenFill>
            </a:ext>
          </a:extLst>
        </p:spPr>
      </p:pic>
      <p:sp useBgFill="1">
        <p:nvSpPr>
          <p:cNvPr id="13" name="Top Mask"/>
          <p:cNvSpPr/>
          <p:nvPr userDrawn="1"/>
        </p:nvSpPr>
        <p:spPr bwMode="auto">
          <a:xfrm>
            <a:off x="0" y="0"/>
            <a:ext cx="9966325" cy="1373194"/>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useBgFill="1">
        <p:nvSpPr>
          <p:cNvPr id="14" name="Right Mask"/>
          <p:cNvSpPr/>
          <p:nvPr userDrawn="1"/>
        </p:nvSpPr>
        <p:spPr bwMode="auto">
          <a:xfrm>
            <a:off x="9135582" y="1478672"/>
            <a:ext cx="830744" cy="3767378"/>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 name="Title 1"/>
          <p:cNvSpPr>
            <a:spLocks noGrp="1"/>
          </p:cNvSpPr>
          <p:nvPr>
            <p:ph type="ctrTitle"/>
          </p:nvPr>
        </p:nvSpPr>
        <p:spPr>
          <a:xfrm>
            <a:off x="3417048" y="2889818"/>
            <a:ext cx="5405185" cy="1381372"/>
          </a:xfrm>
        </p:spPr>
        <p:txBody>
          <a:bodyPr anchor="ctr" anchorCtr="0">
            <a:noAutofit/>
          </a:bodyPr>
          <a:lstStyle>
            <a:lvl1pPr algn="l" defTabSz="776835" rtl="0" eaLnBrk="1" latinLnBrk="0" hangingPunct="1">
              <a:lnSpc>
                <a:spcPct val="90000"/>
              </a:lnSpc>
              <a:spcBef>
                <a:spcPct val="0"/>
              </a:spcBef>
              <a:buNone/>
              <a:defRPr lang="en-US" sz="3300" b="1" kern="1200" cap="none" spc="-86" baseline="0" dirty="0">
                <a:ln w="3175">
                  <a:noFill/>
                </a:ln>
                <a:solidFill>
                  <a:schemeClr val="accent4">
                    <a:alpha val="99000"/>
                  </a:schemeClr>
                </a:solidFill>
                <a:effectLst/>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useBgFill="1">
        <p:nvSpPr>
          <p:cNvPr id="15" name="Bottom Mask"/>
          <p:cNvSpPr/>
          <p:nvPr userDrawn="1"/>
        </p:nvSpPr>
        <p:spPr bwMode="auto">
          <a:xfrm>
            <a:off x="3278843" y="5449596"/>
            <a:ext cx="6687484" cy="768643"/>
          </a:xfrm>
          <a:prstGeom prst="rect">
            <a:avLst/>
          </a:prstGeom>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7683" tIns="38842" rIns="77683" bIns="38842" numCol="1" spcCol="0" rtlCol="0" fromWordArt="0" anchor="ctr" anchorCtr="0" forceAA="0" compatLnSpc="1">
            <a:prstTxWarp prst="textNoShape">
              <a:avLst/>
            </a:prstTxWarp>
            <a:noAutofit/>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grpSp>
        <p:nvGrpSpPr>
          <p:cNvPr id="19" name="Teal Tile"/>
          <p:cNvGrpSpPr/>
          <p:nvPr userDrawn="1"/>
        </p:nvGrpSpPr>
        <p:grpSpPr>
          <a:xfrm>
            <a:off x="830626" y="2889818"/>
            <a:ext cx="2311733" cy="2563506"/>
            <a:chOff x="823093" y="-1413626"/>
            <a:chExt cx="2827252" cy="2827252"/>
          </a:xfrm>
        </p:grpSpPr>
        <p:sp>
          <p:nvSpPr>
            <p:cNvPr id="20" name="Rectangle 19"/>
            <p:cNvSpPr/>
            <p:nvPr/>
          </p:nvSpPr>
          <p:spPr bwMode="auto">
            <a:xfrm>
              <a:off x="823093" y="-1413626"/>
              <a:ext cx="2827252" cy="2827252"/>
            </a:xfrm>
            <a:prstGeom prst="rect">
              <a:avLst/>
            </a:prstGeom>
            <a:solidFill>
              <a:schemeClr val="accent4"/>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776610"/>
              <a:endParaRPr lang="en-US" sz="1900" dirty="0">
                <a:solidFill>
                  <a:srgbClr val="FFFFFF">
                    <a:lumMod val="20000"/>
                    <a:lumOff val="80000"/>
                    <a:alpha val="99000"/>
                  </a:srgbClr>
                </a:solidFill>
                <a:ea typeface="Segoe UI" pitchFamily="34" charset="0"/>
                <a:cs typeface="Segoe UI" pitchFamily="34" charset="0"/>
              </a:endParaRPr>
            </a:p>
          </p:txBody>
        </p:sp>
        <p:sp>
          <p:nvSpPr>
            <p:cNvPr id="21" name="Freeform 20"/>
            <p:cNvSpPr>
              <a:spLocks noEditPoints="1"/>
            </p:cNvSpPr>
            <p:nvPr/>
          </p:nvSpPr>
          <p:spPr bwMode="auto">
            <a:xfrm>
              <a:off x="1397725" y="-232569"/>
              <a:ext cx="1677988" cy="465138"/>
            </a:xfrm>
            <a:custGeom>
              <a:avLst/>
              <a:gdLst>
                <a:gd name="T0" fmla="*/ 0 w 209"/>
                <a:gd name="T1" fmla="*/ 25 h 58"/>
                <a:gd name="T2" fmla="*/ 20 w 209"/>
                <a:gd name="T3" fmla="*/ 25 h 58"/>
                <a:gd name="T4" fmla="*/ 20 w 209"/>
                <a:gd name="T5" fmla="*/ 33 h 58"/>
                <a:gd name="T6" fmla="*/ 0 w 209"/>
                <a:gd name="T7" fmla="*/ 33 h 58"/>
                <a:gd name="T8" fmla="*/ 0 w 209"/>
                <a:gd name="T9" fmla="*/ 25 h 58"/>
                <a:gd name="T10" fmla="*/ 40 w 209"/>
                <a:gd name="T11" fmla="*/ 33 h 58"/>
                <a:gd name="T12" fmla="*/ 60 w 209"/>
                <a:gd name="T13" fmla="*/ 33 h 58"/>
                <a:gd name="T14" fmla="*/ 60 w 209"/>
                <a:gd name="T15" fmla="*/ 25 h 58"/>
                <a:gd name="T16" fmla="*/ 40 w 209"/>
                <a:gd name="T17" fmla="*/ 25 h 58"/>
                <a:gd name="T18" fmla="*/ 40 w 209"/>
                <a:gd name="T19" fmla="*/ 33 h 58"/>
                <a:gd name="T20" fmla="*/ 120 w 209"/>
                <a:gd name="T21" fmla="*/ 33 h 58"/>
                <a:gd name="T22" fmla="*/ 140 w 209"/>
                <a:gd name="T23" fmla="*/ 33 h 58"/>
                <a:gd name="T24" fmla="*/ 140 w 209"/>
                <a:gd name="T25" fmla="*/ 25 h 58"/>
                <a:gd name="T26" fmla="*/ 120 w 209"/>
                <a:gd name="T27" fmla="*/ 25 h 58"/>
                <a:gd name="T28" fmla="*/ 120 w 209"/>
                <a:gd name="T29" fmla="*/ 33 h 58"/>
                <a:gd name="T30" fmla="*/ 80 w 209"/>
                <a:gd name="T31" fmla="*/ 33 h 58"/>
                <a:gd name="T32" fmla="*/ 100 w 209"/>
                <a:gd name="T33" fmla="*/ 33 h 58"/>
                <a:gd name="T34" fmla="*/ 100 w 209"/>
                <a:gd name="T35" fmla="*/ 25 h 58"/>
                <a:gd name="T36" fmla="*/ 80 w 209"/>
                <a:gd name="T37" fmla="*/ 25 h 58"/>
                <a:gd name="T38" fmla="*/ 80 w 209"/>
                <a:gd name="T39" fmla="*/ 33 h 58"/>
                <a:gd name="T40" fmla="*/ 207 w 209"/>
                <a:gd name="T41" fmla="*/ 26 h 58"/>
                <a:gd name="T42" fmla="*/ 181 w 209"/>
                <a:gd name="T43" fmla="*/ 0 h 58"/>
                <a:gd name="T44" fmla="*/ 175 w 209"/>
                <a:gd name="T45" fmla="*/ 6 h 58"/>
                <a:gd name="T46" fmla="*/ 195 w 209"/>
                <a:gd name="T47" fmla="*/ 25 h 58"/>
                <a:gd name="T48" fmla="*/ 160 w 209"/>
                <a:gd name="T49" fmla="*/ 25 h 58"/>
                <a:gd name="T50" fmla="*/ 160 w 209"/>
                <a:gd name="T51" fmla="*/ 33 h 58"/>
                <a:gd name="T52" fmla="*/ 195 w 209"/>
                <a:gd name="T53" fmla="*/ 33 h 58"/>
                <a:gd name="T54" fmla="*/ 175 w 209"/>
                <a:gd name="T55" fmla="*/ 52 h 58"/>
                <a:gd name="T56" fmla="*/ 181 w 209"/>
                <a:gd name="T57" fmla="*/ 58 h 58"/>
                <a:gd name="T58" fmla="*/ 207 w 209"/>
                <a:gd name="T59" fmla="*/ 32 h 58"/>
                <a:gd name="T60" fmla="*/ 207 w 209"/>
                <a:gd name="T61" fmla="*/ 26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09" h="58">
                  <a:moveTo>
                    <a:pt x="0" y="25"/>
                  </a:moveTo>
                  <a:cubicBezTo>
                    <a:pt x="20" y="25"/>
                    <a:pt x="20" y="25"/>
                    <a:pt x="20" y="25"/>
                  </a:cubicBezTo>
                  <a:cubicBezTo>
                    <a:pt x="20" y="33"/>
                    <a:pt x="20" y="33"/>
                    <a:pt x="20" y="33"/>
                  </a:cubicBezTo>
                  <a:cubicBezTo>
                    <a:pt x="0" y="33"/>
                    <a:pt x="0" y="33"/>
                    <a:pt x="0" y="33"/>
                  </a:cubicBezTo>
                  <a:lnTo>
                    <a:pt x="0" y="25"/>
                  </a:lnTo>
                  <a:close/>
                  <a:moveTo>
                    <a:pt x="40" y="33"/>
                  </a:moveTo>
                  <a:cubicBezTo>
                    <a:pt x="60" y="33"/>
                    <a:pt x="60" y="33"/>
                    <a:pt x="60" y="33"/>
                  </a:cubicBezTo>
                  <a:cubicBezTo>
                    <a:pt x="60" y="25"/>
                    <a:pt x="60" y="25"/>
                    <a:pt x="60" y="25"/>
                  </a:cubicBezTo>
                  <a:cubicBezTo>
                    <a:pt x="40" y="25"/>
                    <a:pt x="40" y="25"/>
                    <a:pt x="40" y="25"/>
                  </a:cubicBezTo>
                  <a:lnTo>
                    <a:pt x="40" y="33"/>
                  </a:lnTo>
                  <a:close/>
                  <a:moveTo>
                    <a:pt x="120" y="33"/>
                  </a:moveTo>
                  <a:cubicBezTo>
                    <a:pt x="140" y="33"/>
                    <a:pt x="140" y="33"/>
                    <a:pt x="140" y="33"/>
                  </a:cubicBezTo>
                  <a:cubicBezTo>
                    <a:pt x="140" y="25"/>
                    <a:pt x="140" y="25"/>
                    <a:pt x="140" y="25"/>
                  </a:cubicBezTo>
                  <a:cubicBezTo>
                    <a:pt x="120" y="25"/>
                    <a:pt x="120" y="25"/>
                    <a:pt x="120" y="25"/>
                  </a:cubicBezTo>
                  <a:lnTo>
                    <a:pt x="120" y="33"/>
                  </a:lnTo>
                  <a:close/>
                  <a:moveTo>
                    <a:pt x="80" y="33"/>
                  </a:moveTo>
                  <a:cubicBezTo>
                    <a:pt x="100" y="33"/>
                    <a:pt x="100" y="33"/>
                    <a:pt x="100" y="33"/>
                  </a:cubicBezTo>
                  <a:cubicBezTo>
                    <a:pt x="100" y="25"/>
                    <a:pt x="100" y="25"/>
                    <a:pt x="100" y="25"/>
                  </a:cubicBezTo>
                  <a:cubicBezTo>
                    <a:pt x="80" y="25"/>
                    <a:pt x="80" y="25"/>
                    <a:pt x="80" y="25"/>
                  </a:cubicBezTo>
                  <a:lnTo>
                    <a:pt x="80" y="33"/>
                  </a:lnTo>
                  <a:close/>
                  <a:moveTo>
                    <a:pt x="207" y="26"/>
                  </a:moveTo>
                  <a:cubicBezTo>
                    <a:pt x="181" y="0"/>
                    <a:pt x="181" y="0"/>
                    <a:pt x="181" y="0"/>
                  </a:cubicBezTo>
                  <a:cubicBezTo>
                    <a:pt x="175" y="6"/>
                    <a:pt x="175" y="6"/>
                    <a:pt x="175" y="6"/>
                  </a:cubicBezTo>
                  <a:cubicBezTo>
                    <a:pt x="195" y="25"/>
                    <a:pt x="195" y="25"/>
                    <a:pt x="195" y="25"/>
                  </a:cubicBezTo>
                  <a:cubicBezTo>
                    <a:pt x="160" y="25"/>
                    <a:pt x="160" y="25"/>
                    <a:pt x="160" y="25"/>
                  </a:cubicBezTo>
                  <a:cubicBezTo>
                    <a:pt x="160" y="33"/>
                    <a:pt x="160" y="33"/>
                    <a:pt x="160" y="33"/>
                  </a:cubicBezTo>
                  <a:cubicBezTo>
                    <a:pt x="195" y="33"/>
                    <a:pt x="195" y="33"/>
                    <a:pt x="195" y="33"/>
                  </a:cubicBezTo>
                  <a:cubicBezTo>
                    <a:pt x="175" y="52"/>
                    <a:pt x="175" y="52"/>
                    <a:pt x="175" y="52"/>
                  </a:cubicBezTo>
                  <a:cubicBezTo>
                    <a:pt x="181" y="58"/>
                    <a:pt x="181" y="58"/>
                    <a:pt x="181" y="58"/>
                  </a:cubicBezTo>
                  <a:cubicBezTo>
                    <a:pt x="207" y="32"/>
                    <a:pt x="207" y="32"/>
                    <a:pt x="207" y="32"/>
                  </a:cubicBezTo>
                  <a:cubicBezTo>
                    <a:pt x="209" y="30"/>
                    <a:pt x="209" y="28"/>
                    <a:pt x="207" y="26"/>
                  </a:cubicBezTo>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776835"/>
              <a:endParaRPr lang="en-US" sz="1600">
                <a:solidFill>
                  <a:srgbClr val="FFFFFF"/>
                </a:solidFill>
              </a:endParaRPr>
            </a:p>
          </p:txBody>
        </p:sp>
      </p:grpSp>
    </p:spTree>
    <p:extLst>
      <p:ext uri="{BB962C8B-B14F-4D97-AF65-F5344CB8AC3E}">
        <p14:creationId xmlns="" xmlns:p14="http://schemas.microsoft.com/office/powerpoint/2010/main" val="125822948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24459" y="207274"/>
            <a:ext cx="9116111" cy="511287"/>
          </a:xfrm>
        </p:spPr>
        <p:txBody>
          <a:bodyPr/>
          <a:lstStyle>
            <a:lvl1pPr>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424459" y="1312739"/>
            <a:ext cx="9116111" cy="174201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07609799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idx="1"/>
          </p:nvPr>
        </p:nvSpPr>
        <p:spPr>
          <a:xfrm>
            <a:off x="424459" y="1312739"/>
            <a:ext cx="9116111" cy="1742015"/>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54059887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sz="half" idx="1"/>
          </p:nvPr>
        </p:nvSpPr>
        <p:spPr>
          <a:xfrm>
            <a:off x="424459" y="1312739"/>
            <a:ext cx="4486014" cy="1517338"/>
          </a:xfrm>
        </p:spPr>
        <p:txBody>
          <a:bodyPr/>
          <a:lstStyle>
            <a:lvl1pPr marL="288841" indent="-288841">
              <a:lnSpc>
                <a:spcPct val="90000"/>
              </a:lnSpc>
              <a:defRPr sz="2400"/>
            </a:lvl1pPr>
            <a:lvl2pPr marL="572062" indent="-276477">
              <a:lnSpc>
                <a:spcPct val="90000"/>
              </a:lnSpc>
              <a:defRPr sz="2000"/>
            </a:lvl2pPr>
            <a:lvl3pPr marL="810327" indent="-245008">
              <a:lnSpc>
                <a:spcPct val="90000"/>
              </a:lnSpc>
              <a:defRPr sz="1800"/>
            </a:lvl3pPr>
            <a:lvl4pPr marL="1042974" indent="-232646">
              <a:lnSpc>
                <a:spcPct val="90000"/>
              </a:lnSpc>
              <a:defRPr sz="1600"/>
            </a:lvl4pPr>
            <a:lvl5pPr marL="1287981" indent="-238264">
              <a:lnSpc>
                <a:spcPct val="90000"/>
              </a:lnSpc>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54556" y="1312739"/>
            <a:ext cx="4486014" cy="1517338"/>
          </a:xfrm>
        </p:spPr>
        <p:txBody>
          <a:bodyPr/>
          <a:lstStyle>
            <a:lvl1pPr marL="295584" indent="-295584">
              <a:lnSpc>
                <a:spcPct val="90000"/>
              </a:lnSpc>
              <a:defRPr sz="2400"/>
            </a:lvl1pPr>
            <a:lvl2pPr marL="572062" indent="-288841">
              <a:lnSpc>
                <a:spcPct val="90000"/>
              </a:lnSpc>
              <a:defRPr sz="2000"/>
            </a:lvl2pPr>
            <a:lvl3pPr marL="817070" indent="-257371">
              <a:lnSpc>
                <a:spcPct val="90000"/>
              </a:lnSpc>
              <a:defRPr sz="1800"/>
            </a:lvl3pPr>
            <a:lvl4pPr marL="1042974" indent="-225902">
              <a:lnSpc>
                <a:spcPct val="90000"/>
              </a:lnSpc>
              <a:defRPr sz="1600"/>
            </a:lvl4pPr>
            <a:lvl5pPr marL="1287981" indent="-232646">
              <a:lnSpc>
                <a:spcPct val="90000"/>
              </a:lnSpc>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172689166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424459" y="1302974"/>
            <a:ext cx="4486014" cy="290849"/>
          </a:xfrm>
        </p:spPr>
        <p:txBody>
          <a:bodyPr anchor="b"/>
          <a:lstStyle>
            <a:lvl1pPr marL="0" indent="0">
              <a:lnSpc>
                <a:spcPct val="90000"/>
              </a:lnSpc>
              <a:spcBef>
                <a:spcPts val="0"/>
              </a:spcBef>
              <a:buNone/>
              <a:defRPr sz="2100" b="1"/>
            </a:lvl1pPr>
            <a:lvl2pPr marL="388417" indent="0">
              <a:buNone/>
              <a:defRPr sz="1800" b="1"/>
            </a:lvl2pPr>
            <a:lvl3pPr marL="776835" indent="0">
              <a:buNone/>
              <a:defRPr sz="1600" b="1"/>
            </a:lvl3pPr>
            <a:lvl4pPr marL="1165252" indent="0">
              <a:buNone/>
              <a:defRPr sz="1400" b="1"/>
            </a:lvl4pPr>
            <a:lvl5pPr marL="1553670" indent="0">
              <a:buNone/>
              <a:defRPr sz="1400" b="1"/>
            </a:lvl5pPr>
            <a:lvl6pPr marL="1942087" indent="0">
              <a:buNone/>
              <a:defRPr sz="1400" b="1"/>
            </a:lvl6pPr>
            <a:lvl7pPr marL="2330506" indent="0">
              <a:buNone/>
              <a:defRPr sz="1400" b="1"/>
            </a:lvl7pPr>
            <a:lvl8pPr marL="2718923" indent="0">
              <a:buNone/>
              <a:defRPr sz="1400" b="1"/>
            </a:lvl8pPr>
            <a:lvl9pPr marL="3107341" indent="0">
              <a:buNone/>
              <a:defRPr sz="1400" b="1"/>
            </a:lvl9pPr>
          </a:lstStyle>
          <a:p>
            <a:pPr lvl="0"/>
            <a:r>
              <a:rPr lang="en-US" smtClean="0"/>
              <a:t>Click to edit Master text styles</a:t>
            </a:r>
          </a:p>
        </p:txBody>
      </p:sp>
      <p:sp>
        <p:nvSpPr>
          <p:cNvPr id="4" name="Content Placeholder 3"/>
          <p:cNvSpPr>
            <a:spLocks noGrp="1"/>
          </p:cNvSpPr>
          <p:nvPr>
            <p:ph sz="half" idx="2"/>
          </p:nvPr>
        </p:nvSpPr>
        <p:spPr>
          <a:xfrm>
            <a:off x="415264" y="1934563"/>
            <a:ext cx="4484846" cy="1360372"/>
          </a:xfrm>
        </p:spPr>
        <p:txBody>
          <a:bodyPr/>
          <a:lstStyle>
            <a:lvl1pPr marL="239389" indent="-239389">
              <a:defRPr sz="2000"/>
            </a:lvl1pPr>
            <a:lvl2pPr marL="477656" indent="-225902">
              <a:defRPr sz="1800"/>
            </a:lvl2pPr>
            <a:lvl3pPr marL="691195" indent="-206796">
              <a:defRPr sz="1600"/>
            </a:lvl3pPr>
            <a:lvl4pPr marL="892371" indent="-194434">
              <a:defRPr sz="1500"/>
            </a:lvl4pPr>
            <a:lvl5pPr marL="1086805" indent="-175327">
              <a:defRPr sz="15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54556" y="1302974"/>
            <a:ext cx="4486014" cy="290849"/>
          </a:xfrm>
        </p:spPr>
        <p:txBody>
          <a:bodyPr anchor="b"/>
          <a:lstStyle>
            <a:lvl1pPr marL="0" indent="0">
              <a:lnSpc>
                <a:spcPct val="90000"/>
              </a:lnSpc>
              <a:spcBef>
                <a:spcPts val="0"/>
              </a:spcBef>
              <a:buNone/>
              <a:defRPr sz="2100" b="1"/>
            </a:lvl1pPr>
            <a:lvl2pPr marL="388417" indent="0">
              <a:buNone/>
              <a:defRPr sz="1800" b="1"/>
            </a:lvl2pPr>
            <a:lvl3pPr marL="776835" indent="0">
              <a:buNone/>
              <a:defRPr sz="1600" b="1"/>
            </a:lvl3pPr>
            <a:lvl4pPr marL="1165252" indent="0">
              <a:buNone/>
              <a:defRPr sz="1400" b="1"/>
            </a:lvl4pPr>
            <a:lvl5pPr marL="1553670" indent="0">
              <a:buNone/>
              <a:defRPr sz="1400" b="1"/>
            </a:lvl5pPr>
            <a:lvl6pPr marL="1942087" indent="0">
              <a:buNone/>
              <a:defRPr sz="1400" b="1"/>
            </a:lvl6pPr>
            <a:lvl7pPr marL="2330506" indent="0">
              <a:buNone/>
              <a:defRPr sz="1400" b="1"/>
            </a:lvl7pPr>
            <a:lvl8pPr marL="2718923" indent="0">
              <a:buNone/>
              <a:defRPr sz="1400" b="1"/>
            </a:lvl8pPr>
            <a:lvl9pPr marL="3107341" indent="0">
              <a:buNone/>
              <a:defRPr sz="1400" b="1"/>
            </a:lvl9pPr>
          </a:lstStyle>
          <a:p>
            <a:pPr lvl="0"/>
            <a:r>
              <a:rPr lang="en-US" smtClean="0"/>
              <a:t>Click to edit Master text styles</a:t>
            </a:r>
          </a:p>
        </p:txBody>
      </p:sp>
      <p:sp>
        <p:nvSpPr>
          <p:cNvPr id="6" name="Content Placeholder 5"/>
          <p:cNvSpPr>
            <a:spLocks noGrp="1"/>
          </p:cNvSpPr>
          <p:nvPr>
            <p:ph sz="quarter" idx="4"/>
          </p:nvPr>
        </p:nvSpPr>
        <p:spPr>
          <a:xfrm>
            <a:off x="5054556" y="1934564"/>
            <a:ext cx="4486014" cy="1360372"/>
          </a:xfrm>
        </p:spPr>
        <p:txBody>
          <a:bodyPr/>
          <a:lstStyle>
            <a:lvl1pPr marL="251751" indent="-251751">
              <a:defRPr sz="2000"/>
            </a:lvl1pPr>
            <a:lvl2pPr marL="484398" indent="-232646">
              <a:defRPr sz="1800"/>
            </a:lvl2pPr>
            <a:lvl3pPr marL="697938" indent="-207921">
              <a:defRPr sz="1600"/>
            </a:lvl3pPr>
            <a:lvl4pPr marL="892371" indent="-201177">
              <a:defRPr sz="1500"/>
            </a:lvl4pPr>
            <a:lvl5pPr marL="1086805" indent="-187690">
              <a:defRPr sz="15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94350260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Tree>
    <p:extLst>
      <p:ext uri="{BB962C8B-B14F-4D97-AF65-F5344CB8AC3E}">
        <p14:creationId xmlns="" xmlns:p14="http://schemas.microsoft.com/office/powerpoint/2010/main" val="287510040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72528443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type="blank" preserve="1">
  <p:cSld name="WALKIN - Prints in GRAYSCALE">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92420234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type="blank" preserve="1">
  <p:cSld name="MS_log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427093756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flip="none" rotWithShape="1">
                  <a:gsLst>
                    <a:gs pos="417">
                      <a:srgbClr val="FFFFFF"/>
                    </a:gs>
                    <a:gs pos="100000">
                      <a:srgbClr val="FFFFFF"/>
                    </a:gs>
                  </a:gsLst>
                  <a:lin ang="5400000" scaled="0"/>
                  <a:tileRect/>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424459" y="1312739"/>
            <a:ext cx="9116111" cy="1742015"/>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3449198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417">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424459" y="1312739"/>
            <a:ext cx="9116111" cy="1742015"/>
          </a:xfrm>
        </p:spPr>
        <p:txBody>
          <a:bodyPr/>
          <a:lstStyle>
            <a:lvl1pPr>
              <a:buClr>
                <a:srgbClr val="FFFFFF"/>
              </a:buClr>
              <a:buSzPct val="70000"/>
              <a:buFont typeface="Wingdings" pitchFamily="2" charset="2"/>
              <a:buChar char="l"/>
              <a:defRPr>
                <a:gradFill>
                  <a:gsLst>
                    <a:gs pos="0">
                      <a:srgbClr val="FFFFFF"/>
                    </a:gs>
                    <a:gs pos="86000">
                      <a:srgbClr val="FFFFFF"/>
                    </a:gs>
                  </a:gsLst>
                  <a:lin ang="5400000" scaled="0"/>
                </a:gradFill>
              </a:defRPr>
            </a:lvl1pPr>
            <a:lvl2pPr>
              <a:buClr>
                <a:srgbClr val="FFFFFF"/>
              </a:buClr>
              <a:buSzPct val="70000"/>
              <a:buFont typeface="Wingdings" pitchFamily="2" charset="2"/>
              <a:buChar char="l"/>
              <a:defRPr>
                <a:gradFill>
                  <a:gsLst>
                    <a:gs pos="0">
                      <a:srgbClr val="FFFFFF"/>
                    </a:gs>
                    <a:gs pos="86000">
                      <a:srgbClr val="FFFFFF"/>
                    </a:gs>
                  </a:gsLst>
                  <a:lin ang="5400000" scaled="0"/>
                </a:gradFill>
              </a:defRPr>
            </a:lvl2pPr>
            <a:lvl3pPr>
              <a:buClr>
                <a:srgbClr val="FFFFFF"/>
              </a:buClr>
              <a:buSzPct val="70000"/>
              <a:buFont typeface="Wingdings" pitchFamily="2" charset="2"/>
              <a:buChar char="l"/>
              <a:defRPr>
                <a:gradFill>
                  <a:gsLst>
                    <a:gs pos="0">
                      <a:srgbClr val="FFFFFF"/>
                    </a:gs>
                    <a:gs pos="86000">
                      <a:srgbClr val="FFFFFF"/>
                    </a:gs>
                  </a:gsLst>
                  <a:lin ang="5400000" scaled="0"/>
                </a:gradFill>
              </a:defRPr>
            </a:lvl3pPr>
            <a:lvl4pPr>
              <a:buClr>
                <a:srgbClr val="FFFFFF"/>
              </a:buClr>
              <a:buSzPct val="70000"/>
              <a:buFont typeface="Wingdings" pitchFamily="2" charset="2"/>
              <a:buChar char="l"/>
              <a:defRPr>
                <a:gradFill>
                  <a:gsLst>
                    <a:gs pos="0">
                      <a:srgbClr val="FFFFFF"/>
                    </a:gs>
                    <a:gs pos="86000">
                      <a:srgbClr val="FFFFFF"/>
                    </a:gs>
                  </a:gsLst>
                  <a:lin ang="5400000" scaled="0"/>
                </a:gradFill>
              </a:defRPr>
            </a:lvl4pPr>
            <a:lvl5pPr>
              <a:buClr>
                <a:srgbClr val="FFFFFF"/>
              </a:buClr>
              <a:buSzPct val="70000"/>
              <a:buFont typeface="Wingdings" pitchFamily="2" charset="2"/>
              <a:buChar char="l"/>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1" y="5656871"/>
            <a:ext cx="9966326" cy="561369"/>
          </a:xfrm>
          <a:solidFill>
            <a:srgbClr val="FFFF99"/>
          </a:solidFill>
        </p:spPr>
        <p:txBody>
          <a:bodyPr wrap="square" lIns="129472" tIns="64737" rIns="129472" bIns="64737" anchor="b" anchorCtr="0">
            <a:noAutofit/>
          </a:bodyPr>
          <a:lstStyle>
            <a:lvl1pPr algn="r">
              <a:buFont typeface="Arial" pitchFamily="34" charset="0"/>
              <a:buNone/>
              <a:defRPr spc="-42" baseline="0">
                <a:gradFill>
                  <a:gsLst>
                    <a:gs pos="0">
                      <a:srgbClr val="000000"/>
                    </a:gs>
                    <a:gs pos="100000">
                      <a:srgbClr val="000000"/>
                    </a:gs>
                  </a:gsLst>
                  <a:lin ang="5400000" scaled="0"/>
                </a:gradFill>
                <a:effectLst/>
                <a:latin typeface="Segoe UI" pitchFamily="34" charset="0"/>
              </a:defRPr>
            </a:lvl1pPr>
          </a:lstStyle>
          <a:p>
            <a:pPr lvl="0"/>
            <a:r>
              <a:rPr lang="en-US" smtClean="0"/>
              <a:t>Click to edit Master text styles</a:t>
            </a:r>
          </a:p>
        </p:txBody>
      </p:sp>
    </p:spTree>
    <p:extLst>
      <p:ext uri="{BB962C8B-B14F-4D97-AF65-F5344CB8AC3E}">
        <p14:creationId xmlns="" xmlns:p14="http://schemas.microsoft.com/office/powerpoint/2010/main" val="58368683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9" name="Rectangle 8"/>
          <p:cNvSpPr/>
          <p:nvPr userDrawn="1"/>
        </p:nvSpPr>
        <p:spPr>
          <a:xfrm>
            <a:off x="3611" y="1"/>
            <a:ext cx="9966325" cy="6218238"/>
          </a:xfrm>
          <a:prstGeom prst="rect">
            <a:avLst/>
          </a:prstGeom>
          <a:solidFill>
            <a:srgbClr val="11A7D8"/>
          </a:solidFill>
          <a:ln>
            <a:noFill/>
          </a:ln>
        </p:spPr>
        <p:style>
          <a:lnRef idx="2">
            <a:schemeClr val="accent1">
              <a:shade val="50000"/>
            </a:schemeClr>
          </a:lnRef>
          <a:fillRef idx="1">
            <a:schemeClr val="accent1"/>
          </a:fillRef>
          <a:effectRef idx="0">
            <a:schemeClr val="accent1"/>
          </a:effectRef>
          <a:fontRef idx="minor">
            <a:schemeClr val="lt1"/>
          </a:fontRef>
        </p:style>
        <p:txBody>
          <a:bodyPr lIns="77678" tIns="38839" rIns="77678" bIns="38839" rtlCol="0" anchor="ctr"/>
          <a:lstStyle/>
          <a:p>
            <a:pPr algn="ctr" defTabSz="776835"/>
            <a:endParaRPr lang="en-US" sz="1600" dirty="0">
              <a:solidFill>
                <a:srgbClr val="FFFFFF"/>
              </a:solidFill>
            </a:endParaRPr>
          </a:p>
        </p:txBody>
      </p:sp>
      <p:sp>
        <p:nvSpPr>
          <p:cNvPr id="7" name="Title 1"/>
          <p:cNvSpPr>
            <a:spLocks noGrp="1"/>
          </p:cNvSpPr>
          <p:nvPr>
            <p:ph type="title" hasCustomPrompt="1"/>
          </p:nvPr>
        </p:nvSpPr>
        <p:spPr>
          <a:xfrm>
            <a:off x="312767" y="267546"/>
            <a:ext cx="8034908" cy="511287"/>
          </a:xfrm>
        </p:spPr>
        <p:txBody>
          <a:bodyPr/>
          <a:lstStyle>
            <a:lvl1pPr>
              <a:defRPr>
                <a:solidFill>
                  <a:schemeClr val="bg1"/>
                </a:solidFill>
              </a:defRPr>
            </a:lvl1pPr>
          </a:lstStyle>
          <a:p>
            <a:r>
              <a:rPr lang="en-US" dirty="0" smtClean="0"/>
              <a:t>Click To Edit Master Title Style</a:t>
            </a:r>
            <a:endParaRPr lang="en-US" dirty="0"/>
          </a:p>
        </p:txBody>
      </p:sp>
      <p:sp>
        <p:nvSpPr>
          <p:cNvPr id="11" name="Content Placeholder 2"/>
          <p:cNvSpPr>
            <a:spLocks noGrp="1"/>
          </p:cNvSpPr>
          <p:nvPr>
            <p:ph idx="1"/>
          </p:nvPr>
        </p:nvSpPr>
        <p:spPr>
          <a:xfrm>
            <a:off x="498318" y="1174557"/>
            <a:ext cx="8969693" cy="174201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Slide Number Placeholder 5"/>
          <p:cNvSpPr>
            <a:spLocks noGrp="1"/>
          </p:cNvSpPr>
          <p:nvPr>
            <p:ph type="sldNum" sz="quarter" idx="4"/>
          </p:nvPr>
        </p:nvSpPr>
        <p:spPr>
          <a:xfrm>
            <a:off x="7408303" y="5887192"/>
            <a:ext cx="2558023" cy="331063"/>
          </a:xfrm>
          <a:prstGeom prst="rect">
            <a:avLst/>
          </a:prstGeom>
        </p:spPr>
        <p:txBody>
          <a:bodyPr vert="horz" lIns="77678" tIns="38839" rIns="77678" bIns="38839" rtlCol="0" anchor="ctr"/>
          <a:lstStyle>
            <a:lvl1pPr algn="r">
              <a:defRPr sz="1000">
                <a:solidFill>
                  <a:schemeClr val="bg1"/>
                </a:solidFill>
              </a:defRPr>
            </a:lvl1pPr>
          </a:lstStyle>
          <a:p>
            <a:pPr defTabSz="776835"/>
            <a:fld id="{40E23B03-6AFE-40A9-BC2C-E89E0B2C5091}" type="slidenum">
              <a:rPr lang="en-US" smtClean="0">
                <a:solidFill>
                  <a:srgbClr val="363535"/>
                </a:solidFill>
              </a:rPr>
              <a:pPr defTabSz="776835"/>
              <a:t>‹#›</a:t>
            </a:fld>
            <a:endParaRPr lang="en-US" dirty="0">
              <a:solidFill>
                <a:srgbClr val="363535"/>
              </a:solidFill>
            </a:endParaRPr>
          </a:p>
        </p:txBody>
      </p:sp>
    </p:spTree>
    <p:extLst>
      <p:ext uri="{BB962C8B-B14F-4D97-AF65-F5344CB8AC3E}">
        <p14:creationId xmlns="" xmlns:p14="http://schemas.microsoft.com/office/powerpoint/2010/main" val="49795212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7475" y="1931687"/>
            <a:ext cx="8471376" cy="1332891"/>
          </a:xfrm>
        </p:spPr>
        <p:txBody>
          <a:bodyPr/>
          <a:lstStyle/>
          <a:p>
            <a:r>
              <a:rPr lang="en-US" smtClean="0"/>
              <a:t>Click to edit Master title style</a:t>
            </a:r>
            <a:endParaRPr lang="en-US"/>
          </a:p>
        </p:txBody>
      </p:sp>
      <p:sp>
        <p:nvSpPr>
          <p:cNvPr id="3" name="Subtitle 2"/>
          <p:cNvSpPr>
            <a:spLocks noGrp="1"/>
          </p:cNvSpPr>
          <p:nvPr>
            <p:ph type="subTitle" idx="1"/>
          </p:nvPr>
        </p:nvSpPr>
        <p:spPr>
          <a:xfrm>
            <a:off x="1494949" y="3523668"/>
            <a:ext cx="6976428" cy="1589105"/>
          </a:xfrm>
        </p:spPr>
        <p:txBody>
          <a:bodyPr/>
          <a:lstStyle>
            <a:lvl1pPr marL="0" indent="0" algn="ctr">
              <a:buNone/>
              <a:defRPr>
                <a:solidFill>
                  <a:schemeClr val="tx1">
                    <a:tint val="75000"/>
                  </a:schemeClr>
                </a:solidFill>
              </a:defRPr>
            </a:lvl1pPr>
            <a:lvl2pPr marL="517820" indent="0" algn="ctr">
              <a:buNone/>
              <a:defRPr>
                <a:solidFill>
                  <a:schemeClr val="tx1">
                    <a:tint val="75000"/>
                  </a:schemeClr>
                </a:solidFill>
              </a:defRPr>
            </a:lvl2pPr>
            <a:lvl3pPr marL="1035641" indent="0" algn="ctr">
              <a:buNone/>
              <a:defRPr>
                <a:solidFill>
                  <a:schemeClr val="tx1">
                    <a:tint val="75000"/>
                  </a:schemeClr>
                </a:solidFill>
              </a:defRPr>
            </a:lvl3pPr>
            <a:lvl4pPr marL="1553461" indent="0" algn="ctr">
              <a:buNone/>
              <a:defRPr>
                <a:solidFill>
                  <a:schemeClr val="tx1">
                    <a:tint val="75000"/>
                  </a:schemeClr>
                </a:solidFill>
              </a:defRPr>
            </a:lvl4pPr>
            <a:lvl5pPr marL="2071281" indent="0" algn="ctr">
              <a:buNone/>
              <a:defRPr>
                <a:solidFill>
                  <a:schemeClr val="tx1">
                    <a:tint val="75000"/>
                  </a:schemeClr>
                </a:solidFill>
              </a:defRPr>
            </a:lvl5pPr>
            <a:lvl6pPr marL="2589101" indent="0" algn="ctr">
              <a:buNone/>
              <a:defRPr>
                <a:solidFill>
                  <a:schemeClr val="tx1">
                    <a:tint val="75000"/>
                  </a:schemeClr>
                </a:solidFill>
              </a:defRPr>
            </a:lvl6pPr>
            <a:lvl7pPr marL="3106920" indent="0" algn="ctr">
              <a:buNone/>
              <a:defRPr>
                <a:solidFill>
                  <a:schemeClr val="tx1">
                    <a:tint val="75000"/>
                  </a:schemeClr>
                </a:solidFill>
              </a:defRPr>
            </a:lvl7pPr>
            <a:lvl8pPr marL="3624741" indent="0" algn="ctr">
              <a:buNone/>
              <a:defRPr>
                <a:solidFill>
                  <a:schemeClr val="tx1">
                    <a:tint val="75000"/>
                  </a:schemeClr>
                </a:solidFill>
              </a:defRPr>
            </a:lvl8pPr>
            <a:lvl9pPr marL="4142561"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C5E4B8A-7A32-45E5-A0D3-BCBA80CE4057}" type="datetimeFigureOut">
              <a:rPr lang="en-US" smtClean="0">
                <a:solidFill>
                  <a:prstClr val="black">
                    <a:tint val="75000"/>
                  </a:prstClr>
                </a:solidFill>
              </a:rPr>
              <a:pPr/>
              <a:t>6/20/2013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7C739E9-B401-45D2-B2D3-CE79AE1ADEC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343615906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5E4B8A-7A32-45E5-A0D3-BCBA80CE4057}" type="datetimeFigureOut">
              <a:rPr lang="en-US" smtClean="0">
                <a:solidFill>
                  <a:prstClr val="black">
                    <a:tint val="75000"/>
                  </a:prstClr>
                </a:solidFill>
              </a:rPr>
              <a:pPr/>
              <a:t>6/20/2013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7C739E9-B401-45D2-B2D3-CE79AE1ADEC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386972452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7272" y="3995796"/>
            <a:ext cx="8471376" cy="1235011"/>
          </a:xfrm>
        </p:spPr>
        <p:txBody>
          <a:bodyPr anchor="t"/>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87272" y="2635556"/>
            <a:ext cx="8471376" cy="1360239"/>
          </a:xfrm>
        </p:spPr>
        <p:txBody>
          <a:bodyPr anchor="b"/>
          <a:lstStyle>
            <a:lvl1pPr marL="0" indent="0">
              <a:buNone/>
              <a:defRPr sz="2300">
                <a:solidFill>
                  <a:schemeClr val="tx1">
                    <a:tint val="75000"/>
                  </a:schemeClr>
                </a:solidFill>
              </a:defRPr>
            </a:lvl1pPr>
            <a:lvl2pPr marL="517820" indent="0">
              <a:buNone/>
              <a:defRPr sz="2000">
                <a:solidFill>
                  <a:schemeClr val="tx1">
                    <a:tint val="75000"/>
                  </a:schemeClr>
                </a:solidFill>
              </a:defRPr>
            </a:lvl2pPr>
            <a:lvl3pPr marL="1035641" indent="0">
              <a:buNone/>
              <a:defRPr sz="1800">
                <a:solidFill>
                  <a:schemeClr val="tx1">
                    <a:tint val="75000"/>
                  </a:schemeClr>
                </a:solidFill>
              </a:defRPr>
            </a:lvl3pPr>
            <a:lvl4pPr marL="1553461" indent="0">
              <a:buNone/>
              <a:defRPr sz="1700">
                <a:solidFill>
                  <a:schemeClr val="tx1">
                    <a:tint val="75000"/>
                  </a:schemeClr>
                </a:solidFill>
              </a:defRPr>
            </a:lvl4pPr>
            <a:lvl5pPr marL="2071281" indent="0">
              <a:buNone/>
              <a:defRPr sz="1700">
                <a:solidFill>
                  <a:schemeClr val="tx1">
                    <a:tint val="75000"/>
                  </a:schemeClr>
                </a:solidFill>
              </a:defRPr>
            </a:lvl5pPr>
            <a:lvl6pPr marL="2589101" indent="0">
              <a:buNone/>
              <a:defRPr sz="1700">
                <a:solidFill>
                  <a:schemeClr val="tx1">
                    <a:tint val="75000"/>
                  </a:schemeClr>
                </a:solidFill>
              </a:defRPr>
            </a:lvl6pPr>
            <a:lvl7pPr marL="3106920" indent="0">
              <a:buNone/>
              <a:defRPr sz="1700">
                <a:solidFill>
                  <a:schemeClr val="tx1">
                    <a:tint val="75000"/>
                  </a:schemeClr>
                </a:solidFill>
              </a:defRPr>
            </a:lvl7pPr>
            <a:lvl8pPr marL="3624741" indent="0">
              <a:buNone/>
              <a:defRPr sz="1700">
                <a:solidFill>
                  <a:schemeClr val="tx1">
                    <a:tint val="75000"/>
                  </a:schemeClr>
                </a:solidFill>
              </a:defRPr>
            </a:lvl8pPr>
            <a:lvl9pPr marL="4142561" indent="0">
              <a:buNone/>
              <a:defRPr sz="17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C5E4B8A-7A32-45E5-A0D3-BCBA80CE4057}" type="datetimeFigureOut">
              <a:rPr lang="en-US" smtClean="0">
                <a:solidFill>
                  <a:prstClr val="black">
                    <a:tint val="75000"/>
                  </a:prstClr>
                </a:solidFill>
              </a:rPr>
              <a:pPr/>
              <a:t>6/20/2013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7C739E9-B401-45D2-B2D3-CE79AE1ADEC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303437101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98317" y="1450925"/>
            <a:ext cx="4401794" cy="4103750"/>
          </a:xfrm>
        </p:spPr>
        <p:txBody>
          <a:bodyPr/>
          <a:lstStyle>
            <a:lvl1pPr>
              <a:defRPr sz="3100"/>
            </a:lvl1pPr>
            <a:lvl2pPr>
              <a:defRPr sz="28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066215" y="1450925"/>
            <a:ext cx="4401794" cy="4103750"/>
          </a:xfrm>
        </p:spPr>
        <p:txBody>
          <a:bodyPr/>
          <a:lstStyle>
            <a:lvl1pPr>
              <a:defRPr sz="3100"/>
            </a:lvl1pPr>
            <a:lvl2pPr>
              <a:defRPr sz="28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C5E4B8A-7A32-45E5-A0D3-BCBA80CE4057}" type="datetimeFigureOut">
              <a:rPr lang="en-US" smtClean="0">
                <a:solidFill>
                  <a:prstClr val="black">
                    <a:tint val="75000"/>
                  </a:prstClr>
                </a:solidFill>
              </a:rPr>
              <a:pPr/>
              <a:t>6/20/2013</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C7C739E9-B401-45D2-B2D3-CE79AE1ADEC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348470170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98317" y="1391908"/>
            <a:ext cx="4403524" cy="580081"/>
          </a:xfrm>
        </p:spPr>
        <p:txBody>
          <a:bodyPr anchor="b"/>
          <a:lstStyle>
            <a:lvl1pPr marL="0" indent="0">
              <a:buNone/>
              <a:defRPr sz="2800" b="1"/>
            </a:lvl1pPr>
            <a:lvl2pPr marL="517820" indent="0">
              <a:buNone/>
              <a:defRPr sz="2300" b="1"/>
            </a:lvl2pPr>
            <a:lvl3pPr marL="1035641" indent="0">
              <a:buNone/>
              <a:defRPr sz="2000" b="1"/>
            </a:lvl3pPr>
            <a:lvl4pPr marL="1553461" indent="0">
              <a:buNone/>
              <a:defRPr sz="1800" b="1"/>
            </a:lvl4pPr>
            <a:lvl5pPr marL="2071281" indent="0">
              <a:buNone/>
              <a:defRPr sz="1800" b="1"/>
            </a:lvl5pPr>
            <a:lvl6pPr marL="2589101" indent="0">
              <a:buNone/>
              <a:defRPr sz="1800" b="1"/>
            </a:lvl6pPr>
            <a:lvl7pPr marL="3106920" indent="0">
              <a:buNone/>
              <a:defRPr sz="1800" b="1"/>
            </a:lvl7pPr>
            <a:lvl8pPr marL="3624741" indent="0">
              <a:buNone/>
              <a:defRPr sz="1800" b="1"/>
            </a:lvl8pPr>
            <a:lvl9pPr marL="4142561" indent="0">
              <a:buNone/>
              <a:defRPr sz="1800" b="1"/>
            </a:lvl9pPr>
          </a:lstStyle>
          <a:p>
            <a:pPr lvl="0"/>
            <a:r>
              <a:rPr lang="en-US" smtClean="0"/>
              <a:t>Click to edit Master text styles</a:t>
            </a:r>
          </a:p>
        </p:txBody>
      </p:sp>
      <p:sp>
        <p:nvSpPr>
          <p:cNvPr id="4" name="Content Placeholder 3"/>
          <p:cNvSpPr>
            <a:spLocks noGrp="1"/>
          </p:cNvSpPr>
          <p:nvPr>
            <p:ph sz="half" idx="2"/>
          </p:nvPr>
        </p:nvSpPr>
        <p:spPr>
          <a:xfrm>
            <a:off x="498317" y="1971987"/>
            <a:ext cx="4403524" cy="3582685"/>
          </a:xfrm>
        </p:spPr>
        <p:txBody>
          <a:bodyPr/>
          <a:lstStyle>
            <a:lvl1pPr>
              <a:defRPr sz="2800"/>
            </a:lvl1pPr>
            <a:lvl2pPr>
              <a:defRPr sz="23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062758" y="1391908"/>
            <a:ext cx="4405254" cy="580081"/>
          </a:xfrm>
        </p:spPr>
        <p:txBody>
          <a:bodyPr anchor="b"/>
          <a:lstStyle>
            <a:lvl1pPr marL="0" indent="0">
              <a:buNone/>
              <a:defRPr sz="2800" b="1"/>
            </a:lvl1pPr>
            <a:lvl2pPr marL="517820" indent="0">
              <a:buNone/>
              <a:defRPr sz="2300" b="1"/>
            </a:lvl2pPr>
            <a:lvl3pPr marL="1035641" indent="0">
              <a:buNone/>
              <a:defRPr sz="2000" b="1"/>
            </a:lvl3pPr>
            <a:lvl4pPr marL="1553461" indent="0">
              <a:buNone/>
              <a:defRPr sz="1800" b="1"/>
            </a:lvl4pPr>
            <a:lvl5pPr marL="2071281" indent="0">
              <a:buNone/>
              <a:defRPr sz="1800" b="1"/>
            </a:lvl5pPr>
            <a:lvl6pPr marL="2589101" indent="0">
              <a:buNone/>
              <a:defRPr sz="1800" b="1"/>
            </a:lvl6pPr>
            <a:lvl7pPr marL="3106920" indent="0">
              <a:buNone/>
              <a:defRPr sz="1800" b="1"/>
            </a:lvl7pPr>
            <a:lvl8pPr marL="3624741" indent="0">
              <a:buNone/>
              <a:defRPr sz="1800" b="1"/>
            </a:lvl8pPr>
            <a:lvl9pPr marL="4142561" indent="0">
              <a:buNone/>
              <a:defRPr sz="1800" b="1"/>
            </a:lvl9pPr>
          </a:lstStyle>
          <a:p>
            <a:pPr lvl="0"/>
            <a:r>
              <a:rPr lang="en-US" smtClean="0"/>
              <a:t>Click to edit Master text styles</a:t>
            </a:r>
          </a:p>
        </p:txBody>
      </p:sp>
      <p:sp>
        <p:nvSpPr>
          <p:cNvPr id="6" name="Content Placeholder 5"/>
          <p:cNvSpPr>
            <a:spLocks noGrp="1"/>
          </p:cNvSpPr>
          <p:nvPr>
            <p:ph sz="quarter" idx="4"/>
          </p:nvPr>
        </p:nvSpPr>
        <p:spPr>
          <a:xfrm>
            <a:off x="5062758" y="1971987"/>
            <a:ext cx="4405254" cy="3582685"/>
          </a:xfrm>
        </p:spPr>
        <p:txBody>
          <a:bodyPr/>
          <a:lstStyle>
            <a:lvl1pPr>
              <a:defRPr sz="2800"/>
            </a:lvl1pPr>
            <a:lvl2pPr>
              <a:defRPr sz="23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C5E4B8A-7A32-45E5-A0D3-BCBA80CE4057}" type="datetimeFigureOut">
              <a:rPr lang="en-US" smtClean="0">
                <a:solidFill>
                  <a:prstClr val="black">
                    <a:tint val="75000"/>
                  </a:prstClr>
                </a:solidFill>
              </a:rPr>
              <a:pPr/>
              <a:t>6/20/2013</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C7C739E9-B401-45D2-B2D3-CE79AE1ADEC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68713097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C5E4B8A-7A32-45E5-A0D3-BCBA80CE4057}" type="datetimeFigureOut">
              <a:rPr lang="en-US" smtClean="0">
                <a:solidFill>
                  <a:prstClr val="black">
                    <a:tint val="75000"/>
                  </a:prstClr>
                </a:solidFill>
              </a:rPr>
              <a:pPr/>
              <a:t>6/20/2013</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C7C739E9-B401-45D2-B2D3-CE79AE1ADEC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227264154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5E4B8A-7A32-45E5-A0D3-BCBA80CE4057}" type="datetimeFigureOut">
              <a:rPr lang="en-US" smtClean="0">
                <a:solidFill>
                  <a:prstClr val="black">
                    <a:tint val="75000"/>
                  </a:prstClr>
                </a:solidFill>
              </a:rPr>
              <a:pPr/>
              <a:t>6/20/2013</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C7C739E9-B401-45D2-B2D3-CE79AE1ADEC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361966702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8320" y="247579"/>
            <a:ext cx="3278851" cy="1053647"/>
          </a:xfrm>
        </p:spPr>
        <p:txBody>
          <a:bodyPr anchor="b"/>
          <a:lstStyle>
            <a:lvl1pPr algn="l">
              <a:defRPr sz="2300" b="1"/>
            </a:lvl1pPr>
          </a:lstStyle>
          <a:p>
            <a:r>
              <a:rPr lang="en-US" smtClean="0"/>
              <a:t>Click to edit Master title style</a:t>
            </a:r>
            <a:endParaRPr lang="en-US"/>
          </a:p>
        </p:txBody>
      </p:sp>
      <p:sp>
        <p:nvSpPr>
          <p:cNvPr id="3" name="Content Placeholder 2"/>
          <p:cNvSpPr>
            <a:spLocks noGrp="1"/>
          </p:cNvSpPr>
          <p:nvPr>
            <p:ph idx="1"/>
          </p:nvPr>
        </p:nvSpPr>
        <p:spPr>
          <a:xfrm>
            <a:off x="3896557" y="247580"/>
            <a:ext cx="5571454" cy="5307094"/>
          </a:xfrm>
        </p:spPr>
        <p:txBody>
          <a:bodyPr/>
          <a:lstStyle>
            <a:lvl1pPr>
              <a:defRPr sz="3600"/>
            </a:lvl1pPr>
            <a:lvl2pPr>
              <a:defRPr sz="3100"/>
            </a:lvl2pPr>
            <a:lvl3pPr>
              <a:defRPr sz="2800"/>
            </a:lvl3pPr>
            <a:lvl4pPr>
              <a:defRPr sz="2300"/>
            </a:lvl4pPr>
            <a:lvl5pPr>
              <a:defRPr sz="2300"/>
            </a:lvl5pPr>
            <a:lvl6pPr>
              <a:defRPr sz="2300"/>
            </a:lvl6pPr>
            <a:lvl7pPr>
              <a:defRPr sz="2300"/>
            </a:lvl7pPr>
            <a:lvl8pPr>
              <a:defRPr sz="2300"/>
            </a:lvl8pPr>
            <a:lvl9pPr>
              <a:defRPr sz="23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98320" y="1301227"/>
            <a:ext cx="3278851" cy="4253448"/>
          </a:xfrm>
        </p:spPr>
        <p:txBody>
          <a:bodyPr/>
          <a:lstStyle>
            <a:lvl1pPr marL="0" indent="0">
              <a:buNone/>
              <a:defRPr sz="1700"/>
            </a:lvl1pPr>
            <a:lvl2pPr marL="517820" indent="0">
              <a:buNone/>
              <a:defRPr sz="1400"/>
            </a:lvl2pPr>
            <a:lvl3pPr marL="1035641" indent="0">
              <a:buNone/>
              <a:defRPr sz="1100"/>
            </a:lvl3pPr>
            <a:lvl4pPr marL="1553461" indent="0">
              <a:buNone/>
              <a:defRPr sz="1000"/>
            </a:lvl4pPr>
            <a:lvl5pPr marL="2071281" indent="0">
              <a:buNone/>
              <a:defRPr sz="1000"/>
            </a:lvl5pPr>
            <a:lvl6pPr marL="2589101" indent="0">
              <a:buNone/>
              <a:defRPr sz="1000"/>
            </a:lvl6pPr>
            <a:lvl7pPr marL="3106920" indent="0">
              <a:buNone/>
              <a:defRPr sz="1000"/>
            </a:lvl7pPr>
            <a:lvl8pPr marL="3624741" indent="0">
              <a:buNone/>
              <a:defRPr sz="1000"/>
            </a:lvl8pPr>
            <a:lvl9pPr marL="4142561"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C5E4B8A-7A32-45E5-A0D3-BCBA80CE4057}" type="datetimeFigureOut">
              <a:rPr lang="en-US" smtClean="0">
                <a:solidFill>
                  <a:prstClr val="black">
                    <a:tint val="75000"/>
                  </a:prstClr>
                </a:solidFill>
              </a:rPr>
              <a:pPr/>
              <a:t>6/20/2013</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C7C739E9-B401-45D2-B2D3-CE79AE1ADEC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156182598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53471" y="4352768"/>
            <a:ext cx="5979795" cy="513869"/>
          </a:xfrm>
        </p:spPr>
        <p:txBody>
          <a:bodyPr anchor="b"/>
          <a:lstStyle>
            <a:lvl1pPr algn="l">
              <a:defRPr sz="2300" b="1"/>
            </a:lvl1pPr>
          </a:lstStyle>
          <a:p>
            <a:r>
              <a:rPr lang="en-US" smtClean="0"/>
              <a:t>Click to edit Master title style</a:t>
            </a:r>
            <a:endParaRPr lang="en-US"/>
          </a:p>
        </p:txBody>
      </p:sp>
      <p:sp>
        <p:nvSpPr>
          <p:cNvPr id="3" name="Picture Placeholder 2"/>
          <p:cNvSpPr>
            <a:spLocks noGrp="1"/>
          </p:cNvSpPr>
          <p:nvPr>
            <p:ph type="pic" idx="1"/>
          </p:nvPr>
        </p:nvSpPr>
        <p:spPr>
          <a:xfrm>
            <a:off x="1953471" y="555612"/>
            <a:ext cx="5979795" cy="3730943"/>
          </a:xfrm>
        </p:spPr>
        <p:txBody>
          <a:bodyPr/>
          <a:lstStyle>
            <a:lvl1pPr marL="0" indent="0">
              <a:buNone/>
              <a:defRPr sz="3600"/>
            </a:lvl1pPr>
            <a:lvl2pPr marL="517820" indent="0">
              <a:buNone/>
              <a:defRPr sz="3100"/>
            </a:lvl2pPr>
            <a:lvl3pPr marL="1035641" indent="0">
              <a:buNone/>
              <a:defRPr sz="2800"/>
            </a:lvl3pPr>
            <a:lvl4pPr marL="1553461" indent="0">
              <a:buNone/>
              <a:defRPr sz="2300"/>
            </a:lvl4pPr>
            <a:lvl5pPr marL="2071281" indent="0">
              <a:buNone/>
              <a:defRPr sz="2300"/>
            </a:lvl5pPr>
            <a:lvl6pPr marL="2589101" indent="0">
              <a:buNone/>
              <a:defRPr sz="2300"/>
            </a:lvl6pPr>
            <a:lvl7pPr marL="3106920" indent="0">
              <a:buNone/>
              <a:defRPr sz="2300"/>
            </a:lvl7pPr>
            <a:lvl8pPr marL="3624741" indent="0">
              <a:buNone/>
              <a:defRPr sz="2300"/>
            </a:lvl8pPr>
            <a:lvl9pPr marL="4142561" indent="0">
              <a:buNone/>
              <a:defRPr sz="2300"/>
            </a:lvl9pPr>
          </a:lstStyle>
          <a:p>
            <a:endParaRPr lang="en-US"/>
          </a:p>
        </p:txBody>
      </p:sp>
      <p:sp>
        <p:nvSpPr>
          <p:cNvPr id="4" name="Text Placeholder 3"/>
          <p:cNvSpPr>
            <a:spLocks noGrp="1"/>
          </p:cNvSpPr>
          <p:nvPr>
            <p:ph type="body" sz="half" idx="2"/>
          </p:nvPr>
        </p:nvSpPr>
        <p:spPr>
          <a:xfrm>
            <a:off x="1953471" y="4866638"/>
            <a:ext cx="5979795" cy="729779"/>
          </a:xfrm>
        </p:spPr>
        <p:txBody>
          <a:bodyPr/>
          <a:lstStyle>
            <a:lvl1pPr marL="0" indent="0">
              <a:buNone/>
              <a:defRPr sz="1700"/>
            </a:lvl1pPr>
            <a:lvl2pPr marL="517820" indent="0">
              <a:buNone/>
              <a:defRPr sz="1400"/>
            </a:lvl2pPr>
            <a:lvl3pPr marL="1035641" indent="0">
              <a:buNone/>
              <a:defRPr sz="1100"/>
            </a:lvl3pPr>
            <a:lvl4pPr marL="1553461" indent="0">
              <a:buNone/>
              <a:defRPr sz="1000"/>
            </a:lvl4pPr>
            <a:lvl5pPr marL="2071281" indent="0">
              <a:buNone/>
              <a:defRPr sz="1000"/>
            </a:lvl5pPr>
            <a:lvl6pPr marL="2589101" indent="0">
              <a:buNone/>
              <a:defRPr sz="1000"/>
            </a:lvl6pPr>
            <a:lvl7pPr marL="3106920" indent="0">
              <a:buNone/>
              <a:defRPr sz="1000"/>
            </a:lvl7pPr>
            <a:lvl8pPr marL="3624741" indent="0">
              <a:buNone/>
              <a:defRPr sz="1000"/>
            </a:lvl8pPr>
            <a:lvl9pPr marL="4142561"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C5E4B8A-7A32-45E5-A0D3-BCBA80CE4057}" type="datetimeFigureOut">
              <a:rPr lang="en-US" smtClean="0">
                <a:solidFill>
                  <a:prstClr val="black">
                    <a:tint val="75000"/>
                  </a:prstClr>
                </a:solidFill>
              </a:rPr>
              <a:pPr/>
              <a:t>6/20/2013</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C7C739E9-B401-45D2-B2D3-CE79AE1ADEC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348942280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5E4B8A-7A32-45E5-A0D3-BCBA80CE4057}" type="datetimeFigureOut">
              <a:rPr lang="en-US" smtClean="0">
                <a:solidFill>
                  <a:prstClr val="black">
                    <a:tint val="75000"/>
                  </a:prstClr>
                </a:solidFill>
              </a:rPr>
              <a:pPr/>
              <a:t>6/20/2013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7C739E9-B401-45D2-B2D3-CE79AE1ADEC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137272807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25586" y="187125"/>
            <a:ext cx="2242423" cy="3978521"/>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98316" y="187125"/>
            <a:ext cx="6561165" cy="397852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5E4B8A-7A32-45E5-A0D3-BCBA80CE4057}" type="datetimeFigureOut">
              <a:rPr lang="en-US" smtClean="0">
                <a:solidFill>
                  <a:prstClr val="black">
                    <a:tint val="75000"/>
                  </a:prstClr>
                </a:solidFill>
              </a:rPr>
              <a:pPr/>
              <a:t>6/20/2013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7C739E9-B401-45D2-B2D3-CE79AE1ADEC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145275380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slideLayout" Target="../slideLayouts/slideLayout55.xml"/><Relationship Id="rId18" Type="http://schemas.openxmlformats.org/officeDocument/2006/relationships/theme" Target="../theme/theme3.xml"/><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slideLayout" Target="../slideLayouts/slideLayout54.xml"/><Relationship Id="rId17" Type="http://schemas.openxmlformats.org/officeDocument/2006/relationships/slideLayout" Target="../slideLayouts/slideLayout59.xml"/><Relationship Id="rId2" Type="http://schemas.openxmlformats.org/officeDocument/2006/relationships/slideLayout" Target="../slideLayouts/slideLayout44.xml"/><Relationship Id="rId16" Type="http://schemas.openxmlformats.org/officeDocument/2006/relationships/slideLayout" Target="../slideLayouts/slideLayout58.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5" Type="http://schemas.openxmlformats.org/officeDocument/2006/relationships/slideLayout" Target="../slideLayouts/slideLayout57.xml"/><Relationship Id="rId10" Type="http://schemas.openxmlformats.org/officeDocument/2006/relationships/slideLayout" Target="../slideLayouts/slideLayout52.xml"/><Relationship Id="rId19" Type="http://schemas.openxmlformats.org/officeDocument/2006/relationships/image" Target="../media/image13.png"/><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slideLayout" Target="../slideLayouts/slideLayout5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3" Type="http://schemas.openxmlformats.org/officeDocument/2006/relationships/slideLayout" Target="../slideLayouts/slideLayout62.xml"/><Relationship Id="rId21" Type="http://schemas.openxmlformats.org/officeDocument/2006/relationships/theme" Target="../theme/theme4.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image" Target="../media/image13.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87.xml"/><Relationship Id="rId13" Type="http://schemas.openxmlformats.org/officeDocument/2006/relationships/slideLayout" Target="../slideLayouts/slideLayout92.xml"/><Relationship Id="rId18" Type="http://schemas.openxmlformats.org/officeDocument/2006/relationships/slideLayout" Target="../slideLayouts/slideLayout97.xml"/><Relationship Id="rId3" Type="http://schemas.openxmlformats.org/officeDocument/2006/relationships/slideLayout" Target="../slideLayouts/slideLayout82.xml"/><Relationship Id="rId7" Type="http://schemas.openxmlformats.org/officeDocument/2006/relationships/slideLayout" Target="../slideLayouts/slideLayout86.xml"/><Relationship Id="rId12" Type="http://schemas.openxmlformats.org/officeDocument/2006/relationships/slideLayout" Target="../slideLayouts/slideLayout91.xml"/><Relationship Id="rId17" Type="http://schemas.openxmlformats.org/officeDocument/2006/relationships/slideLayout" Target="../slideLayouts/slideLayout96.xml"/><Relationship Id="rId2" Type="http://schemas.openxmlformats.org/officeDocument/2006/relationships/slideLayout" Target="../slideLayouts/slideLayout81.xml"/><Relationship Id="rId16" Type="http://schemas.openxmlformats.org/officeDocument/2006/relationships/slideLayout" Target="../slideLayouts/slideLayout95.xml"/><Relationship Id="rId20" Type="http://schemas.openxmlformats.org/officeDocument/2006/relationships/image" Target="../media/image13.png"/><Relationship Id="rId1" Type="http://schemas.openxmlformats.org/officeDocument/2006/relationships/slideLayout" Target="../slideLayouts/slideLayout80.xml"/><Relationship Id="rId6" Type="http://schemas.openxmlformats.org/officeDocument/2006/relationships/slideLayout" Target="../slideLayouts/slideLayout85.xml"/><Relationship Id="rId11" Type="http://schemas.openxmlformats.org/officeDocument/2006/relationships/slideLayout" Target="../slideLayouts/slideLayout90.xml"/><Relationship Id="rId5" Type="http://schemas.openxmlformats.org/officeDocument/2006/relationships/slideLayout" Target="../slideLayouts/slideLayout84.xml"/><Relationship Id="rId15" Type="http://schemas.openxmlformats.org/officeDocument/2006/relationships/slideLayout" Target="../slideLayouts/slideLayout94.xml"/><Relationship Id="rId10" Type="http://schemas.openxmlformats.org/officeDocument/2006/relationships/slideLayout" Target="../slideLayouts/slideLayout89.xml"/><Relationship Id="rId19" Type="http://schemas.openxmlformats.org/officeDocument/2006/relationships/theme" Target="../theme/theme5.xml"/><Relationship Id="rId4" Type="http://schemas.openxmlformats.org/officeDocument/2006/relationships/slideLayout" Target="../slideLayouts/slideLayout83.xml"/><Relationship Id="rId9" Type="http://schemas.openxmlformats.org/officeDocument/2006/relationships/slideLayout" Target="../slideLayouts/slideLayout88.xml"/><Relationship Id="rId14" Type="http://schemas.openxmlformats.org/officeDocument/2006/relationships/slideLayout" Target="../slideLayouts/slideLayout93.xml"/></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100.xml"/><Relationship Id="rId7" Type="http://schemas.openxmlformats.org/officeDocument/2006/relationships/slideLayout" Target="../slideLayouts/slideLayout104.xml"/><Relationship Id="rId2" Type="http://schemas.openxmlformats.org/officeDocument/2006/relationships/slideLayout" Target="../slideLayouts/slideLayout99.xml"/><Relationship Id="rId1" Type="http://schemas.openxmlformats.org/officeDocument/2006/relationships/slideLayout" Target="../slideLayouts/slideLayout98.xml"/><Relationship Id="rId6" Type="http://schemas.openxmlformats.org/officeDocument/2006/relationships/slideLayout" Target="../slideLayouts/slideLayout103.xml"/><Relationship Id="rId5" Type="http://schemas.openxmlformats.org/officeDocument/2006/relationships/slideLayout" Target="../slideLayouts/slideLayout102.xml"/><Relationship Id="rId4" Type="http://schemas.openxmlformats.org/officeDocument/2006/relationships/slideLayout" Target="../slideLayouts/slideLayout101.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12.xml"/><Relationship Id="rId13" Type="http://schemas.openxmlformats.org/officeDocument/2006/relationships/slideLayout" Target="../slideLayouts/slideLayout117.xml"/><Relationship Id="rId3" Type="http://schemas.openxmlformats.org/officeDocument/2006/relationships/slideLayout" Target="../slideLayouts/slideLayout107.xml"/><Relationship Id="rId7" Type="http://schemas.openxmlformats.org/officeDocument/2006/relationships/slideLayout" Target="../slideLayouts/slideLayout111.xml"/><Relationship Id="rId12" Type="http://schemas.openxmlformats.org/officeDocument/2006/relationships/slideLayout" Target="../slideLayouts/slideLayout116.xml"/><Relationship Id="rId2" Type="http://schemas.openxmlformats.org/officeDocument/2006/relationships/slideLayout" Target="../slideLayouts/slideLayout106.xml"/><Relationship Id="rId1" Type="http://schemas.openxmlformats.org/officeDocument/2006/relationships/slideLayout" Target="../slideLayouts/slideLayout105.xml"/><Relationship Id="rId6" Type="http://schemas.openxmlformats.org/officeDocument/2006/relationships/slideLayout" Target="../slideLayouts/slideLayout110.xml"/><Relationship Id="rId11" Type="http://schemas.openxmlformats.org/officeDocument/2006/relationships/slideLayout" Target="../slideLayouts/slideLayout115.xml"/><Relationship Id="rId5" Type="http://schemas.openxmlformats.org/officeDocument/2006/relationships/slideLayout" Target="../slideLayouts/slideLayout109.xml"/><Relationship Id="rId15" Type="http://schemas.openxmlformats.org/officeDocument/2006/relationships/theme" Target="../theme/theme7.xml"/><Relationship Id="rId10" Type="http://schemas.openxmlformats.org/officeDocument/2006/relationships/slideLayout" Target="../slideLayouts/slideLayout114.xml"/><Relationship Id="rId4" Type="http://schemas.openxmlformats.org/officeDocument/2006/relationships/slideLayout" Target="../slideLayouts/slideLayout108.xml"/><Relationship Id="rId9" Type="http://schemas.openxmlformats.org/officeDocument/2006/relationships/slideLayout" Target="../slideLayouts/slideLayout113.xml"/><Relationship Id="rId14" Type="http://schemas.openxmlformats.org/officeDocument/2006/relationships/slideLayout" Target="../slideLayouts/slideLayout118.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26.xml"/><Relationship Id="rId3" Type="http://schemas.openxmlformats.org/officeDocument/2006/relationships/slideLayout" Target="../slideLayouts/slideLayout121.xml"/><Relationship Id="rId7" Type="http://schemas.openxmlformats.org/officeDocument/2006/relationships/slideLayout" Target="../slideLayouts/slideLayout125.xml"/><Relationship Id="rId12" Type="http://schemas.openxmlformats.org/officeDocument/2006/relationships/theme" Target="../theme/theme8.xml"/><Relationship Id="rId2" Type="http://schemas.openxmlformats.org/officeDocument/2006/relationships/slideLayout" Target="../slideLayouts/slideLayout120.xml"/><Relationship Id="rId1" Type="http://schemas.openxmlformats.org/officeDocument/2006/relationships/slideLayout" Target="../slideLayouts/slideLayout119.xml"/><Relationship Id="rId6" Type="http://schemas.openxmlformats.org/officeDocument/2006/relationships/slideLayout" Target="../slideLayouts/slideLayout124.xml"/><Relationship Id="rId11" Type="http://schemas.openxmlformats.org/officeDocument/2006/relationships/slideLayout" Target="../slideLayouts/slideLayout129.xml"/><Relationship Id="rId5" Type="http://schemas.openxmlformats.org/officeDocument/2006/relationships/slideLayout" Target="../slideLayouts/slideLayout123.xml"/><Relationship Id="rId10" Type="http://schemas.openxmlformats.org/officeDocument/2006/relationships/slideLayout" Target="../slideLayouts/slideLayout128.xml"/><Relationship Id="rId4" Type="http://schemas.openxmlformats.org/officeDocument/2006/relationships/slideLayout" Target="../slideLayouts/slideLayout122.xml"/><Relationship Id="rId9" Type="http://schemas.openxmlformats.org/officeDocument/2006/relationships/slideLayout" Target="../slideLayouts/slideLayout127.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37.xml"/><Relationship Id="rId13" Type="http://schemas.openxmlformats.org/officeDocument/2006/relationships/slideLayout" Target="../slideLayouts/slideLayout142.xml"/><Relationship Id="rId18" Type="http://schemas.openxmlformats.org/officeDocument/2006/relationships/slideLayout" Target="../slideLayouts/slideLayout147.xml"/><Relationship Id="rId3" Type="http://schemas.openxmlformats.org/officeDocument/2006/relationships/slideLayout" Target="../slideLayouts/slideLayout132.xml"/><Relationship Id="rId7" Type="http://schemas.openxmlformats.org/officeDocument/2006/relationships/slideLayout" Target="../slideLayouts/slideLayout136.xml"/><Relationship Id="rId12" Type="http://schemas.openxmlformats.org/officeDocument/2006/relationships/slideLayout" Target="../slideLayouts/slideLayout141.xml"/><Relationship Id="rId17" Type="http://schemas.openxmlformats.org/officeDocument/2006/relationships/slideLayout" Target="../slideLayouts/slideLayout146.xml"/><Relationship Id="rId2" Type="http://schemas.openxmlformats.org/officeDocument/2006/relationships/slideLayout" Target="../slideLayouts/slideLayout131.xml"/><Relationship Id="rId16" Type="http://schemas.openxmlformats.org/officeDocument/2006/relationships/slideLayout" Target="../slideLayouts/slideLayout145.xml"/><Relationship Id="rId20" Type="http://schemas.openxmlformats.org/officeDocument/2006/relationships/image" Target="../media/image13.png"/><Relationship Id="rId1" Type="http://schemas.openxmlformats.org/officeDocument/2006/relationships/slideLayout" Target="../slideLayouts/slideLayout130.xml"/><Relationship Id="rId6" Type="http://schemas.openxmlformats.org/officeDocument/2006/relationships/slideLayout" Target="../slideLayouts/slideLayout135.xml"/><Relationship Id="rId11" Type="http://schemas.openxmlformats.org/officeDocument/2006/relationships/slideLayout" Target="../slideLayouts/slideLayout140.xml"/><Relationship Id="rId5" Type="http://schemas.openxmlformats.org/officeDocument/2006/relationships/slideLayout" Target="../slideLayouts/slideLayout134.xml"/><Relationship Id="rId15" Type="http://schemas.openxmlformats.org/officeDocument/2006/relationships/slideLayout" Target="../slideLayouts/slideLayout144.xml"/><Relationship Id="rId10" Type="http://schemas.openxmlformats.org/officeDocument/2006/relationships/slideLayout" Target="../slideLayouts/slideLayout139.xml"/><Relationship Id="rId19" Type="http://schemas.openxmlformats.org/officeDocument/2006/relationships/theme" Target="../theme/theme9.xml"/><Relationship Id="rId4" Type="http://schemas.openxmlformats.org/officeDocument/2006/relationships/slideLayout" Target="../slideLayouts/slideLayout133.xml"/><Relationship Id="rId9" Type="http://schemas.openxmlformats.org/officeDocument/2006/relationships/slideLayout" Target="../slideLayouts/slideLayout138.xml"/><Relationship Id="rId14" Type="http://schemas.openxmlformats.org/officeDocument/2006/relationships/slideLayout" Target="../slideLayouts/slideLayout143.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55.xml"/><Relationship Id="rId3" Type="http://schemas.openxmlformats.org/officeDocument/2006/relationships/slideLayout" Target="../slideLayouts/slideLayout150.xml"/><Relationship Id="rId7" Type="http://schemas.openxmlformats.org/officeDocument/2006/relationships/slideLayout" Target="../slideLayouts/slideLayout154.xml"/><Relationship Id="rId12" Type="http://schemas.openxmlformats.org/officeDocument/2006/relationships/theme" Target="../theme/theme10.xml"/><Relationship Id="rId2" Type="http://schemas.openxmlformats.org/officeDocument/2006/relationships/slideLayout" Target="../slideLayouts/slideLayout149.xml"/><Relationship Id="rId1" Type="http://schemas.openxmlformats.org/officeDocument/2006/relationships/slideLayout" Target="../slideLayouts/slideLayout148.xml"/><Relationship Id="rId6" Type="http://schemas.openxmlformats.org/officeDocument/2006/relationships/slideLayout" Target="../slideLayouts/slideLayout153.xml"/><Relationship Id="rId11" Type="http://schemas.openxmlformats.org/officeDocument/2006/relationships/slideLayout" Target="../slideLayouts/slideLayout158.xml"/><Relationship Id="rId5" Type="http://schemas.openxmlformats.org/officeDocument/2006/relationships/slideLayout" Target="../slideLayouts/slideLayout152.xml"/><Relationship Id="rId10" Type="http://schemas.openxmlformats.org/officeDocument/2006/relationships/slideLayout" Target="../slideLayouts/slideLayout157.xml"/><Relationship Id="rId4" Type="http://schemas.openxmlformats.org/officeDocument/2006/relationships/slideLayout" Target="../slideLayouts/slideLayout151.xml"/><Relationship Id="rId9" Type="http://schemas.openxmlformats.org/officeDocument/2006/relationships/slideLayout" Target="../slideLayouts/slideLayout15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317" y="249019"/>
            <a:ext cx="8969693" cy="1036373"/>
          </a:xfrm>
          <a:prstGeom prst="rect">
            <a:avLst/>
          </a:prstGeom>
        </p:spPr>
        <p:txBody>
          <a:bodyPr vert="horz" lIns="103565" tIns="51782" rIns="103565" bIns="51782"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98317" y="1450925"/>
            <a:ext cx="8969693" cy="4103750"/>
          </a:xfrm>
          <a:prstGeom prst="rect">
            <a:avLst/>
          </a:prstGeom>
        </p:spPr>
        <p:txBody>
          <a:bodyPr vert="horz" lIns="103565" tIns="51782" rIns="103565" bIns="51782"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98316" y="5763390"/>
            <a:ext cx="2325476" cy="331063"/>
          </a:xfrm>
          <a:prstGeom prst="rect">
            <a:avLst/>
          </a:prstGeom>
        </p:spPr>
        <p:txBody>
          <a:bodyPr vert="horz" lIns="103565" tIns="51782" rIns="103565" bIns="51782" rtlCol="0" anchor="ctr"/>
          <a:lstStyle>
            <a:lvl1pPr algn="l">
              <a:defRPr sz="1400">
                <a:solidFill>
                  <a:schemeClr val="tx1">
                    <a:tint val="75000"/>
                  </a:schemeClr>
                </a:solidFill>
              </a:defRPr>
            </a:lvl1pPr>
          </a:lstStyle>
          <a:p>
            <a:fld id="{FC5E4B8A-7A32-45E5-A0D3-BCBA80CE4057}" type="datetimeFigureOut">
              <a:rPr lang="en-US" smtClean="0"/>
              <a:pPr/>
              <a:t>6/20/2013</a:t>
            </a:fld>
            <a:endParaRPr lang="en-US"/>
          </a:p>
        </p:txBody>
      </p:sp>
      <p:sp>
        <p:nvSpPr>
          <p:cNvPr id="5" name="Footer Placeholder 4"/>
          <p:cNvSpPr>
            <a:spLocks noGrp="1"/>
          </p:cNvSpPr>
          <p:nvPr>
            <p:ph type="ftr" sz="quarter" idx="3"/>
          </p:nvPr>
        </p:nvSpPr>
        <p:spPr>
          <a:xfrm>
            <a:off x="3405162" y="5763390"/>
            <a:ext cx="3156003" cy="331063"/>
          </a:xfrm>
          <a:prstGeom prst="rect">
            <a:avLst/>
          </a:prstGeom>
        </p:spPr>
        <p:txBody>
          <a:bodyPr vert="horz" lIns="103565" tIns="51782" rIns="103565" bIns="51782" rtlCol="0" anchor="ctr"/>
          <a:lstStyle>
            <a:lvl1pPr algn="ctr">
              <a:defRPr sz="14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42534" y="5763390"/>
            <a:ext cx="2325476" cy="331063"/>
          </a:xfrm>
          <a:prstGeom prst="rect">
            <a:avLst/>
          </a:prstGeom>
        </p:spPr>
        <p:txBody>
          <a:bodyPr vert="horz" lIns="103565" tIns="51782" rIns="103565" bIns="51782" rtlCol="0" anchor="ctr"/>
          <a:lstStyle>
            <a:lvl1pPr algn="r">
              <a:defRPr sz="1400">
                <a:solidFill>
                  <a:schemeClr val="tx1">
                    <a:tint val="75000"/>
                  </a:schemeClr>
                </a:solidFill>
              </a:defRPr>
            </a:lvl1pPr>
          </a:lstStyle>
          <a:p>
            <a:fld id="{C7C739E9-B401-45D2-B2D3-CE79AE1ADEC1}" type="slidenum">
              <a:rPr lang="en-US" smtClean="0"/>
              <a:pPr/>
              <a:t>‹#›</a:t>
            </a:fld>
            <a:endParaRPr lang="en-US"/>
          </a:p>
        </p:txBody>
      </p:sp>
    </p:spTree>
    <p:extLst>
      <p:ext uri="{BB962C8B-B14F-4D97-AF65-F5344CB8AC3E}">
        <p14:creationId xmlns="" xmlns:p14="http://schemas.microsoft.com/office/powerpoint/2010/main" val="5064754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xStyles>
    <p:titleStyle>
      <a:lvl1pPr algn="ctr" defTabSz="1035641" rtl="0" eaLnBrk="1" latinLnBrk="0" hangingPunct="1">
        <a:spcBef>
          <a:spcPct val="0"/>
        </a:spcBef>
        <a:buNone/>
        <a:defRPr sz="5000" kern="1200">
          <a:solidFill>
            <a:schemeClr val="tx1"/>
          </a:solidFill>
          <a:latin typeface="+mj-lt"/>
          <a:ea typeface="+mj-ea"/>
          <a:cs typeface="+mj-cs"/>
        </a:defRPr>
      </a:lvl1pPr>
    </p:titleStyle>
    <p:bodyStyle>
      <a:lvl1pPr marL="388365" indent="-388365" algn="l" defTabSz="1035641" rtl="0" eaLnBrk="1" latinLnBrk="0" hangingPunct="1">
        <a:spcBef>
          <a:spcPct val="20000"/>
        </a:spcBef>
        <a:buFont typeface="Arial" pitchFamily="34" charset="0"/>
        <a:buChar char="•"/>
        <a:defRPr sz="3600" kern="1200">
          <a:solidFill>
            <a:schemeClr val="tx1"/>
          </a:solidFill>
          <a:latin typeface="+mn-lt"/>
          <a:ea typeface="+mn-ea"/>
          <a:cs typeface="+mn-cs"/>
        </a:defRPr>
      </a:lvl1pPr>
      <a:lvl2pPr marL="841458" indent="-323636" algn="l" defTabSz="1035641" rtl="0" eaLnBrk="1" latinLnBrk="0" hangingPunct="1">
        <a:spcBef>
          <a:spcPct val="20000"/>
        </a:spcBef>
        <a:buFont typeface="Arial" pitchFamily="34" charset="0"/>
        <a:buChar char="–"/>
        <a:defRPr sz="3100" kern="1200">
          <a:solidFill>
            <a:schemeClr val="tx1"/>
          </a:solidFill>
          <a:latin typeface="+mn-lt"/>
          <a:ea typeface="+mn-ea"/>
          <a:cs typeface="+mn-cs"/>
        </a:defRPr>
      </a:lvl2pPr>
      <a:lvl3pPr marL="1294550" indent="-258911" algn="l" defTabSz="1035641" rtl="0" eaLnBrk="1" latinLnBrk="0" hangingPunct="1">
        <a:spcBef>
          <a:spcPct val="20000"/>
        </a:spcBef>
        <a:buFont typeface="Arial" pitchFamily="34" charset="0"/>
        <a:buChar char="•"/>
        <a:defRPr sz="2800" kern="1200">
          <a:solidFill>
            <a:schemeClr val="tx1"/>
          </a:solidFill>
          <a:latin typeface="+mn-lt"/>
          <a:ea typeface="+mn-ea"/>
          <a:cs typeface="+mn-cs"/>
        </a:defRPr>
      </a:lvl3pPr>
      <a:lvl4pPr marL="1812371" indent="-258911" algn="l" defTabSz="1035641"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30191" indent="-258911" algn="l" defTabSz="1035641"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848010" indent="-258911" algn="l" defTabSz="1035641"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65831" indent="-258911" algn="l" defTabSz="1035641"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883651" indent="-258911" algn="l" defTabSz="1035641"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01471" indent="-258911" algn="l" defTabSz="1035641"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en-US"/>
      </a:defPPr>
      <a:lvl1pPr marL="0" algn="l" defTabSz="1035641" rtl="0" eaLnBrk="1" latinLnBrk="0" hangingPunct="1">
        <a:defRPr sz="2000" kern="1200">
          <a:solidFill>
            <a:schemeClr val="tx1"/>
          </a:solidFill>
          <a:latin typeface="+mn-lt"/>
          <a:ea typeface="+mn-ea"/>
          <a:cs typeface="+mn-cs"/>
        </a:defRPr>
      </a:lvl1pPr>
      <a:lvl2pPr marL="517820" algn="l" defTabSz="1035641" rtl="0" eaLnBrk="1" latinLnBrk="0" hangingPunct="1">
        <a:defRPr sz="2000" kern="1200">
          <a:solidFill>
            <a:schemeClr val="tx1"/>
          </a:solidFill>
          <a:latin typeface="+mn-lt"/>
          <a:ea typeface="+mn-ea"/>
          <a:cs typeface="+mn-cs"/>
        </a:defRPr>
      </a:lvl2pPr>
      <a:lvl3pPr marL="1035641" algn="l" defTabSz="1035641" rtl="0" eaLnBrk="1" latinLnBrk="0" hangingPunct="1">
        <a:defRPr sz="2000" kern="1200">
          <a:solidFill>
            <a:schemeClr val="tx1"/>
          </a:solidFill>
          <a:latin typeface="+mn-lt"/>
          <a:ea typeface="+mn-ea"/>
          <a:cs typeface="+mn-cs"/>
        </a:defRPr>
      </a:lvl3pPr>
      <a:lvl4pPr marL="1553461" algn="l" defTabSz="1035641" rtl="0" eaLnBrk="1" latinLnBrk="0" hangingPunct="1">
        <a:defRPr sz="2000" kern="1200">
          <a:solidFill>
            <a:schemeClr val="tx1"/>
          </a:solidFill>
          <a:latin typeface="+mn-lt"/>
          <a:ea typeface="+mn-ea"/>
          <a:cs typeface="+mn-cs"/>
        </a:defRPr>
      </a:lvl4pPr>
      <a:lvl5pPr marL="2071281" algn="l" defTabSz="1035641" rtl="0" eaLnBrk="1" latinLnBrk="0" hangingPunct="1">
        <a:defRPr sz="2000" kern="1200">
          <a:solidFill>
            <a:schemeClr val="tx1"/>
          </a:solidFill>
          <a:latin typeface="+mn-lt"/>
          <a:ea typeface="+mn-ea"/>
          <a:cs typeface="+mn-cs"/>
        </a:defRPr>
      </a:lvl5pPr>
      <a:lvl6pPr marL="2589101" algn="l" defTabSz="1035641" rtl="0" eaLnBrk="1" latinLnBrk="0" hangingPunct="1">
        <a:defRPr sz="2000" kern="1200">
          <a:solidFill>
            <a:schemeClr val="tx1"/>
          </a:solidFill>
          <a:latin typeface="+mn-lt"/>
          <a:ea typeface="+mn-ea"/>
          <a:cs typeface="+mn-cs"/>
        </a:defRPr>
      </a:lvl6pPr>
      <a:lvl7pPr marL="3106920" algn="l" defTabSz="1035641" rtl="0" eaLnBrk="1" latinLnBrk="0" hangingPunct="1">
        <a:defRPr sz="2000" kern="1200">
          <a:solidFill>
            <a:schemeClr val="tx1"/>
          </a:solidFill>
          <a:latin typeface="+mn-lt"/>
          <a:ea typeface="+mn-ea"/>
          <a:cs typeface="+mn-cs"/>
        </a:defRPr>
      </a:lvl7pPr>
      <a:lvl8pPr marL="3624741" algn="l" defTabSz="1035641" rtl="0" eaLnBrk="1" latinLnBrk="0" hangingPunct="1">
        <a:defRPr sz="2000" kern="1200">
          <a:solidFill>
            <a:schemeClr val="tx1"/>
          </a:solidFill>
          <a:latin typeface="+mn-lt"/>
          <a:ea typeface="+mn-ea"/>
          <a:cs typeface="+mn-cs"/>
        </a:defRPr>
      </a:lvl8pPr>
      <a:lvl9pPr marL="4142561" algn="l" defTabSz="1035641"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36353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4462" y="207277"/>
            <a:ext cx="9116111" cy="844847"/>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4" name="Text Placeholder 3"/>
          <p:cNvSpPr>
            <a:spLocks noGrp="1"/>
          </p:cNvSpPr>
          <p:nvPr>
            <p:ph type="body" idx="1"/>
          </p:nvPr>
        </p:nvSpPr>
        <p:spPr>
          <a:xfrm>
            <a:off x="425757" y="1312743"/>
            <a:ext cx="9118708" cy="2294474"/>
          </a:xfrm>
          <a:prstGeom prst="rect">
            <a:avLst/>
          </a:prstGeom>
        </p:spPr>
        <p:txBody>
          <a:bodyPr vert="horz"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4608972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Lst>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txStyles>
    <p:titleStyle>
      <a:lvl1pPr algn="l" defTabSz="1035598" rtl="0" eaLnBrk="1" latinLnBrk="0" hangingPunct="1">
        <a:lnSpc>
          <a:spcPct val="90000"/>
        </a:lnSpc>
        <a:spcBef>
          <a:spcPct val="0"/>
        </a:spcBef>
        <a:buNone/>
        <a:defRPr lang="en-US" sz="6100" b="0" kern="1200" cap="none" spc="-113" baseline="0" dirty="0" smtClean="0">
          <a:ln w="3175">
            <a:noFill/>
          </a:ln>
          <a:solidFill>
            <a:schemeClr val="tx1">
              <a:alpha val="99000"/>
            </a:schemeClr>
          </a:solidFill>
          <a:effectLst/>
          <a:latin typeface="+mj-lt"/>
          <a:ea typeface="+mn-ea"/>
          <a:cs typeface="Arial" charset="0"/>
        </a:defRPr>
      </a:lvl1pPr>
    </p:titleStyle>
    <p:bodyStyle>
      <a:lvl1pPr marL="384769" marR="0" indent="-384769" algn="l" defTabSz="1035598" rtl="0" eaLnBrk="1" fontAlgn="auto" latinLnBrk="0" hangingPunct="1">
        <a:lnSpc>
          <a:spcPct val="90000"/>
        </a:lnSpc>
        <a:spcBef>
          <a:spcPct val="20000"/>
        </a:spcBef>
        <a:spcAft>
          <a:spcPts val="0"/>
        </a:spcAft>
        <a:buClrTx/>
        <a:buSzPct val="90000"/>
        <a:buFont typeface="Arial" pitchFamily="34" charset="0"/>
        <a:buChar char="•"/>
        <a:tabLst/>
        <a:defRPr sz="4100" kern="1200" spc="-79" baseline="0">
          <a:solidFill>
            <a:schemeClr val="tx1">
              <a:alpha val="99000"/>
            </a:schemeClr>
          </a:solidFill>
          <a:latin typeface="+mj-lt"/>
          <a:ea typeface="+mn-ea"/>
          <a:cs typeface="+mn-cs"/>
        </a:defRPr>
      </a:lvl1pPr>
      <a:lvl2pPr marL="649073" marR="0" indent="-264304" algn="l" defTabSz="1035598" rtl="0" eaLnBrk="1" fontAlgn="auto" latinLnBrk="0" hangingPunct="1">
        <a:lnSpc>
          <a:spcPct val="90000"/>
        </a:lnSpc>
        <a:spcBef>
          <a:spcPct val="20000"/>
        </a:spcBef>
        <a:spcAft>
          <a:spcPts val="0"/>
        </a:spcAft>
        <a:buClrTx/>
        <a:buSzPct val="90000"/>
        <a:buFont typeface="Wingdings" pitchFamily="2" charset="2"/>
        <a:buChar char=""/>
        <a:tabLst/>
        <a:defRPr sz="2800" kern="1200" spc="0" baseline="0">
          <a:solidFill>
            <a:schemeClr val="tx1">
              <a:alpha val="99000"/>
            </a:schemeClr>
          </a:solidFill>
          <a:latin typeface="+mn-lt"/>
          <a:ea typeface="+mn-ea"/>
          <a:cs typeface="+mn-cs"/>
        </a:defRPr>
      </a:lvl2pPr>
      <a:lvl3pPr marL="904388" marR="0" indent="-255314" algn="l" defTabSz="1035598" rtl="0" eaLnBrk="1" fontAlgn="auto" latinLnBrk="0" hangingPunct="1">
        <a:lnSpc>
          <a:spcPct val="90000"/>
        </a:lnSpc>
        <a:spcBef>
          <a:spcPct val="20000"/>
        </a:spcBef>
        <a:spcAft>
          <a:spcPts val="0"/>
        </a:spcAft>
        <a:buClrTx/>
        <a:buSzPct val="90000"/>
        <a:buFont typeface="Wingdings" pitchFamily="2" charset="2"/>
        <a:buChar char=""/>
        <a:tabLst>
          <a:tab pos="904388" algn="l"/>
        </a:tabLst>
        <a:defRPr sz="2800" kern="1200" spc="0" baseline="0">
          <a:solidFill>
            <a:schemeClr val="tx1">
              <a:alpha val="99000"/>
            </a:schemeClr>
          </a:solidFill>
          <a:latin typeface="+mn-lt"/>
          <a:ea typeface="+mn-ea"/>
          <a:cs typeface="+mn-cs"/>
        </a:defRPr>
      </a:lvl3pPr>
      <a:lvl4pPr marL="1166894" marR="0" indent="-262506" algn="l" defTabSz="1035598" rtl="0" eaLnBrk="1" fontAlgn="auto" latinLnBrk="0" hangingPunct="1">
        <a:lnSpc>
          <a:spcPct val="90000"/>
        </a:lnSpc>
        <a:spcBef>
          <a:spcPct val="20000"/>
        </a:spcBef>
        <a:spcAft>
          <a:spcPts val="0"/>
        </a:spcAft>
        <a:buClrTx/>
        <a:buSzPct val="90000"/>
        <a:buFont typeface="Wingdings" pitchFamily="2" charset="2"/>
        <a:buChar char=""/>
        <a:tabLst/>
        <a:defRPr sz="2300" kern="1200" spc="0" baseline="0">
          <a:solidFill>
            <a:schemeClr val="tx1">
              <a:alpha val="99000"/>
            </a:schemeClr>
          </a:solidFill>
          <a:latin typeface="+mn-lt"/>
          <a:ea typeface="+mn-ea"/>
          <a:cs typeface="+mn-cs"/>
        </a:defRPr>
      </a:lvl4pPr>
      <a:lvl5pPr marL="1422208" marR="0" indent="-255314" algn="l" defTabSz="1035598" rtl="0" eaLnBrk="1" fontAlgn="auto" latinLnBrk="0" hangingPunct="1">
        <a:lnSpc>
          <a:spcPct val="90000"/>
        </a:lnSpc>
        <a:spcBef>
          <a:spcPct val="20000"/>
        </a:spcBef>
        <a:spcAft>
          <a:spcPts val="0"/>
        </a:spcAft>
        <a:buClrTx/>
        <a:buSzPct val="90000"/>
        <a:buFont typeface="Wingdings" pitchFamily="2" charset="2"/>
        <a:buChar char=""/>
        <a:tabLst>
          <a:tab pos="1422208" algn="l"/>
        </a:tabLst>
        <a:defRPr sz="2300" kern="1200" spc="0" baseline="0">
          <a:solidFill>
            <a:schemeClr val="tx1">
              <a:alpha val="99000"/>
            </a:schemeClr>
          </a:solidFill>
          <a:latin typeface="+mn-lt"/>
          <a:ea typeface="+mn-ea"/>
          <a:cs typeface="+mn-cs"/>
        </a:defRPr>
      </a:lvl5pPr>
      <a:lvl6pPr marL="2847896" indent="-258900" algn="l" defTabSz="1035598"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65696" indent="-258900" algn="l" defTabSz="1035598"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883495" indent="-258900" algn="l" defTabSz="1035598"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01296" indent="-258900" algn="l" defTabSz="1035598"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en-US"/>
      </a:defPPr>
      <a:lvl1pPr marL="0" algn="l" defTabSz="1035598" rtl="0" eaLnBrk="1" latinLnBrk="0" hangingPunct="1">
        <a:defRPr sz="2000" kern="1200">
          <a:solidFill>
            <a:schemeClr val="tx1"/>
          </a:solidFill>
          <a:latin typeface="+mn-lt"/>
          <a:ea typeface="+mn-ea"/>
          <a:cs typeface="+mn-cs"/>
        </a:defRPr>
      </a:lvl1pPr>
      <a:lvl2pPr marL="517800" algn="l" defTabSz="1035598" rtl="0" eaLnBrk="1" latinLnBrk="0" hangingPunct="1">
        <a:defRPr sz="2000" kern="1200">
          <a:solidFill>
            <a:schemeClr val="tx1"/>
          </a:solidFill>
          <a:latin typeface="+mn-lt"/>
          <a:ea typeface="+mn-ea"/>
          <a:cs typeface="+mn-cs"/>
        </a:defRPr>
      </a:lvl2pPr>
      <a:lvl3pPr marL="1035598" algn="l" defTabSz="1035598" rtl="0" eaLnBrk="1" latinLnBrk="0" hangingPunct="1">
        <a:defRPr sz="2000" kern="1200">
          <a:solidFill>
            <a:schemeClr val="tx1"/>
          </a:solidFill>
          <a:latin typeface="+mn-lt"/>
          <a:ea typeface="+mn-ea"/>
          <a:cs typeface="+mn-cs"/>
        </a:defRPr>
      </a:lvl3pPr>
      <a:lvl4pPr marL="1553399" algn="l" defTabSz="1035598" rtl="0" eaLnBrk="1" latinLnBrk="0" hangingPunct="1">
        <a:defRPr sz="2000" kern="1200">
          <a:solidFill>
            <a:schemeClr val="tx1"/>
          </a:solidFill>
          <a:latin typeface="+mn-lt"/>
          <a:ea typeface="+mn-ea"/>
          <a:cs typeface="+mn-cs"/>
        </a:defRPr>
      </a:lvl4pPr>
      <a:lvl5pPr marL="2071199" algn="l" defTabSz="1035598" rtl="0" eaLnBrk="1" latinLnBrk="0" hangingPunct="1">
        <a:defRPr sz="2000" kern="1200">
          <a:solidFill>
            <a:schemeClr val="tx1"/>
          </a:solidFill>
          <a:latin typeface="+mn-lt"/>
          <a:ea typeface="+mn-ea"/>
          <a:cs typeface="+mn-cs"/>
        </a:defRPr>
      </a:lvl5pPr>
      <a:lvl6pPr marL="2588997" algn="l" defTabSz="1035598" rtl="0" eaLnBrk="1" latinLnBrk="0" hangingPunct="1">
        <a:defRPr sz="2000" kern="1200">
          <a:solidFill>
            <a:schemeClr val="tx1"/>
          </a:solidFill>
          <a:latin typeface="+mn-lt"/>
          <a:ea typeface="+mn-ea"/>
          <a:cs typeface="+mn-cs"/>
        </a:defRPr>
      </a:lvl6pPr>
      <a:lvl7pPr marL="3106796" algn="l" defTabSz="1035598" rtl="0" eaLnBrk="1" latinLnBrk="0" hangingPunct="1">
        <a:defRPr sz="2000" kern="1200">
          <a:solidFill>
            <a:schemeClr val="tx1"/>
          </a:solidFill>
          <a:latin typeface="+mn-lt"/>
          <a:ea typeface="+mn-ea"/>
          <a:cs typeface="+mn-cs"/>
        </a:defRPr>
      </a:lvl7pPr>
      <a:lvl8pPr marL="3624597" algn="l" defTabSz="1035598" rtl="0" eaLnBrk="1" latinLnBrk="0" hangingPunct="1">
        <a:defRPr sz="2000" kern="1200">
          <a:solidFill>
            <a:schemeClr val="tx1"/>
          </a:solidFill>
          <a:latin typeface="+mn-lt"/>
          <a:ea typeface="+mn-ea"/>
          <a:cs typeface="+mn-cs"/>
        </a:defRPr>
      </a:lvl8pPr>
      <a:lvl9pPr marL="4142395" algn="l" defTabSz="1035598"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36353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4462" y="207276"/>
            <a:ext cx="9116111" cy="511287"/>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424460" y="1312740"/>
            <a:ext cx="9116111" cy="1742015"/>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73631940"/>
      </p:ext>
    </p:extLst>
  </p:cSld>
  <p:clrMap bg1="dk1" tx1="lt1" bg2="dk2" tx2="lt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Lst>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txStyles>
    <p:titleStyle>
      <a:lvl1pPr algn="l" defTabSz="776803" rtl="0" eaLnBrk="1" latinLnBrk="0" hangingPunct="1">
        <a:lnSpc>
          <a:spcPct val="90000"/>
        </a:lnSpc>
        <a:spcBef>
          <a:spcPct val="0"/>
        </a:spcBef>
        <a:buNone/>
        <a:defRPr lang="en-US" sz="3700" b="0" kern="1200" cap="none" spc="-86" baseline="0" dirty="0" smtClean="0">
          <a:ln w="3175">
            <a:noFill/>
          </a:ln>
          <a:gradFill flip="none" rotWithShape="1">
            <a:gsLst>
              <a:gs pos="0">
                <a:schemeClr val="tx1"/>
              </a:gs>
              <a:gs pos="86000">
                <a:schemeClr val="tx1"/>
              </a:gs>
            </a:gsLst>
            <a:lin ang="5400000" scaled="0"/>
            <a:tileRect/>
          </a:gradFill>
          <a:effectLst/>
          <a:latin typeface="+mj-lt"/>
          <a:ea typeface="+mn-ea"/>
          <a:cs typeface="Arial" charset="0"/>
        </a:defRPr>
      </a:lvl1pPr>
    </p:titleStyle>
    <p:bodyStyle>
      <a:lvl1pPr marL="391113" indent="-391113" algn="l" defTabSz="776803" rtl="0" eaLnBrk="1" latinLnBrk="0" hangingPunct="1">
        <a:lnSpc>
          <a:spcPct val="90000"/>
        </a:lnSpc>
        <a:spcBef>
          <a:spcPct val="20000"/>
        </a:spcBef>
        <a:buSzPct val="90000"/>
        <a:buFontTx/>
        <a:buBlip>
          <a:blip r:embed="rId19"/>
        </a:buBlip>
        <a:defRPr sz="2800" kern="1200">
          <a:gradFill>
            <a:gsLst>
              <a:gs pos="0">
                <a:schemeClr val="tx1"/>
              </a:gs>
              <a:gs pos="86000">
                <a:schemeClr val="tx1"/>
              </a:gs>
            </a:gsLst>
            <a:lin ang="5400000" scaled="0"/>
          </a:gradFill>
          <a:latin typeface="+mn-lt"/>
          <a:ea typeface="+mn-ea"/>
          <a:cs typeface="+mn-cs"/>
        </a:defRPr>
      </a:lvl1pPr>
      <a:lvl2pPr marL="726934" indent="-335820" algn="l" defTabSz="776803" rtl="0" eaLnBrk="1" latinLnBrk="0" hangingPunct="1">
        <a:lnSpc>
          <a:spcPct val="90000"/>
        </a:lnSpc>
        <a:spcBef>
          <a:spcPct val="20000"/>
        </a:spcBef>
        <a:buSzPct val="90000"/>
        <a:buFontTx/>
        <a:buBlip>
          <a:blip r:embed="rId19"/>
        </a:buBlip>
        <a:defRPr sz="2400" kern="1200">
          <a:gradFill>
            <a:gsLst>
              <a:gs pos="0">
                <a:schemeClr val="tx1"/>
              </a:gs>
              <a:gs pos="86000">
                <a:schemeClr val="tx1"/>
              </a:gs>
            </a:gsLst>
            <a:lin ang="5400000" scaled="0"/>
          </a:gradFill>
          <a:latin typeface="+mn-lt"/>
          <a:ea typeface="+mn-ea"/>
          <a:cs typeface="+mn-cs"/>
        </a:defRPr>
      </a:lvl2pPr>
      <a:lvl3pPr marL="1069496" indent="-342562" algn="l" defTabSz="776803" rtl="0" eaLnBrk="1" latinLnBrk="0" hangingPunct="1">
        <a:lnSpc>
          <a:spcPct val="90000"/>
        </a:lnSpc>
        <a:spcBef>
          <a:spcPct val="20000"/>
        </a:spcBef>
        <a:buSzPct val="90000"/>
        <a:buFontTx/>
        <a:buBlip>
          <a:blip r:embed="rId19"/>
        </a:buBlip>
        <a:defRPr sz="2000" kern="1200">
          <a:gradFill>
            <a:gsLst>
              <a:gs pos="0">
                <a:schemeClr val="tx1"/>
              </a:gs>
              <a:gs pos="86000">
                <a:schemeClr val="tx1"/>
              </a:gs>
            </a:gsLst>
            <a:lin ang="5400000" scaled="0"/>
          </a:gradFill>
          <a:latin typeface="+mn-lt"/>
          <a:ea typeface="+mn-ea"/>
          <a:cs typeface="+mn-cs"/>
        </a:defRPr>
      </a:lvl3pPr>
      <a:lvl4pPr marL="1363506" indent="-294011" algn="l" defTabSz="776803" rtl="0" eaLnBrk="1" latinLnBrk="0" hangingPunct="1">
        <a:lnSpc>
          <a:spcPct val="90000"/>
        </a:lnSpc>
        <a:spcBef>
          <a:spcPct val="20000"/>
        </a:spcBef>
        <a:buSzPct val="90000"/>
        <a:buFontTx/>
        <a:buBlip>
          <a:blip r:embed="rId19"/>
        </a:buBlip>
        <a:defRPr sz="1800" kern="1200">
          <a:gradFill>
            <a:gsLst>
              <a:gs pos="0">
                <a:schemeClr val="tx1"/>
              </a:gs>
              <a:gs pos="86000">
                <a:schemeClr val="tx1"/>
              </a:gs>
            </a:gsLst>
            <a:lin ang="5400000" scaled="0"/>
          </a:gradFill>
          <a:latin typeface="+mn-lt"/>
          <a:ea typeface="+mn-ea"/>
          <a:cs typeface="+mn-cs"/>
        </a:defRPr>
      </a:lvl4pPr>
      <a:lvl5pPr marL="1649423" indent="-285918" algn="l" defTabSz="776803" rtl="0" eaLnBrk="1" latinLnBrk="0" hangingPunct="1">
        <a:lnSpc>
          <a:spcPct val="90000"/>
        </a:lnSpc>
        <a:spcBef>
          <a:spcPct val="20000"/>
        </a:spcBef>
        <a:buSzPct val="90000"/>
        <a:buFontTx/>
        <a:buBlip>
          <a:blip r:embed="rId19"/>
        </a:buBlip>
        <a:defRPr sz="1800" kern="1200">
          <a:gradFill>
            <a:gsLst>
              <a:gs pos="0">
                <a:schemeClr val="tx1"/>
              </a:gs>
              <a:gs pos="86000">
                <a:schemeClr val="tx1"/>
              </a:gs>
            </a:gsLst>
            <a:lin ang="5400000" scaled="0"/>
          </a:gradFill>
          <a:latin typeface="+mn-lt"/>
          <a:ea typeface="+mn-ea"/>
          <a:cs typeface="+mn-cs"/>
        </a:defRPr>
      </a:lvl5pPr>
      <a:lvl6pPr marL="2136207" indent="-194201" algn="l" defTabSz="776803"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524609" indent="-194201" algn="l" defTabSz="776803"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2913011" indent="-194201" algn="l" defTabSz="776803"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301412" indent="-194201" algn="l" defTabSz="776803"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776803" rtl="0" eaLnBrk="1" latinLnBrk="0" hangingPunct="1">
        <a:defRPr sz="1700" kern="1200">
          <a:solidFill>
            <a:schemeClr val="tx1"/>
          </a:solidFill>
          <a:latin typeface="+mn-lt"/>
          <a:ea typeface="+mn-ea"/>
          <a:cs typeface="+mn-cs"/>
        </a:defRPr>
      </a:lvl1pPr>
      <a:lvl2pPr marL="388402" algn="l" defTabSz="776803" rtl="0" eaLnBrk="1" latinLnBrk="0" hangingPunct="1">
        <a:defRPr sz="1700" kern="1200">
          <a:solidFill>
            <a:schemeClr val="tx1"/>
          </a:solidFill>
          <a:latin typeface="+mn-lt"/>
          <a:ea typeface="+mn-ea"/>
          <a:cs typeface="+mn-cs"/>
        </a:defRPr>
      </a:lvl2pPr>
      <a:lvl3pPr marL="776803" algn="l" defTabSz="776803" rtl="0" eaLnBrk="1" latinLnBrk="0" hangingPunct="1">
        <a:defRPr sz="1700" kern="1200">
          <a:solidFill>
            <a:schemeClr val="tx1"/>
          </a:solidFill>
          <a:latin typeface="+mn-lt"/>
          <a:ea typeface="+mn-ea"/>
          <a:cs typeface="+mn-cs"/>
        </a:defRPr>
      </a:lvl3pPr>
      <a:lvl4pPr marL="1165205" algn="l" defTabSz="776803" rtl="0" eaLnBrk="1" latinLnBrk="0" hangingPunct="1">
        <a:defRPr sz="1700" kern="1200">
          <a:solidFill>
            <a:schemeClr val="tx1"/>
          </a:solidFill>
          <a:latin typeface="+mn-lt"/>
          <a:ea typeface="+mn-ea"/>
          <a:cs typeface="+mn-cs"/>
        </a:defRPr>
      </a:lvl4pPr>
      <a:lvl5pPr marL="1553605" algn="l" defTabSz="776803" rtl="0" eaLnBrk="1" latinLnBrk="0" hangingPunct="1">
        <a:defRPr sz="1700" kern="1200">
          <a:solidFill>
            <a:schemeClr val="tx1"/>
          </a:solidFill>
          <a:latin typeface="+mn-lt"/>
          <a:ea typeface="+mn-ea"/>
          <a:cs typeface="+mn-cs"/>
        </a:defRPr>
      </a:lvl5pPr>
      <a:lvl6pPr marL="1942007" algn="l" defTabSz="776803" rtl="0" eaLnBrk="1" latinLnBrk="0" hangingPunct="1">
        <a:defRPr sz="1700" kern="1200">
          <a:solidFill>
            <a:schemeClr val="tx1"/>
          </a:solidFill>
          <a:latin typeface="+mn-lt"/>
          <a:ea typeface="+mn-ea"/>
          <a:cs typeface="+mn-cs"/>
        </a:defRPr>
      </a:lvl6pPr>
      <a:lvl7pPr marL="2330408" algn="l" defTabSz="776803" rtl="0" eaLnBrk="1" latinLnBrk="0" hangingPunct="1">
        <a:defRPr sz="1700" kern="1200">
          <a:solidFill>
            <a:schemeClr val="tx1"/>
          </a:solidFill>
          <a:latin typeface="+mn-lt"/>
          <a:ea typeface="+mn-ea"/>
          <a:cs typeface="+mn-cs"/>
        </a:defRPr>
      </a:lvl7pPr>
      <a:lvl8pPr marL="2718810" algn="l" defTabSz="776803" rtl="0" eaLnBrk="1" latinLnBrk="0" hangingPunct="1">
        <a:defRPr sz="1700" kern="1200">
          <a:solidFill>
            <a:schemeClr val="tx1"/>
          </a:solidFill>
          <a:latin typeface="+mn-lt"/>
          <a:ea typeface="+mn-ea"/>
          <a:cs typeface="+mn-cs"/>
        </a:defRPr>
      </a:lvl8pPr>
      <a:lvl9pPr marL="3107210" algn="l" defTabSz="776803" rtl="0" eaLnBrk="1" latinLnBrk="0" hangingPunct="1">
        <a:defRPr sz="17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36353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4462" y="207276"/>
            <a:ext cx="9116111" cy="511287"/>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424460" y="1312740"/>
            <a:ext cx="9116111" cy="1742015"/>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3437042784"/>
      </p:ext>
    </p:extLst>
  </p:cSld>
  <p:clrMap bg1="dk1" tx1="lt1" bg2="dk2" tx2="lt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Lst>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txStyles>
    <p:titleStyle>
      <a:lvl1pPr algn="l" defTabSz="776803" rtl="0" eaLnBrk="1" latinLnBrk="0" hangingPunct="1">
        <a:lnSpc>
          <a:spcPct val="90000"/>
        </a:lnSpc>
        <a:spcBef>
          <a:spcPct val="0"/>
        </a:spcBef>
        <a:buNone/>
        <a:defRPr lang="en-US" sz="3700" b="0" kern="1200" cap="none" spc="-86" baseline="0" dirty="0" smtClean="0">
          <a:ln w="3175">
            <a:noFill/>
          </a:ln>
          <a:gradFill flip="none" rotWithShape="1">
            <a:gsLst>
              <a:gs pos="0">
                <a:schemeClr val="tx1"/>
              </a:gs>
              <a:gs pos="86000">
                <a:schemeClr val="tx1"/>
              </a:gs>
            </a:gsLst>
            <a:lin ang="5400000" scaled="0"/>
            <a:tileRect/>
          </a:gradFill>
          <a:effectLst/>
          <a:latin typeface="+mj-lt"/>
          <a:ea typeface="+mn-ea"/>
          <a:cs typeface="Arial" charset="0"/>
        </a:defRPr>
      </a:lvl1pPr>
    </p:titleStyle>
    <p:bodyStyle>
      <a:lvl1pPr marL="391113" indent="-391113" algn="l" defTabSz="776803" rtl="0" eaLnBrk="1" latinLnBrk="0" hangingPunct="1">
        <a:lnSpc>
          <a:spcPct val="90000"/>
        </a:lnSpc>
        <a:spcBef>
          <a:spcPct val="20000"/>
        </a:spcBef>
        <a:buSzPct val="90000"/>
        <a:buFontTx/>
        <a:buBlip>
          <a:blip r:embed="rId22"/>
        </a:buBlip>
        <a:defRPr sz="2800" kern="1200">
          <a:gradFill>
            <a:gsLst>
              <a:gs pos="0">
                <a:schemeClr val="tx1"/>
              </a:gs>
              <a:gs pos="86000">
                <a:schemeClr val="tx1"/>
              </a:gs>
            </a:gsLst>
            <a:lin ang="5400000" scaled="0"/>
          </a:gradFill>
          <a:latin typeface="+mn-lt"/>
          <a:ea typeface="+mn-ea"/>
          <a:cs typeface="+mn-cs"/>
        </a:defRPr>
      </a:lvl1pPr>
      <a:lvl2pPr marL="726934" indent="-335820" algn="l" defTabSz="776803" rtl="0" eaLnBrk="1" latinLnBrk="0" hangingPunct="1">
        <a:lnSpc>
          <a:spcPct val="90000"/>
        </a:lnSpc>
        <a:spcBef>
          <a:spcPct val="20000"/>
        </a:spcBef>
        <a:buSzPct val="90000"/>
        <a:buFontTx/>
        <a:buBlip>
          <a:blip r:embed="rId22"/>
        </a:buBlip>
        <a:defRPr sz="2400" kern="1200">
          <a:gradFill>
            <a:gsLst>
              <a:gs pos="0">
                <a:schemeClr val="tx1"/>
              </a:gs>
              <a:gs pos="86000">
                <a:schemeClr val="tx1"/>
              </a:gs>
            </a:gsLst>
            <a:lin ang="5400000" scaled="0"/>
          </a:gradFill>
          <a:latin typeface="+mn-lt"/>
          <a:ea typeface="+mn-ea"/>
          <a:cs typeface="+mn-cs"/>
        </a:defRPr>
      </a:lvl2pPr>
      <a:lvl3pPr marL="1069496" indent="-342562" algn="l" defTabSz="776803" rtl="0" eaLnBrk="1" latinLnBrk="0" hangingPunct="1">
        <a:lnSpc>
          <a:spcPct val="90000"/>
        </a:lnSpc>
        <a:spcBef>
          <a:spcPct val="20000"/>
        </a:spcBef>
        <a:buSzPct val="90000"/>
        <a:buFontTx/>
        <a:buBlip>
          <a:blip r:embed="rId22"/>
        </a:buBlip>
        <a:defRPr sz="2000" kern="1200">
          <a:gradFill>
            <a:gsLst>
              <a:gs pos="0">
                <a:schemeClr val="tx1"/>
              </a:gs>
              <a:gs pos="86000">
                <a:schemeClr val="tx1"/>
              </a:gs>
            </a:gsLst>
            <a:lin ang="5400000" scaled="0"/>
          </a:gradFill>
          <a:latin typeface="+mn-lt"/>
          <a:ea typeface="+mn-ea"/>
          <a:cs typeface="+mn-cs"/>
        </a:defRPr>
      </a:lvl3pPr>
      <a:lvl4pPr marL="1363506" indent="-294011" algn="l" defTabSz="776803" rtl="0" eaLnBrk="1" latinLnBrk="0" hangingPunct="1">
        <a:lnSpc>
          <a:spcPct val="90000"/>
        </a:lnSpc>
        <a:spcBef>
          <a:spcPct val="20000"/>
        </a:spcBef>
        <a:buSzPct val="90000"/>
        <a:buFontTx/>
        <a:buBlip>
          <a:blip r:embed="rId22"/>
        </a:buBlip>
        <a:defRPr sz="1800" kern="1200">
          <a:gradFill>
            <a:gsLst>
              <a:gs pos="0">
                <a:schemeClr val="tx1"/>
              </a:gs>
              <a:gs pos="86000">
                <a:schemeClr val="tx1"/>
              </a:gs>
            </a:gsLst>
            <a:lin ang="5400000" scaled="0"/>
          </a:gradFill>
          <a:latin typeface="+mn-lt"/>
          <a:ea typeface="+mn-ea"/>
          <a:cs typeface="+mn-cs"/>
        </a:defRPr>
      </a:lvl4pPr>
      <a:lvl5pPr marL="1649423" indent="-285918" algn="l" defTabSz="776803" rtl="0" eaLnBrk="1" latinLnBrk="0" hangingPunct="1">
        <a:lnSpc>
          <a:spcPct val="90000"/>
        </a:lnSpc>
        <a:spcBef>
          <a:spcPct val="20000"/>
        </a:spcBef>
        <a:buSzPct val="90000"/>
        <a:buFontTx/>
        <a:buBlip>
          <a:blip r:embed="rId22"/>
        </a:buBlip>
        <a:defRPr sz="1800" kern="1200">
          <a:gradFill>
            <a:gsLst>
              <a:gs pos="0">
                <a:schemeClr val="tx1"/>
              </a:gs>
              <a:gs pos="86000">
                <a:schemeClr val="tx1"/>
              </a:gs>
            </a:gsLst>
            <a:lin ang="5400000" scaled="0"/>
          </a:gradFill>
          <a:latin typeface="+mn-lt"/>
          <a:ea typeface="+mn-ea"/>
          <a:cs typeface="+mn-cs"/>
        </a:defRPr>
      </a:lvl5pPr>
      <a:lvl6pPr marL="2136207" indent="-194201" algn="l" defTabSz="776803"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524609" indent="-194201" algn="l" defTabSz="776803"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2913011" indent="-194201" algn="l" defTabSz="776803"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301412" indent="-194201" algn="l" defTabSz="776803"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776803" rtl="0" eaLnBrk="1" latinLnBrk="0" hangingPunct="1">
        <a:defRPr sz="1700" kern="1200">
          <a:solidFill>
            <a:schemeClr val="tx1"/>
          </a:solidFill>
          <a:latin typeface="+mn-lt"/>
          <a:ea typeface="+mn-ea"/>
          <a:cs typeface="+mn-cs"/>
        </a:defRPr>
      </a:lvl1pPr>
      <a:lvl2pPr marL="388402" algn="l" defTabSz="776803" rtl="0" eaLnBrk="1" latinLnBrk="0" hangingPunct="1">
        <a:defRPr sz="1700" kern="1200">
          <a:solidFill>
            <a:schemeClr val="tx1"/>
          </a:solidFill>
          <a:latin typeface="+mn-lt"/>
          <a:ea typeface="+mn-ea"/>
          <a:cs typeface="+mn-cs"/>
        </a:defRPr>
      </a:lvl2pPr>
      <a:lvl3pPr marL="776803" algn="l" defTabSz="776803" rtl="0" eaLnBrk="1" latinLnBrk="0" hangingPunct="1">
        <a:defRPr sz="1700" kern="1200">
          <a:solidFill>
            <a:schemeClr val="tx1"/>
          </a:solidFill>
          <a:latin typeface="+mn-lt"/>
          <a:ea typeface="+mn-ea"/>
          <a:cs typeface="+mn-cs"/>
        </a:defRPr>
      </a:lvl3pPr>
      <a:lvl4pPr marL="1165205" algn="l" defTabSz="776803" rtl="0" eaLnBrk="1" latinLnBrk="0" hangingPunct="1">
        <a:defRPr sz="1700" kern="1200">
          <a:solidFill>
            <a:schemeClr val="tx1"/>
          </a:solidFill>
          <a:latin typeface="+mn-lt"/>
          <a:ea typeface="+mn-ea"/>
          <a:cs typeface="+mn-cs"/>
        </a:defRPr>
      </a:lvl4pPr>
      <a:lvl5pPr marL="1553605" algn="l" defTabSz="776803" rtl="0" eaLnBrk="1" latinLnBrk="0" hangingPunct="1">
        <a:defRPr sz="1700" kern="1200">
          <a:solidFill>
            <a:schemeClr val="tx1"/>
          </a:solidFill>
          <a:latin typeface="+mn-lt"/>
          <a:ea typeface="+mn-ea"/>
          <a:cs typeface="+mn-cs"/>
        </a:defRPr>
      </a:lvl5pPr>
      <a:lvl6pPr marL="1942007" algn="l" defTabSz="776803" rtl="0" eaLnBrk="1" latinLnBrk="0" hangingPunct="1">
        <a:defRPr sz="1700" kern="1200">
          <a:solidFill>
            <a:schemeClr val="tx1"/>
          </a:solidFill>
          <a:latin typeface="+mn-lt"/>
          <a:ea typeface="+mn-ea"/>
          <a:cs typeface="+mn-cs"/>
        </a:defRPr>
      </a:lvl6pPr>
      <a:lvl7pPr marL="2330408" algn="l" defTabSz="776803" rtl="0" eaLnBrk="1" latinLnBrk="0" hangingPunct="1">
        <a:defRPr sz="1700" kern="1200">
          <a:solidFill>
            <a:schemeClr val="tx1"/>
          </a:solidFill>
          <a:latin typeface="+mn-lt"/>
          <a:ea typeface="+mn-ea"/>
          <a:cs typeface="+mn-cs"/>
        </a:defRPr>
      </a:lvl7pPr>
      <a:lvl8pPr marL="2718810" algn="l" defTabSz="776803" rtl="0" eaLnBrk="1" latinLnBrk="0" hangingPunct="1">
        <a:defRPr sz="1700" kern="1200">
          <a:solidFill>
            <a:schemeClr val="tx1"/>
          </a:solidFill>
          <a:latin typeface="+mn-lt"/>
          <a:ea typeface="+mn-ea"/>
          <a:cs typeface="+mn-cs"/>
        </a:defRPr>
      </a:lvl8pPr>
      <a:lvl9pPr marL="3107210" algn="l" defTabSz="776803" rtl="0" eaLnBrk="1" latinLnBrk="0" hangingPunct="1">
        <a:defRPr sz="17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36353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4459" y="207274"/>
            <a:ext cx="9116111" cy="511287"/>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424459" y="1312739"/>
            <a:ext cx="9116111" cy="1742015"/>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4130136500"/>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 id="2147483750" r:id="rId18"/>
  </p:sldLayoutIdLst>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txStyles>
    <p:titleStyle>
      <a:lvl1pPr algn="l" defTabSz="776835" rtl="0" eaLnBrk="1" latinLnBrk="0" hangingPunct="1">
        <a:lnSpc>
          <a:spcPct val="90000"/>
        </a:lnSpc>
        <a:spcBef>
          <a:spcPct val="0"/>
        </a:spcBef>
        <a:buNone/>
        <a:defRPr lang="en-US" sz="3700" b="0" kern="1200" cap="none" spc="-86" baseline="0" dirty="0" smtClean="0">
          <a:ln w="3175">
            <a:noFill/>
          </a:ln>
          <a:gradFill flip="none" rotWithShape="1">
            <a:gsLst>
              <a:gs pos="0">
                <a:schemeClr val="tx1"/>
              </a:gs>
              <a:gs pos="86000">
                <a:schemeClr val="tx1"/>
              </a:gs>
            </a:gsLst>
            <a:lin ang="5400000" scaled="0"/>
            <a:tileRect/>
          </a:gradFill>
          <a:effectLst/>
          <a:latin typeface="+mj-lt"/>
          <a:ea typeface="+mn-ea"/>
          <a:cs typeface="Arial" charset="0"/>
        </a:defRPr>
      </a:lvl1pPr>
    </p:titleStyle>
    <p:bodyStyle>
      <a:lvl1pPr marL="391130" indent="-391130" algn="l" defTabSz="776835" rtl="0" eaLnBrk="1" latinLnBrk="0" hangingPunct="1">
        <a:lnSpc>
          <a:spcPct val="90000"/>
        </a:lnSpc>
        <a:spcBef>
          <a:spcPct val="20000"/>
        </a:spcBef>
        <a:buSzPct val="90000"/>
        <a:buFontTx/>
        <a:buBlip>
          <a:blip r:embed="rId20"/>
        </a:buBlip>
        <a:defRPr sz="2800" kern="1200">
          <a:gradFill>
            <a:gsLst>
              <a:gs pos="0">
                <a:schemeClr val="tx1"/>
              </a:gs>
              <a:gs pos="86000">
                <a:schemeClr val="tx1"/>
              </a:gs>
            </a:gsLst>
            <a:lin ang="5400000" scaled="0"/>
          </a:gradFill>
          <a:latin typeface="+mn-lt"/>
          <a:ea typeface="+mn-ea"/>
          <a:cs typeface="+mn-cs"/>
        </a:defRPr>
      </a:lvl1pPr>
      <a:lvl2pPr marL="726964" indent="-335833" algn="l" defTabSz="776835" rtl="0" eaLnBrk="1" latinLnBrk="0" hangingPunct="1">
        <a:lnSpc>
          <a:spcPct val="90000"/>
        </a:lnSpc>
        <a:spcBef>
          <a:spcPct val="20000"/>
        </a:spcBef>
        <a:buSzPct val="90000"/>
        <a:buFontTx/>
        <a:buBlip>
          <a:blip r:embed="rId20"/>
        </a:buBlip>
        <a:defRPr sz="2400" kern="1200">
          <a:gradFill>
            <a:gsLst>
              <a:gs pos="0">
                <a:schemeClr val="tx1"/>
              </a:gs>
              <a:gs pos="86000">
                <a:schemeClr val="tx1"/>
              </a:gs>
            </a:gsLst>
            <a:lin ang="5400000" scaled="0"/>
          </a:gradFill>
          <a:latin typeface="+mn-lt"/>
          <a:ea typeface="+mn-ea"/>
          <a:cs typeface="+mn-cs"/>
        </a:defRPr>
      </a:lvl2pPr>
      <a:lvl3pPr marL="1069540" indent="-342577" algn="l" defTabSz="776835" rtl="0" eaLnBrk="1" latinLnBrk="0" hangingPunct="1">
        <a:lnSpc>
          <a:spcPct val="90000"/>
        </a:lnSpc>
        <a:spcBef>
          <a:spcPct val="20000"/>
        </a:spcBef>
        <a:buSzPct val="90000"/>
        <a:buFontTx/>
        <a:buBlip>
          <a:blip r:embed="rId20"/>
        </a:buBlip>
        <a:defRPr sz="2000" kern="1200">
          <a:gradFill>
            <a:gsLst>
              <a:gs pos="0">
                <a:schemeClr val="tx1"/>
              </a:gs>
              <a:gs pos="86000">
                <a:schemeClr val="tx1"/>
              </a:gs>
            </a:gsLst>
            <a:lin ang="5400000" scaled="0"/>
          </a:gradFill>
          <a:latin typeface="+mn-lt"/>
          <a:ea typeface="+mn-ea"/>
          <a:cs typeface="+mn-cs"/>
        </a:defRPr>
      </a:lvl3pPr>
      <a:lvl4pPr marL="1363563" indent="-294022" algn="l" defTabSz="776835" rtl="0" eaLnBrk="1" latinLnBrk="0" hangingPunct="1">
        <a:lnSpc>
          <a:spcPct val="90000"/>
        </a:lnSpc>
        <a:spcBef>
          <a:spcPct val="20000"/>
        </a:spcBef>
        <a:buSzPct val="90000"/>
        <a:buFontTx/>
        <a:buBlip>
          <a:blip r:embed="rId20"/>
        </a:buBlip>
        <a:defRPr sz="1800" kern="1200">
          <a:gradFill>
            <a:gsLst>
              <a:gs pos="0">
                <a:schemeClr val="tx1"/>
              </a:gs>
              <a:gs pos="86000">
                <a:schemeClr val="tx1"/>
              </a:gs>
            </a:gsLst>
            <a:lin ang="5400000" scaled="0"/>
          </a:gradFill>
          <a:latin typeface="+mn-lt"/>
          <a:ea typeface="+mn-ea"/>
          <a:cs typeface="+mn-cs"/>
        </a:defRPr>
      </a:lvl4pPr>
      <a:lvl5pPr marL="1649492" indent="-285930" algn="l" defTabSz="776835" rtl="0" eaLnBrk="1" latinLnBrk="0" hangingPunct="1">
        <a:lnSpc>
          <a:spcPct val="90000"/>
        </a:lnSpc>
        <a:spcBef>
          <a:spcPct val="20000"/>
        </a:spcBef>
        <a:buSzPct val="90000"/>
        <a:buFontTx/>
        <a:buBlip>
          <a:blip r:embed="rId20"/>
        </a:buBlip>
        <a:defRPr sz="1800" kern="1200">
          <a:gradFill>
            <a:gsLst>
              <a:gs pos="0">
                <a:schemeClr val="tx1"/>
              </a:gs>
              <a:gs pos="86000">
                <a:schemeClr val="tx1"/>
              </a:gs>
            </a:gsLst>
            <a:lin ang="5400000" scaled="0"/>
          </a:gradFill>
          <a:latin typeface="+mn-lt"/>
          <a:ea typeface="+mn-ea"/>
          <a:cs typeface="+mn-cs"/>
        </a:defRPr>
      </a:lvl5pPr>
      <a:lvl6pPr marL="2136297" indent="-194209" algn="l" defTabSz="776835"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524714" indent="-194209" algn="l" defTabSz="776835"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2913132" indent="-194209" algn="l" defTabSz="776835"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301550" indent="-194209" algn="l" defTabSz="776835"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776835" rtl="0" eaLnBrk="1" latinLnBrk="0" hangingPunct="1">
        <a:defRPr sz="1600" kern="1200">
          <a:solidFill>
            <a:schemeClr val="tx1"/>
          </a:solidFill>
          <a:latin typeface="+mn-lt"/>
          <a:ea typeface="+mn-ea"/>
          <a:cs typeface="+mn-cs"/>
        </a:defRPr>
      </a:lvl1pPr>
      <a:lvl2pPr marL="388417" algn="l" defTabSz="776835" rtl="0" eaLnBrk="1" latinLnBrk="0" hangingPunct="1">
        <a:defRPr sz="1600" kern="1200">
          <a:solidFill>
            <a:schemeClr val="tx1"/>
          </a:solidFill>
          <a:latin typeface="+mn-lt"/>
          <a:ea typeface="+mn-ea"/>
          <a:cs typeface="+mn-cs"/>
        </a:defRPr>
      </a:lvl2pPr>
      <a:lvl3pPr marL="776835" algn="l" defTabSz="776835" rtl="0" eaLnBrk="1" latinLnBrk="0" hangingPunct="1">
        <a:defRPr sz="1600" kern="1200">
          <a:solidFill>
            <a:schemeClr val="tx1"/>
          </a:solidFill>
          <a:latin typeface="+mn-lt"/>
          <a:ea typeface="+mn-ea"/>
          <a:cs typeface="+mn-cs"/>
        </a:defRPr>
      </a:lvl3pPr>
      <a:lvl4pPr marL="1165252" algn="l" defTabSz="776835" rtl="0" eaLnBrk="1" latinLnBrk="0" hangingPunct="1">
        <a:defRPr sz="1600" kern="1200">
          <a:solidFill>
            <a:schemeClr val="tx1"/>
          </a:solidFill>
          <a:latin typeface="+mn-lt"/>
          <a:ea typeface="+mn-ea"/>
          <a:cs typeface="+mn-cs"/>
        </a:defRPr>
      </a:lvl4pPr>
      <a:lvl5pPr marL="1553670" algn="l" defTabSz="776835" rtl="0" eaLnBrk="1" latinLnBrk="0" hangingPunct="1">
        <a:defRPr sz="1600" kern="1200">
          <a:solidFill>
            <a:schemeClr val="tx1"/>
          </a:solidFill>
          <a:latin typeface="+mn-lt"/>
          <a:ea typeface="+mn-ea"/>
          <a:cs typeface="+mn-cs"/>
        </a:defRPr>
      </a:lvl5pPr>
      <a:lvl6pPr marL="1942087" algn="l" defTabSz="776835" rtl="0" eaLnBrk="1" latinLnBrk="0" hangingPunct="1">
        <a:defRPr sz="1600" kern="1200">
          <a:solidFill>
            <a:schemeClr val="tx1"/>
          </a:solidFill>
          <a:latin typeface="+mn-lt"/>
          <a:ea typeface="+mn-ea"/>
          <a:cs typeface="+mn-cs"/>
        </a:defRPr>
      </a:lvl6pPr>
      <a:lvl7pPr marL="2330506" algn="l" defTabSz="776835" rtl="0" eaLnBrk="1" latinLnBrk="0" hangingPunct="1">
        <a:defRPr sz="1600" kern="1200">
          <a:solidFill>
            <a:schemeClr val="tx1"/>
          </a:solidFill>
          <a:latin typeface="+mn-lt"/>
          <a:ea typeface="+mn-ea"/>
          <a:cs typeface="+mn-cs"/>
        </a:defRPr>
      </a:lvl7pPr>
      <a:lvl8pPr marL="2718923" algn="l" defTabSz="776835" rtl="0" eaLnBrk="1" latinLnBrk="0" hangingPunct="1">
        <a:defRPr sz="1600" kern="1200">
          <a:solidFill>
            <a:schemeClr val="tx1"/>
          </a:solidFill>
          <a:latin typeface="+mn-lt"/>
          <a:ea typeface="+mn-ea"/>
          <a:cs typeface="+mn-cs"/>
        </a:defRPr>
      </a:lvl8pPr>
      <a:lvl9pPr marL="3107341" algn="l" defTabSz="776835" rtl="0" eaLnBrk="1" latinLnBrk="0" hangingPunct="1">
        <a:defRPr sz="16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4459" y="207276"/>
            <a:ext cx="9116111" cy="632381"/>
          </a:xfrm>
          <a:prstGeom prst="rect">
            <a:avLst/>
          </a:prstGeom>
        </p:spPr>
        <p:txBody>
          <a:bodyPr vert="horz" wrap="square" lIns="0" tIns="0" rIns="0" bIns="0" rtlCol="0" anchor="t">
            <a:spAutoFit/>
          </a:bodyPr>
          <a:lstStyle/>
          <a:p>
            <a:pPr lvl="0"/>
            <a:r>
              <a:rPr lang="en-US" dirty="0" smtClean="0"/>
              <a:t>Click to edit Master title style</a:t>
            </a:r>
            <a:endParaRPr lang="en-US" dirty="0"/>
          </a:p>
        </p:txBody>
      </p:sp>
      <p:sp>
        <p:nvSpPr>
          <p:cNvPr id="3" name="Text Placeholder 2"/>
          <p:cNvSpPr>
            <a:spLocks noGrp="1"/>
          </p:cNvSpPr>
          <p:nvPr>
            <p:ph type="body" idx="1"/>
          </p:nvPr>
        </p:nvSpPr>
        <p:spPr>
          <a:xfrm>
            <a:off x="424459" y="1312739"/>
            <a:ext cx="9116111" cy="1742015"/>
          </a:xfrm>
          <a:prstGeom prst="rect">
            <a:avLst/>
          </a:prstGeom>
        </p:spPr>
        <p:txBody>
          <a:bodyPr vert="horz" wrap="square" lIns="0" tIns="0" rIns="0" bIns="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 xmlns:p14="http://schemas.microsoft.com/office/powerpoint/2010/main" val="2417932193"/>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Lst>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xStyles>
    <p:titleStyle>
      <a:lvl1pPr algn="l" defTabSz="776835" rtl="0" eaLnBrk="1" latinLnBrk="0" hangingPunct="1">
        <a:lnSpc>
          <a:spcPct val="90000"/>
        </a:lnSpc>
        <a:spcBef>
          <a:spcPct val="0"/>
        </a:spcBef>
        <a:buNone/>
        <a:defRPr lang="en-US" sz="4600" b="0" kern="1200" cap="none" spc="-86" baseline="0" dirty="0">
          <a:ln w="3175">
            <a:noFill/>
          </a:ln>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effectLst/>
          <a:latin typeface="Segoe UI Light" pitchFamily="34" charset="0"/>
          <a:ea typeface="+mn-ea"/>
          <a:cs typeface="+mn-cs"/>
        </a:defRPr>
      </a:lvl1pPr>
    </p:titleStyle>
    <p:bodyStyle>
      <a:lvl1pPr marL="294022" indent="-294022" algn="l" defTabSz="776835" rtl="0" eaLnBrk="1" latinLnBrk="0" hangingPunct="1">
        <a:lnSpc>
          <a:spcPct val="90000"/>
        </a:lnSpc>
        <a:spcBef>
          <a:spcPct val="20000"/>
        </a:spcBef>
        <a:buClrTx/>
        <a:buSzPct val="90000"/>
        <a:buFont typeface="Arial" pitchFamily="34" charset="0"/>
        <a:buChar char="•"/>
        <a:defRPr sz="2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1pPr>
      <a:lvl2pPr marL="535445" indent="-241423" algn="l" defTabSz="776835" rtl="0" eaLnBrk="1" latinLnBrk="0" hangingPunct="1">
        <a:lnSpc>
          <a:spcPct val="90000"/>
        </a:lnSpc>
        <a:spcBef>
          <a:spcPct val="20000"/>
        </a:spcBef>
        <a:buClrTx/>
        <a:buSzPct val="90000"/>
        <a:buFont typeface="Arial" pitchFamily="34" charset="0"/>
        <a:buChar char="•"/>
        <a:tabLst>
          <a:tab pos="535445" algn="l"/>
        </a:tabLst>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2pPr>
      <a:lvl3pPr marL="776866" indent="-241423" algn="l" defTabSz="776835" rtl="0" eaLnBrk="1" latinLnBrk="0" hangingPunct="1">
        <a:lnSpc>
          <a:spcPct val="90000"/>
        </a:lnSpc>
        <a:spcBef>
          <a:spcPct val="20000"/>
        </a:spcBef>
        <a:buClrTx/>
        <a:buSzPct val="90000"/>
        <a:buFont typeface="Arial" pitchFamily="34" charset="0"/>
        <a:buChar char="•"/>
        <a:defRPr sz="20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3pPr>
      <a:lvl4pPr marL="1259711" indent="-190171" algn="l" defTabSz="776835" rtl="0" eaLnBrk="1" latinLnBrk="0" hangingPunct="1">
        <a:lnSpc>
          <a:spcPct val="90000"/>
        </a:lnSpc>
        <a:spcBef>
          <a:spcPct val="20000"/>
        </a:spcBef>
        <a:buClrTx/>
        <a:buSzPct val="90000"/>
        <a:buFont typeface="Arial" pitchFamily="34" charset="0"/>
        <a:buChar char="•"/>
        <a:tabLst>
          <a:tab pos="776866" algn="l"/>
        </a:tabLst>
        <a:defRPr sz="1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4pPr>
      <a:lvl5pPr marL="1455276" indent="-195566" algn="l" defTabSz="776835" rtl="0" eaLnBrk="1" latinLnBrk="0" hangingPunct="1">
        <a:lnSpc>
          <a:spcPct val="90000"/>
        </a:lnSpc>
        <a:spcBef>
          <a:spcPct val="20000"/>
        </a:spcBef>
        <a:buClrTx/>
        <a:buSzPct val="90000"/>
        <a:buFont typeface="Arial" pitchFamily="34" charset="0"/>
        <a:buChar char="•"/>
        <a:defRPr sz="1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5pPr>
      <a:lvl6pPr marL="2136297" indent="-194209" algn="l" defTabSz="776835"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524714" indent="-194209" algn="l" defTabSz="776835"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2913132" indent="-194209" algn="l" defTabSz="776835"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301550" indent="-194209" algn="l" defTabSz="776835"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776835" rtl="0" eaLnBrk="1" latinLnBrk="0" hangingPunct="1">
        <a:defRPr sz="1600" kern="1200">
          <a:solidFill>
            <a:schemeClr val="tx1"/>
          </a:solidFill>
          <a:latin typeface="+mn-lt"/>
          <a:ea typeface="+mn-ea"/>
          <a:cs typeface="+mn-cs"/>
        </a:defRPr>
      </a:lvl1pPr>
      <a:lvl2pPr marL="388417" algn="l" defTabSz="776835" rtl="0" eaLnBrk="1" latinLnBrk="0" hangingPunct="1">
        <a:defRPr sz="1600" kern="1200">
          <a:solidFill>
            <a:schemeClr val="tx1"/>
          </a:solidFill>
          <a:latin typeface="+mn-lt"/>
          <a:ea typeface="+mn-ea"/>
          <a:cs typeface="+mn-cs"/>
        </a:defRPr>
      </a:lvl2pPr>
      <a:lvl3pPr marL="776835" algn="l" defTabSz="776835" rtl="0" eaLnBrk="1" latinLnBrk="0" hangingPunct="1">
        <a:defRPr sz="1600" kern="1200">
          <a:solidFill>
            <a:schemeClr val="tx1"/>
          </a:solidFill>
          <a:latin typeface="+mn-lt"/>
          <a:ea typeface="+mn-ea"/>
          <a:cs typeface="+mn-cs"/>
        </a:defRPr>
      </a:lvl3pPr>
      <a:lvl4pPr marL="1165252" algn="l" defTabSz="776835" rtl="0" eaLnBrk="1" latinLnBrk="0" hangingPunct="1">
        <a:defRPr sz="1600" kern="1200">
          <a:solidFill>
            <a:schemeClr val="tx1"/>
          </a:solidFill>
          <a:latin typeface="+mn-lt"/>
          <a:ea typeface="+mn-ea"/>
          <a:cs typeface="+mn-cs"/>
        </a:defRPr>
      </a:lvl4pPr>
      <a:lvl5pPr marL="1553670" algn="l" defTabSz="776835" rtl="0" eaLnBrk="1" latinLnBrk="0" hangingPunct="1">
        <a:defRPr sz="1600" kern="1200">
          <a:solidFill>
            <a:schemeClr val="tx1"/>
          </a:solidFill>
          <a:latin typeface="+mn-lt"/>
          <a:ea typeface="+mn-ea"/>
          <a:cs typeface="+mn-cs"/>
        </a:defRPr>
      </a:lvl5pPr>
      <a:lvl6pPr marL="1942087" algn="l" defTabSz="776835" rtl="0" eaLnBrk="1" latinLnBrk="0" hangingPunct="1">
        <a:defRPr sz="1600" kern="1200">
          <a:solidFill>
            <a:schemeClr val="tx1"/>
          </a:solidFill>
          <a:latin typeface="+mn-lt"/>
          <a:ea typeface="+mn-ea"/>
          <a:cs typeface="+mn-cs"/>
        </a:defRPr>
      </a:lvl6pPr>
      <a:lvl7pPr marL="2330506" algn="l" defTabSz="776835" rtl="0" eaLnBrk="1" latinLnBrk="0" hangingPunct="1">
        <a:defRPr sz="1600" kern="1200">
          <a:solidFill>
            <a:schemeClr val="tx1"/>
          </a:solidFill>
          <a:latin typeface="+mn-lt"/>
          <a:ea typeface="+mn-ea"/>
          <a:cs typeface="+mn-cs"/>
        </a:defRPr>
      </a:lvl7pPr>
      <a:lvl8pPr marL="2718923" algn="l" defTabSz="776835" rtl="0" eaLnBrk="1" latinLnBrk="0" hangingPunct="1">
        <a:defRPr sz="1600" kern="1200">
          <a:solidFill>
            <a:schemeClr val="tx1"/>
          </a:solidFill>
          <a:latin typeface="+mn-lt"/>
          <a:ea typeface="+mn-ea"/>
          <a:cs typeface="+mn-cs"/>
        </a:defRPr>
      </a:lvl8pPr>
      <a:lvl9pPr marL="3107341" algn="l" defTabSz="776835" rtl="0" eaLnBrk="1" latinLnBrk="0" hangingPunct="1">
        <a:defRPr sz="16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4459" y="207276"/>
            <a:ext cx="9116111" cy="632381"/>
          </a:xfrm>
          <a:prstGeom prst="rect">
            <a:avLst/>
          </a:prstGeom>
        </p:spPr>
        <p:txBody>
          <a:bodyPr vert="horz" wrap="square" lIns="0" tIns="0" rIns="0" bIns="0" rtlCol="0" anchor="t">
            <a:sp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24459" y="1312739"/>
            <a:ext cx="9116111" cy="1742015"/>
          </a:xfrm>
          <a:prstGeom prst="rect">
            <a:avLst/>
          </a:prstGeom>
        </p:spPr>
        <p:txBody>
          <a:bodyPr vert="horz" wrap="square" lIns="0" tIns="0" rIns="0" bIns="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 xmlns:p14="http://schemas.microsoft.com/office/powerpoint/2010/main" val="3309820981"/>
      </p:ext>
    </p:extLst>
  </p:cSld>
  <p:clrMap bg1="dk1" tx1="lt1" bg2="dk2" tx2="lt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 id="2147483797" r:id="rId12"/>
    <p:sldLayoutId id="2147483798" r:id="rId13"/>
    <p:sldLayoutId id="2147483799" r:id="rId14"/>
  </p:sldLayoutIdLst>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xStyles>
    <p:titleStyle>
      <a:lvl1pPr algn="l" defTabSz="776835" rtl="0" eaLnBrk="1" latinLnBrk="0" hangingPunct="1">
        <a:lnSpc>
          <a:spcPct val="90000"/>
        </a:lnSpc>
        <a:spcBef>
          <a:spcPct val="0"/>
        </a:spcBef>
        <a:buNone/>
        <a:defRPr lang="en-US" sz="4600" b="0" kern="1200" cap="none" spc="-86" baseline="0" dirty="0" smtClean="0">
          <a:ln w="3175">
            <a:noFill/>
          </a:ln>
          <a:gradFill flip="none" rotWithShape="1">
            <a:gsLst>
              <a:gs pos="0">
                <a:schemeClr val="tx1">
                  <a:lumMod val="75000"/>
                  <a:lumOff val="25000"/>
                </a:schemeClr>
              </a:gs>
              <a:gs pos="86000">
                <a:schemeClr val="tx1">
                  <a:lumMod val="75000"/>
                  <a:lumOff val="25000"/>
                </a:schemeClr>
              </a:gs>
            </a:gsLst>
            <a:lin ang="5400000" scaled="0"/>
            <a:tileRect/>
          </a:gradFill>
          <a:effectLst/>
          <a:latin typeface="Segoe UI Light" pitchFamily="34" charset="0"/>
          <a:ea typeface="+mn-ea"/>
          <a:cs typeface="Arial" charset="0"/>
        </a:defRPr>
      </a:lvl1pPr>
    </p:titleStyle>
    <p:bodyStyle>
      <a:lvl1pPr marL="294022" indent="-294022" algn="l" defTabSz="776835" rtl="0" eaLnBrk="1" latinLnBrk="0" hangingPunct="1">
        <a:lnSpc>
          <a:spcPct val="90000"/>
        </a:lnSpc>
        <a:spcBef>
          <a:spcPct val="20000"/>
        </a:spcBef>
        <a:buSzPct val="90000"/>
        <a:buFont typeface="Arial" pitchFamily="34" charset="0"/>
        <a:buChar char="•"/>
        <a:defRPr sz="2800" kern="1200">
          <a:gradFill>
            <a:gsLst>
              <a:gs pos="0">
                <a:schemeClr val="tx1">
                  <a:lumMod val="75000"/>
                  <a:lumOff val="25000"/>
                </a:schemeClr>
              </a:gs>
              <a:gs pos="86000">
                <a:schemeClr val="tx1">
                  <a:lumMod val="75000"/>
                  <a:lumOff val="25000"/>
                </a:schemeClr>
              </a:gs>
            </a:gsLst>
            <a:lin ang="5400000" scaled="0"/>
          </a:gradFill>
          <a:latin typeface="+mn-lt"/>
          <a:ea typeface="+mn-ea"/>
          <a:cs typeface="+mn-cs"/>
        </a:defRPr>
      </a:lvl1pPr>
      <a:lvl2pPr marL="535445" indent="-241423" algn="l" defTabSz="776835" rtl="0" eaLnBrk="1" latinLnBrk="0" hangingPunct="1">
        <a:lnSpc>
          <a:spcPct val="90000"/>
        </a:lnSpc>
        <a:spcBef>
          <a:spcPct val="20000"/>
        </a:spcBef>
        <a:buSzPct val="90000"/>
        <a:buFont typeface="Arial" pitchFamily="34" charset="0"/>
        <a:buChar char="•"/>
        <a:tabLst>
          <a:tab pos="535445" algn="l"/>
        </a:tabLst>
        <a:defRPr sz="2400" kern="1200">
          <a:gradFill>
            <a:gsLst>
              <a:gs pos="0">
                <a:schemeClr val="tx1">
                  <a:lumMod val="75000"/>
                  <a:lumOff val="25000"/>
                </a:schemeClr>
              </a:gs>
              <a:gs pos="86000">
                <a:schemeClr val="tx1">
                  <a:lumMod val="75000"/>
                  <a:lumOff val="25000"/>
                </a:schemeClr>
              </a:gs>
            </a:gsLst>
            <a:lin ang="5400000" scaled="0"/>
          </a:gradFill>
          <a:latin typeface="+mn-lt"/>
          <a:ea typeface="+mn-ea"/>
          <a:cs typeface="+mn-cs"/>
        </a:defRPr>
      </a:lvl2pPr>
      <a:lvl3pPr marL="776866" indent="-241423" algn="l" defTabSz="776835" rtl="0" eaLnBrk="1" latinLnBrk="0" hangingPunct="1">
        <a:lnSpc>
          <a:spcPct val="90000"/>
        </a:lnSpc>
        <a:spcBef>
          <a:spcPct val="20000"/>
        </a:spcBef>
        <a:buSzPct val="90000"/>
        <a:buFont typeface="Arial" pitchFamily="34" charset="0"/>
        <a:buChar char="•"/>
        <a:defRPr sz="2000" kern="1200">
          <a:gradFill>
            <a:gsLst>
              <a:gs pos="0">
                <a:schemeClr val="tx1">
                  <a:lumMod val="75000"/>
                  <a:lumOff val="25000"/>
                </a:schemeClr>
              </a:gs>
              <a:gs pos="86000">
                <a:schemeClr val="tx1">
                  <a:lumMod val="75000"/>
                  <a:lumOff val="25000"/>
                </a:schemeClr>
              </a:gs>
            </a:gsLst>
            <a:lin ang="5400000" scaled="0"/>
          </a:gradFill>
          <a:latin typeface="+mn-lt"/>
          <a:ea typeface="+mn-ea"/>
          <a:cs typeface="+mn-cs"/>
        </a:defRPr>
      </a:lvl3pPr>
      <a:lvl4pPr marL="1259711" indent="-190171" algn="l" defTabSz="776835" rtl="0" eaLnBrk="1" latinLnBrk="0" hangingPunct="1">
        <a:lnSpc>
          <a:spcPct val="90000"/>
        </a:lnSpc>
        <a:spcBef>
          <a:spcPct val="20000"/>
        </a:spcBef>
        <a:buSzPct val="90000"/>
        <a:buFont typeface="Arial" pitchFamily="34" charset="0"/>
        <a:buChar char="•"/>
        <a:tabLst>
          <a:tab pos="776866" algn="l"/>
        </a:tabLst>
        <a:defRPr sz="1800" kern="1200">
          <a:gradFill>
            <a:gsLst>
              <a:gs pos="0">
                <a:schemeClr val="tx1">
                  <a:lumMod val="75000"/>
                  <a:lumOff val="25000"/>
                </a:schemeClr>
              </a:gs>
              <a:gs pos="86000">
                <a:schemeClr val="tx1">
                  <a:lumMod val="75000"/>
                  <a:lumOff val="25000"/>
                </a:schemeClr>
              </a:gs>
            </a:gsLst>
            <a:lin ang="5400000" scaled="0"/>
          </a:gradFill>
          <a:latin typeface="+mn-lt"/>
          <a:ea typeface="+mn-ea"/>
          <a:cs typeface="+mn-cs"/>
        </a:defRPr>
      </a:lvl4pPr>
      <a:lvl5pPr marL="1455276" indent="-195566" algn="l" defTabSz="776835" rtl="0" eaLnBrk="1" latinLnBrk="0" hangingPunct="1">
        <a:lnSpc>
          <a:spcPct val="90000"/>
        </a:lnSpc>
        <a:spcBef>
          <a:spcPct val="20000"/>
        </a:spcBef>
        <a:buSzPct val="90000"/>
        <a:buFont typeface="Arial" pitchFamily="34" charset="0"/>
        <a:buChar char="•"/>
        <a:defRPr sz="1800" kern="1200">
          <a:gradFill>
            <a:gsLst>
              <a:gs pos="0">
                <a:schemeClr val="tx1">
                  <a:lumMod val="75000"/>
                  <a:lumOff val="25000"/>
                </a:schemeClr>
              </a:gs>
              <a:gs pos="86000">
                <a:schemeClr val="tx1">
                  <a:lumMod val="75000"/>
                  <a:lumOff val="25000"/>
                </a:schemeClr>
              </a:gs>
            </a:gsLst>
            <a:lin ang="5400000" scaled="0"/>
          </a:gradFill>
          <a:latin typeface="+mn-lt"/>
          <a:ea typeface="+mn-ea"/>
          <a:cs typeface="+mn-cs"/>
        </a:defRPr>
      </a:lvl5pPr>
      <a:lvl6pPr marL="2136297" indent="-194209" algn="l" defTabSz="776835"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524714" indent="-194209" algn="l" defTabSz="776835"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2913132" indent="-194209" algn="l" defTabSz="776835"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301550" indent="-194209" algn="l" defTabSz="776835"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776835" rtl="0" eaLnBrk="1" latinLnBrk="0" hangingPunct="1">
        <a:defRPr sz="1600" kern="1200">
          <a:solidFill>
            <a:schemeClr val="tx1"/>
          </a:solidFill>
          <a:latin typeface="+mn-lt"/>
          <a:ea typeface="+mn-ea"/>
          <a:cs typeface="+mn-cs"/>
        </a:defRPr>
      </a:lvl1pPr>
      <a:lvl2pPr marL="388417" algn="l" defTabSz="776835" rtl="0" eaLnBrk="1" latinLnBrk="0" hangingPunct="1">
        <a:defRPr sz="1600" kern="1200">
          <a:solidFill>
            <a:schemeClr val="tx1"/>
          </a:solidFill>
          <a:latin typeface="+mn-lt"/>
          <a:ea typeface="+mn-ea"/>
          <a:cs typeface="+mn-cs"/>
        </a:defRPr>
      </a:lvl2pPr>
      <a:lvl3pPr marL="776835" algn="l" defTabSz="776835" rtl="0" eaLnBrk="1" latinLnBrk="0" hangingPunct="1">
        <a:defRPr sz="1600" kern="1200">
          <a:solidFill>
            <a:schemeClr val="tx1"/>
          </a:solidFill>
          <a:latin typeface="+mn-lt"/>
          <a:ea typeface="+mn-ea"/>
          <a:cs typeface="+mn-cs"/>
        </a:defRPr>
      </a:lvl3pPr>
      <a:lvl4pPr marL="1165252" algn="l" defTabSz="776835" rtl="0" eaLnBrk="1" latinLnBrk="0" hangingPunct="1">
        <a:defRPr sz="1600" kern="1200">
          <a:solidFill>
            <a:schemeClr val="tx1"/>
          </a:solidFill>
          <a:latin typeface="+mn-lt"/>
          <a:ea typeface="+mn-ea"/>
          <a:cs typeface="+mn-cs"/>
        </a:defRPr>
      </a:lvl4pPr>
      <a:lvl5pPr marL="1553670" algn="l" defTabSz="776835" rtl="0" eaLnBrk="1" latinLnBrk="0" hangingPunct="1">
        <a:defRPr sz="1600" kern="1200">
          <a:solidFill>
            <a:schemeClr val="tx1"/>
          </a:solidFill>
          <a:latin typeface="+mn-lt"/>
          <a:ea typeface="+mn-ea"/>
          <a:cs typeface="+mn-cs"/>
        </a:defRPr>
      </a:lvl5pPr>
      <a:lvl6pPr marL="1942087" algn="l" defTabSz="776835" rtl="0" eaLnBrk="1" latinLnBrk="0" hangingPunct="1">
        <a:defRPr sz="1600" kern="1200">
          <a:solidFill>
            <a:schemeClr val="tx1"/>
          </a:solidFill>
          <a:latin typeface="+mn-lt"/>
          <a:ea typeface="+mn-ea"/>
          <a:cs typeface="+mn-cs"/>
        </a:defRPr>
      </a:lvl6pPr>
      <a:lvl7pPr marL="2330506" algn="l" defTabSz="776835" rtl="0" eaLnBrk="1" latinLnBrk="0" hangingPunct="1">
        <a:defRPr sz="1600" kern="1200">
          <a:solidFill>
            <a:schemeClr val="tx1"/>
          </a:solidFill>
          <a:latin typeface="+mn-lt"/>
          <a:ea typeface="+mn-ea"/>
          <a:cs typeface="+mn-cs"/>
        </a:defRPr>
      </a:lvl7pPr>
      <a:lvl8pPr marL="2718923" algn="l" defTabSz="776835" rtl="0" eaLnBrk="1" latinLnBrk="0" hangingPunct="1">
        <a:defRPr sz="1600" kern="1200">
          <a:solidFill>
            <a:schemeClr val="tx1"/>
          </a:solidFill>
          <a:latin typeface="+mn-lt"/>
          <a:ea typeface="+mn-ea"/>
          <a:cs typeface="+mn-cs"/>
        </a:defRPr>
      </a:lvl8pPr>
      <a:lvl9pPr marL="3107341" algn="l" defTabSz="776835" rtl="0" eaLnBrk="1" latinLnBrk="0" hangingPunct="1">
        <a:defRPr sz="16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rgbClr val="19191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4459" y="207276"/>
            <a:ext cx="9116111" cy="632381"/>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424459" y="1312739"/>
            <a:ext cx="9116111" cy="1742015"/>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2825484705"/>
      </p:ext>
    </p:extLst>
  </p:cSld>
  <p:clrMap bg1="dk1" tx1="lt1" bg2="dk2" tx2="lt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Lst>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txStyles>
    <p:titleStyle>
      <a:lvl1pPr algn="l" defTabSz="776835" rtl="0" eaLnBrk="1" latinLnBrk="0" hangingPunct="1">
        <a:lnSpc>
          <a:spcPct val="90000"/>
        </a:lnSpc>
        <a:spcBef>
          <a:spcPct val="0"/>
        </a:spcBef>
        <a:buNone/>
        <a:defRPr lang="en-US" sz="4600" b="0" kern="1200" cap="none" spc="-86" baseline="0" dirty="0" smtClean="0">
          <a:ln w="3175">
            <a:noFill/>
          </a:ln>
          <a:gradFill flip="none" rotWithShape="1">
            <a:gsLst>
              <a:gs pos="0">
                <a:schemeClr val="tx1">
                  <a:lumMod val="65000"/>
                  <a:lumOff val="35000"/>
                </a:schemeClr>
              </a:gs>
              <a:gs pos="86000">
                <a:schemeClr val="tx1">
                  <a:lumMod val="65000"/>
                  <a:lumOff val="35000"/>
                </a:schemeClr>
              </a:gs>
            </a:gsLst>
            <a:lin ang="5400000" scaled="0"/>
            <a:tileRect/>
          </a:gradFill>
          <a:effectLst/>
          <a:latin typeface="Segoe UI Light" pitchFamily="34" charset="0"/>
          <a:ea typeface="+mn-ea"/>
          <a:cs typeface="Arial" charset="0"/>
        </a:defRPr>
      </a:lvl1pPr>
    </p:titleStyle>
    <p:bodyStyle>
      <a:lvl1pPr marL="294022" indent="-294022" algn="l" defTabSz="776835" rtl="0" eaLnBrk="1" latinLnBrk="0" hangingPunct="1">
        <a:lnSpc>
          <a:spcPct val="90000"/>
        </a:lnSpc>
        <a:spcBef>
          <a:spcPct val="20000"/>
        </a:spcBef>
        <a:buSzPct val="90000"/>
        <a:buFont typeface="Arial" pitchFamily="34" charset="0"/>
        <a:buChar char="•"/>
        <a:defRPr sz="2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1pPr>
      <a:lvl2pPr marL="535445" indent="-241423" algn="l" defTabSz="776835" rtl="0" eaLnBrk="1" latinLnBrk="0" hangingPunct="1">
        <a:lnSpc>
          <a:spcPct val="90000"/>
        </a:lnSpc>
        <a:spcBef>
          <a:spcPct val="20000"/>
        </a:spcBef>
        <a:buSzPct val="90000"/>
        <a:buFont typeface="Arial" pitchFamily="34" charset="0"/>
        <a:buChar char="•"/>
        <a:tabLst>
          <a:tab pos="535445" algn="l"/>
        </a:tabLst>
        <a:defRPr sz="24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2pPr>
      <a:lvl3pPr marL="776866" indent="-241423" algn="l" defTabSz="776835" rtl="0" eaLnBrk="1" latinLnBrk="0" hangingPunct="1">
        <a:lnSpc>
          <a:spcPct val="90000"/>
        </a:lnSpc>
        <a:spcBef>
          <a:spcPct val="20000"/>
        </a:spcBef>
        <a:buSzPct val="90000"/>
        <a:buFont typeface="Arial" pitchFamily="34" charset="0"/>
        <a:buChar char="•"/>
        <a:defRPr sz="20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3pPr>
      <a:lvl4pPr marL="1259711" indent="-190171" algn="l" defTabSz="776835" rtl="0" eaLnBrk="1" latinLnBrk="0" hangingPunct="1">
        <a:lnSpc>
          <a:spcPct val="90000"/>
        </a:lnSpc>
        <a:spcBef>
          <a:spcPct val="20000"/>
        </a:spcBef>
        <a:buSzPct val="90000"/>
        <a:buFont typeface="Arial" pitchFamily="34" charset="0"/>
        <a:buChar char="•"/>
        <a:tabLst>
          <a:tab pos="776866" algn="l"/>
        </a:tabLst>
        <a:defRPr sz="1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4pPr>
      <a:lvl5pPr marL="1455276" indent="-195566" algn="l" defTabSz="776835" rtl="0" eaLnBrk="1" latinLnBrk="0" hangingPunct="1">
        <a:lnSpc>
          <a:spcPct val="90000"/>
        </a:lnSpc>
        <a:spcBef>
          <a:spcPct val="20000"/>
        </a:spcBef>
        <a:buSzPct val="90000"/>
        <a:buFont typeface="Arial" pitchFamily="34" charset="0"/>
        <a:buChar char="•"/>
        <a:defRPr sz="1800" kern="1200">
          <a:gradFill flip="none" rotWithShape="1">
            <a:gsLst>
              <a:gs pos="0">
                <a:schemeClr val="tx1">
                  <a:lumMod val="65000"/>
                  <a:lumOff val="35000"/>
                </a:schemeClr>
              </a:gs>
              <a:gs pos="86000">
                <a:schemeClr val="tx1">
                  <a:lumMod val="75000"/>
                  <a:lumOff val="25000"/>
                </a:schemeClr>
              </a:gs>
            </a:gsLst>
            <a:path path="circle">
              <a:fillToRect r="100000" b="100000"/>
            </a:path>
            <a:tileRect l="-100000" t="-100000"/>
          </a:gradFill>
          <a:latin typeface="+mn-lt"/>
          <a:ea typeface="+mn-ea"/>
          <a:cs typeface="+mn-cs"/>
        </a:defRPr>
      </a:lvl5pPr>
      <a:lvl6pPr marL="2136297" indent="-194209" algn="l" defTabSz="776835"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524714" indent="-194209" algn="l" defTabSz="776835"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2913132" indent="-194209" algn="l" defTabSz="776835"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301550" indent="-194209" algn="l" defTabSz="776835"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776835" rtl="0" eaLnBrk="1" latinLnBrk="0" hangingPunct="1">
        <a:defRPr sz="1600" kern="1200">
          <a:solidFill>
            <a:schemeClr val="tx1"/>
          </a:solidFill>
          <a:latin typeface="+mn-lt"/>
          <a:ea typeface="+mn-ea"/>
          <a:cs typeface="+mn-cs"/>
        </a:defRPr>
      </a:lvl1pPr>
      <a:lvl2pPr marL="388417" algn="l" defTabSz="776835" rtl="0" eaLnBrk="1" latinLnBrk="0" hangingPunct="1">
        <a:defRPr sz="1600" kern="1200">
          <a:solidFill>
            <a:schemeClr val="tx1"/>
          </a:solidFill>
          <a:latin typeface="+mn-lt"/>
          <a:ea typeface="+mn-ea"/>
          <a:cs typeface="+mn-cs"/>
        </a:defRPr>
      </a:lvl2pPr>
      <a:lvl3pPr marL="776835" algn="l" defTabSz="776835" rtl="0" eaLnBrk="1" latinLnBrk="0" hangingPunct="1">
        <a:defRPr sz="1600" kern="1200">
          <a:solidFill>
            <a:schemeClr val="tx1"/>
          </a:solidFill>
          <a:latin typeface="+mn-lt"/>
          <a:ea typeface="+mn-ea"/>
          <a:cs typeface="+mn-cs"/>
        </a:defRPr>
      </a:lvl3pPr>
      <a:lvl4pPr marL="1165252" algn="l" defTabSz="776835" rtl="0" eaLnBrk="1" latinLnBrk="0" hangingPunct="1">
        <a:defRPr sz="1600" kern="1200">
          <a:solidFill>
            <a:schemeClr val="tx1"/>
          </a:solidFill>
          <a:latin typeface="+mn-lt"/>
          <a:ea typeface="+mn-ea"/>
          <a:cs typeface="+mn-cs"/>
        </a:defRPr>
      </a:lvl4pPr>
      <a:lvl5pPr marL="1553670" algn="l" defTabSz="776835" rtl="0" eaLnBrk="1" latinLnBrk="0" hangingPunct="1">
        <a:defRPr sz="1600" kern="1200">
          <a:solidFill>
            <a:schemeClr val="tx1"/>
          </a:solidFill>
          <a:latin typeface="+mn-lt"/>
          <a:ea typeface="+mn-ea"/>
          <a:cs typeface="+mn-cs"/>
        </a:defRPr>
      </a:lvl5pPr>
      <a:lvl6pPr marL="1942087" algn="l" defTabSz="776835" rtl="0" eaLnBrk="1" latinLnBrk="0" hangingPunct="1">
        <a:defRPr sz="1600" kern="1200">
          <a:solidFill>
            <a:schemeClr val="tx1"/>
          </a:solidFill>
          <a:latin typeface="+mn-lt"/>
          <a:ea typeface="+mn-ea"/>
          <a:cs typeface="+mn-cs"/>
        </a:defRPr>
      </a:lvl6pPr>
      <a:lvl7pPr marL="2330506" algn="l" defTabSz="776835" rtl="0" eaLnBrk="1" latinLnBrk="0" hangingPunct="1">
        <a:defRPr sz="1600" kern="1200">
          <a:solidFill>
            <a:schemeClr val="tx1"/>
          </a:solidFill>
          <a:latin typeface="+mn-lt"/>
          <a:ea typeface="+mn-ea"/>
          <a:cs typeface="+mn-cs"/>
        </a:defRPr>
      </a:lvl7pPr>
      <a:lvl8pPr marL="2718923" algn="l" defTabSz="776835" rtl="0" eaLnBrk="1" latinLnBrk="0" hangingPunct="1">
        <a:defRPr sz="1600" kern="1200">
          <a:solidFill>
            <a:schemeClr val="tx1"/>
          </a:solidFill>
          <a:latin typeface="+mn-lt"/>
          <a:ea typeface="+mn-ea"/>
          <a:cs typeface="+mn-cs"/>
        </a:defRPr>
      </a:lvl8pPr>
      <a:lvl9pPr marL="3107341" algn="l" defTabSz="776835" rtl="0" eaLnBrk="1" latinLnBrk="0" hangingPunct="1">
        <a:defRPr sz="16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4459" y="207274"/>
            <a:ext cx="9116111" cy="511287"/>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424459" y="1312739"/>
            <a:ext cx="9116111" cy="1742015"/>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 xmlns:p14="http://schemas.microsoft.com/office/powerpoint/2010/main" val="970998964"/>
      </p:ext>
    </p:extLst>
  </p:cSld>
  <p:clrMap bg1="dk1" tx1="lt1" bg2="dk2" tx2="lt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Lst>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txStyles>
    <p:titleStyle>
      <a:lvl1pPr algn="l" defTabSz="776835" rtl="0" eaLnBrk="1" latinLnBrk="0" hangingPunct="1">
        <a:lnSpc>
          <a:spcPct val="90000"/>
        </a:lnSpc>
        <a:spcBef>
          <a:spcPct val="0"/>
        </a:spcBef>
        <a:buNone/>
        <a:defRPr lang="en-US" sz="3700" b="0" kern="1200" cap="none" spc="-86" baseline="0" dirty="0" smtClean="0">
          <a:ln w="3175">
            <a:noFill/>
          </a:ln>
          <a:gradFill flip="none" rotWithShape="1">
            <a:gsLst>
              <a:gs pos="0">
                <a:schemeClr val="tx1"/>
              </a:gs>
              <a:gs pos="86000">
                <a:schemeClr val="tx1"/>
              </a:gs>
            </a:gsLst>
            <a:lin ang="5400000" scaled="0"/>
            <a:tileRect/>
          </a:gradFill>
          <a:effectLst/>
          <a:latin typeface="+mj-lt"/>
          <a:ea typeface="+mn-ea"/>
          <a:cs typeface="Arial" charset="0"/>
        </a:defRPr>
      </a:lvl1pPr>
    </p:titleStyle>
    <p:bodyStyle>
      <a:lvl1pPr marL="391130" indent="-391130" algn="l" defTabSz="776835" rtl="0" eaLnBrk="1" latinLnBrk="0" hangingPunct="1">
        <a:lnSpc>
          <a:spcPct val="90000"/>
        </a:lnSpc>
        <a:spcBef>
          <a:spcPct val="20000"/>
        </a:spcBef>
        <a:buSzPct val="90000"/>
        <a:buFontTx/>
        <a:buBlip>
          <a:blip r:embed="rId20"/>
        </a:buBlip>
        <a:defRPr sz="2800" kern="1200">
          <a:gradFill>
            <a:gsLst>
              <a:gs pos="0">
                <a:schemeClr val="tx1"/>
              </a:gs>
              <a:gs pos="86000">
                <a:schemeClr val="tx1"/>
              </a:gs>
            </a:gsLst>
            <a:lin ang="5400000" scaled="0"/>
          </a:gradFill>
          <a:latin typeface="+mn-lt"/>
          <a:ea typeface="+mn-ea"/>
          <a:cs typeface="+mn-cs"/>
        </a:defRPr>
      </a:lvl1pPr>
      <a:lvl2pPr marL="726964" indent="-335833" algn="l" defTabSz="776835" rtl="0" eaLnBrk="1" latinLnBrk="0" hangingPunct="1">
        <a:lnSpc>
          <a:spcPct val="90000"/>
        </a:lnSpc>
        <a:spcBef>
          <a:spcPct val="20000"/>
        </a:spcBef>
        <a:buSzPct val="90000"/>
        <a:buFontTx/>
        <a:buBlip>
          <a:blip r:embed="rId20"/>
        </a:buBlip>
        <a:defRPr sz="2400" kern="1200">
          <a:gradFill>
            <a:gsLst>
              <a:gs pos="0">
                <a:schemeClr val="tx1"/>
              </a:gs>
              <a:gs pos="86000">
                <a:schemeClr val="tx1"/>
              </a:gs>
            </a:gsLst>
            <a:lin ang="5400000" scaled="0"/>
          </a:gradFill>
          <a:latin typeface="+mn-lt"/>
          <a:ea typeface="+mn-ea"/>
          <a:cs typeface="+mn-cs"/>
        </a:defRPr>
      </a:lvl2pPr>
      <a:lvl3pPr marL="1069540" indent="-342577" algn="l" defTabSz="776835" rtl="0" eaLnBrk="1" latinLnBrk="0" hangingPunct="1">
        <a:lnSpc>
          <a:spcPct val="90000"/>
        </a:lnSpc>
        <a:spcBef>
          <a:spcPct val="20000"/>
        </a:spcBef>
        <a:buSzPct val="90000"/>
        <a:buFontTx/>
        <a:buBlip>
          <a:blip r:embed="rId20"/>
        </a:buBlip>
        <a:defRPr sz="2000" kern="1200">
          <a:gradFill>
            <a:gsLst>
              <a:gs pos="0">
                <a:schemeClr val="tx1"/>
              </a:gs>
              <a:gs pos="86000">
                <a:schemeClr val="tx1"/>
              </a:gs>
            </a:gsLst>
            <a:lin ang="5400000" scaled="0"/>
          </a:gradFill>
          <a:latin typeface="+mn-lt"/>
          <a:ea typeface="+mn-ea"/>
          <a:cs typeface="+mn-cs"/>
        </a:defRPr>
      </a:lvl3pPr>
      <a:lvl4pPr marL="1363563" indent="-294022" algn="l" defTabSz="776835" rtl="0" eaLnBrk="1" latinLnBrk="0" hangingPunct="1">
        <a:lnSpc>
          <a:spcPct val="90000"/>
        </a:lnSpc>
        <a:spcBef>
          <a:spcPct val="20000"/>
        </a:spcBef>
        <a:buSzPct val="90000"/>
        <a:buFontTx/>
        <a:buBlip>
          <a:blip r:embed="rId20"/>
        </a:buBlip>
        <a:defRPr sz="1800" kern="1200">
          <a:gradFill>
            <a:gsLst>
              <a:gs pos="0">
                <a:schemeClr val="tx1"/>
              </a:gs>
              <a:gs pos="86000">
                <a:schemeClr val="tx1"/>
              </a:gs>
            </a:gsLst>
            <a:lin ang="5400000" scaled="0"/>
          </a:gradFill>
          <a:latin typeface="+mn-lt"/>
          <a:ea typeface="+mn-ea"/>
          <a:cs typeface="+mn-cs"/>
        </a:defRPr>
      </a:lvl4pPr>
      <a:lvl5pPr marL="1649492" indent="-285930" algn="l" defTabSz="776835" rtl="0" eaLnBrk="1" latinLnBrk="0" hangingPunct="1">
        <a:lnSpc>
          <a:spcPct val="90000"/>
        </a:lnSpc>
        <a:spcBef>
          <a:spcPct val="20000"/>
        </a:spcBef>
        <a:buSzPct val="90000"/>
        <a:buFontTx/>
        <a:buBlip>
          <a:blip r:embed="rId20"/>
        </a:buBlip>
        <a:defRPr sz="1800" kern="1200">
          <a:gradFill>
            <a:gsLst>
              <a:gs pos="0">
                <a:schemeClr val="tx1"/>
              </a:gs>
              <a:gs pos="86000">
                <a:schemeClr val="tx1"/>
              </a:gs>
            </a:gsLst>
            <a:lin ang="5400000" scaled="0"/>
          </a:gradFill>
          <a:latin typeface="+mn-lt"/>
          <a:ea typeface="+mn-ea"/>
          <a:cs typeface="+mn-cs"/>
        </a:defRPr>
      </a:lvl5pPr>
      <a:lvl6pPr marL="2136297" indent="-194209" algn="l" defTabSz="776835"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524714" indent="-194209" algn="l" defTabSz="776835"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2913132" indent="-194209" algn="l" defTabSz="776835"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301550" indent="-194209" algn="l" defTabSz="776835"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776835" rtl="0" eaLnBrk="1" latinLnBrk="0" hangingPunct="1">
        <a:defRPr sz="1600" kern="1200">
          <a:solidFill>
            <a:schemeClr val="tx1"/>
          </a:solidFill>
          <a:latin typeface="+mn-lt"/>
          <a:ea typeface="+mn-ea"/>
          <a:cs typeface="+mn-cs"/>
        </a:defRPr>
      </a:lvl1pPr>
      <a:lvl2pPr marL="388417" algn="l" defTabSz="776835" rtl="0" eaLnBrk="1" latinLnBrk="0" hangingPunct="1">
        <a:defRPr sz="1600" kern="1200">
          <a:solidFill>
            <a:schemeClr val="tx1"/>
          </a:solidFill>
          <a:latin typeface="+mn-lt"/>
          <a:ea typeface="+mn-ea"/>
          <a:cs typeface="+mn-cs"/>
        </a:defRPr>
      </a:lvl2pPr>
      <a:lvl3pPr marL="776835" algn="l" defTabSz="776835" rtl="0" eaLnBrk="1" latinLnBrk="0" hangingPunct="1">
        <a:defRPr sz="1600" kern="1200">
          <a:solidFill>
            <a:schemeClr val="tx1"/>
          </a:solidFill>
          <a:latin typeface="+mn-lt"/>
          <a:ea typeface="+mn-ea"/>
          <a:cs typeface="+mn-cs"/>
        </a:defRPr>
      </a:lvl3pPr>
      <a:lvl4pPr marL="1165252" algn="l" defTabSz="776835" rtl="0" eaLnBrk="1" latinLnBrk="0" hangingPunct="1">
        <a:defRPr sz="1600" kern="1200">
          <a:solidFill>
            <a:schemeClr val="tx1"/>
          </a:solidFill>
          <a:latin typeface="+mn-lt"/>
          <a:ea typeface="+mn-ea"/>
          <a:cs typeface="+mn-cs"/>
        </a:defRPr>
      </a:lvl4pPr>
      <a:lvl5pPr marL="1553670" algn="l" defTabSz="776835" rtl="0" eaLnBrk="1" latinLnBrk="0" hangingPunct="1">
        <a:defRPr sz="1600" kern="1200">
          <a:solidFill>
            <a:schemeClr val="tx1"/>
          </a:solidFill>
          <a:latin typeface="+mn-lt"/>
          <a:ea typeface="+mn-ea"/>
          <a:cs typeface="+mn-cs"/>
        </a:defRPr>
      </a:lvl5pPr>
      <a:lvl6pPr marL="1942087" algn="l" defTabSz="776835" rtl="0" eaLnBrk="1" latinLnBrk="0" hangingPunct="1">
        <a:defRPr sz="1600" kern="1200">
          <a:solidFill>
            <a:schemeClr val="tx1"/>
          </a:solidFill>
          <a:latin typeface="+mn-lt"/>
          <a:ea typeface="+mn-ea"/>
          <a:cs typeface="+mn-cs"/>
        </a:defRPr>
      </a:lvl6pPr>
      <a:lvl7pPr marL="2330506" algn="l" defTabSz="776835" rtl="0" eaLnBrk="1" latinLnBrk="0" hangingPunct="1">
        <a:defRPr sz="1600" kern="1200">
          <a:solidFill>
            <a:schemeClr val="tx1"/>
          </a:solidFill>
          <a:latin typeface="+mn-lt"/>
          <a:ea typeface="+mn-ea"/>
          <a:cs typeface="+mn-cs"/>
        </a:defRPr>
      </a:lvl7pPr>
      <a:lvl8pPr marL="2718923" algn="l" defTabSz="776835" rtl="0" eaLnBrk="1" latinLnBrk="0" hangingPunct="1">
        <a:defRPr sz="1600" kern="1200">
          <a:solidFill>
            <a:schemeClr val="tx1"/>
          </a:solidFill>
          <a:latin typeface="+mn-lt"/>
          <a:ea typeface="+mn-ea"/>
          <a:cs typeface="+mn-cs"/>
        </a:defRPr>
      </a:lvl8pPr>
      <a:lvl9pPr marL="3107341" algn="l" defTabSz="776835" rtl="0" eaLnBrk="1" latinLnBrk="0" hangingPunct="1">
        <a:defRPr sz="16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317" y="249019"/>
            <a:ext cx="8969693" cy="1036373"/>
          </a:xfrm>
          <a:prstGeom prst="rect">
            <a:avLst/>
          </a:prstGeom>
        </p:spPr>
        <p:txBody>
          <a:bodyPr vert="horz" lIns="103565" tIns="51782" rIns="103565" bIns="51782"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98317" y="1450925"/>
            <a:ext cx="8969693" cy="4103750"/>
          </a:xfrm>
          <a:prstGeom prst="rect">
            <a:avLst/>
          </a:prstGeom>
        </p:spPr>
        <p:txBody>
          <a:bodyPr vert="horz" lIns="103565" tIns="51782" rIns="103565" bIns="51782"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98316" y="5763390"/>
            <a:ext cx="2325476" cy="331063"/>
          </a:xfrm>
          <a:prstGeom prst="rect">
            <a:avLst/>
          </a:prstGeom>
        </p:spPr>
        <p:txBody>
          <a:bodyPr vert="horz" lIns="103565" tIns="51782" rIns="103565" bIns="51782" rtlCol="0" anchor="ctr"/>
          <a:lstStyle>
            <a:lvl1pPr algn="l">
              <a:defRPr sz="1400">
                <a:solidFill>
                  <a:schemeClr val="tx1">
                    <a:tint val="75000"/>
                  </a:schemeClr>
                </a:solidFill>
              </a:defRPr>
            </a:lvl1pPr>
          </a:lstStyle>
          <a:p>
            <a:fld id="{FC5E4B8A-7A32-45E5-A0D3-BCBA80CE4057}" type="datetimeFigureOut">
              <a:rPr lang="en-US" smtClean="0">
                <a:solidFill>
                  <a:prstClr val="black">
                    <a:tint val="75000"/>
                  </a:prstClr>
                </a:solidFill>
              </a:rPr>
              <a:pPr/>
              <a:t>6/20/2013</a:t>
            </a:fld>
            <a:endParaRPr lang="en-US">
              <a:solidFill>
                <a:prstClr val="black">
                  <a:tint val="75000"/>
                </a:prstClr>
              </a:solidFill>
            </a:endParaRPr>
          </a:p>
        </p:txBody>
      </p:sp>
      <p:sp>
        <p:nvSpPr>
          <p:cNvPr id="5" name="Footer Placeholder 4"/>
          <p:cNvSpPr>
            <a:spLocks noGrp="1"/>
          </p:cNvSpPr>
          <p:nvPr>
            <p:ph type="ftr" sz="quarter" idx="3"/>
          </p:nvPr>
        </p:nvSpPr>
        <p:spPr>
          <a:xfrm>
            <a:off x="3405162" y="5763390"/>
            <a:ext cx="3156003" cy="331063"/>
          </a:xfrm>
          <a:prstGeom prst="rect">
            <a:avLst/>
          </a:prstGeom>
        </p:spPr>
        <p:txBody>
          <a:bodyPr vert="horz" lIns="103565" tIns="51782" rIns="103565" bIns="51782" rtlCol="0" anchor="ctr"/>
          <a:lstStyle>
            <a:lvl1pPr algn="ctr">
              <a:defRPr sz="14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7142534" y="5763390"/>
            <a:ext cx="2325476" cy="331063"/>
          </a:xfrm>
          <a:prstGeom prst="rect">
            <a:avLst/>
          </a:prstGeom>
        </p:spPr>
        <p:txBody>
          <a:bodyPr vert="horz" lIns="103565" tIns="51782" rIns="103565" bIns="51782" rtlCol="0" anchor="ctr"/>
          <a:lstStyle>
            <a:lvl1pPr algn="r">
              <a:defRPr sz="1400">
                <a:solidFill>
                  <a:schemeClr val="tx1">
                    <a:tint val="75000"/>
                  </a:schemeClr>
                </a:solidFill>
              </a:defRPr>
            </a:lvl1pPr>
          </a:lstStyle>
          <a:p>
            <a:fld id="{C7C739E9-B401-45D2-B2D3-CE79AE1ADEC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1728780962"/>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848" r:id="rId3"/>
    <p:sldLayoutId id="2147483849" r:id="rId4"/>
    <p:sldLayoutId id="2147483850" r:id="rId5"/>
    <p:sldLayoutId id="2147483851" r:id="rId6"/>
    <p:sldLayoutId id="2147483852" r:id="rId7"/>
    <p:sldLayoutId id="2147483853" r:id="rId8"/>
    <p:sldLayoutId id="2147483854" r:id="rId9"/>
    <p:sldLayoutId id="2147483855" r:id="rId10"/>
    <p:sldLayoutId id="2147483856" r:id="rId11"/>
  </p:sldLayoutIdLst>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xStyles>
    <p:titleStyle>
      <a:lvl1pPr algn="ctr" defTabSz="1035641" rtl="0" eaLnBrk="1" latinLnBrk="0" hangingPunct="1">
        <a:spcBef>
          <a:spcPct val="0"/>
        </a:spcBef>
        <a:buNone/>
        <a:defRPr sz="5000" kern="1200">
          <a:solidFill>
            <a:schemeClr val="tx1"/>
          </a:solidFill>
          <a:latin typeface="+mj-lt"/>
          <a:ea typeface="+mj-ea"/>
          <a:cs typeface="+mj-cs"/>
        </a:defRPr>
      </a:lvl1pPr>
    </p:titleStyle>
    <p:bodyStyle>
      <a:lvl1pPr marL="388365" indent="-388365" algn="l" defTabSz="1035641" rtl="0" eaLnBrk="1" latinLnBrk="0" hangingPunct="1">
        <a:spcBef>
          <a:spcPct val="20000"/>
        </a:spcBef>
        <a:buFont typeface="Arial" pitchFamily="34" charset="0"/>
        <a:buChar char="•"/>
        <a:defRPr sz="3600" kern="1200">
          <a:solidFill>
            <a:schemeClr val="tx1"/>
          </a:solidFill>
          <a:latin typeface="+mn-lt"/>
          <a:ea typeface="+mn-ea"/>
          <a:cs typeface="+mn-cs"/>
        </a:defRPr>
      </a:lvl1pPr>
      <a:lvl2pPr marL="841458" indent="-323636" algn="l" defTabSz="1035641" rtl="0" eaLnBrk="1" latinLnBrk="0" hangingPunct="1">
        <a:spcBef>
          <a:spcPct val="20000"/>
        </a:spcBef>
        <a:buFont typeface="Arial" pitchFamily="34" charset="0"/>
        <a:buChar char="–"/>
        <a:defRPr sz="3100" kern="1200">
          <a:solidFill>
            <a:schemeClr val="tx1"/>
          </a:solidFill>
          <a:latin typeface="+mn-lt"/>
          <a:ea typeface="+mn-ea"/>
          <a:cs typeface="+mn-cs"/>
        </a:defRPr>
      </a:lvl2pPr>
      <a:lvl3pPr marL="1294550" indent="-258911" algn="l" defTabSz="1035641" rtl="0" eaLnBrk="1" latinLnBrk="0" hangingPunct="1">
        <a:spcBef>
          <a:spcPct val="20000"/>
        </a:spcBef>
        <a:buFont typeface="Arial" pitchFamily="34" charset="0"/>
        <a:buChar char="•"/>
        <a:defRPr sz="2800" kern="1200">
          <a:solidFill>
            <a:schemeClr val="tx1"/>
          </a:solidFill>
          <a:latin typeface="+mn-lt"/>
          <a:ea typeface="+mn-ea"/>
          <a:cs typeface="+mn-cs"/>
        </a:defRPr>
      </a:lvl3pPr>
      <a:lvl4pPr marL="1812371" indent="-258911" algn="l" defTabSz="1035641"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30191" indent="-258911" algn="l" defTabSz="1035641"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848010" indent="-258911" algn="l" defTabSz="1035641"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65831" indent="-258911" algn="l" defTabSz="1035641"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883651" indent="-258911" algn="l" defTabSz="1035641"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01471" indent="-258911" algn="l" defTabSz="1035641"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en-US"/>
      </a:defPPr>
      <a:lvl1pPr marL="0" algn="l" defTabSz="1035641" rtl="0" eaLnBrk="1" latinLnBrk="0" hangingPunct="1">
        <a:defRPr sz="2000" kern="1200">
          <a:solidFill>
            <a:schemeClr val="tx1"/>
          </a:solidFill>
          <a:latin typeface="+mn-lt"/>
          <a:ea typeface="+mn-ea"/>
          <a:cs typeface="+mn-cs"/>
        </a:defRPr>
      </a:lvl1pPr>
      <a:lvl2pPr marL="517820" algn="l" defTabSz="1035641" rtl="0" eaLnBrk="1" latinLnBrk="0" hangingPunct="1">
        <a:defRPr sz="2000" kern="1200">
          <a:solidFill>
            <a:schemeClr val="tx1"/>
          </a:solidFill>
          <a:latin typeface="+mn-lt"/>
          <a:ea typeface="+mn-ea"/>
          <a:cs typeface="+mn-cs"/>
        </a:defRPr>
      </a:lvl2pPr>
      <a:lvl3pPr marL="1035641" algn="l" defTabSz="1035641" rtl="0" eaLnBrk="1" latinLnBrk="0" hangingPunct="1">
        <a:defRPr sz="2000" kern="1200">
          <a:solidFill>
            <a:schemeClr val="tx1"/>
          </a:solidFill>
          <a:latin typeface="+mn-lt"/>
          <a:ea typeface="+mn-ea"/>
          <a:cs typeface="+mn-cs"/>
        </a:defRPr>
      </a:lvl3pPr>
      <a:lvl4pPr marL="1553461" algn="l" defTabSz="1035641" rtl="0" eaLnBrk="1" latinLnBrk="0" hangingPunct="1">
        <a:defRPr sz="2000" kern="1200">
          <a:solidFill>
            <a:schemeClr val="tx1"/>
          </a:solidFill>
          <a:latin typeface="+mn-lt"/>
          <a:ea typeface="+mn-ea"/>
          <a:cs typeface="+mn-cs"/>
        </a:defRPr>
      </a:lvl4pPr>
      <a:lvl5pPr marL="2071281" algn="l" defTabSz="1035641" rtl="0" eaLnBrk="1" latinLnBrk="0" hangingPunct="1">
        <a:defRPr sz="2000" kern="1200">
          <a:solidFill>
            <a:schemeClr val="tx1"/>
          </a:solidFill>
          <a:latin typeface="+mn-lt"/>
          <a:ea typeface="+mn-ea"/>
          <a:cs typeface="+mn-cs"/>
        </a:defRPr>
      </a:lvl5pPr>
      <a:lvl6pPr marL="2589101" algn="l" defTabSz="1035641" rtl="0" eaLnBrk="1" latinLnBrk="0" hangingPunct="1">
        <a:defRPr sz="2000" kern="1200">
          <a:solidFill>
            <a:schemeClr val="tx1"/>
          </a:solidFill>
          <a:latin typeface="+mn-lt"/>
          <a:ea typeface="+mn-ea"/>
          <a:cs typeface="+mn-cs"/>
        </a:defRPr>
      </a:lvl6pPr>
      <a:lvl7pPr marL="3106920" algn="l" defTabSz="1035641" rtl="0" eaLnBrk="1" latinLnBrk="0" hangingPunct="1">
        <a:defRPr sz="2000" kern="1200">
          <a:solidFill>
            <a:schemeClr val="tx1"/>
          </a:solidFill>
          <a:latin typeface="+mn-lt"/>
          <a:ea typeface="+mn-ea"/>
          <a:cs typeface="+mn-cs"/>
        </a:defRPr>
      </a:lvl7pPr>
      <a:lvl8pPr marL="3624741" algn="l" defTabSz="1035641" rtl="0" eaLnBrk="1" latinLnBrk="0" hangingPunct="1">
        <a:defRPr sz="2000" kern="1200">
          <a:solidFill>
            <a:schemeClr val="tx1"/>
          </a:solidFill>
          <a:latin typeface="+mn-lt"/>
          <a:ea typeface="+mn-ea"/>
          <a:cs typeface="+mn-cs"/>
        </a:defRPr>
      </a:lvl8pPr>
      <a:lvl9pPr marL="4142561" algn="l" defTabSz="1035641"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149.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audio" Target="../media/audio1.wav"/><Relationship Id="rId7" Type="http://schemas.openxmlformats.org/officeDocument/2006/relationships/image" Target="../media/image20.png"/><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image" Target="../media/image23.png"/><Relationship Id="rId5" Type="http://schemas.openxmlformats.org/officeDocument/2006/relationships/notesSlide" Target="../notesSlides/notesSlide1.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slideLayout" Target="../slideLayouts/slideLayout2.xml"/><Relationship Id="rId7" Type="http://schemas.openxmlformats.org/officeDocument/2006/relationships/image" Target="../media/image36.png"/><Relationship Id="rId2" Type="http://schemas.openxmlformats.org/officeDocument/2006/relationships/audio" Target="../media/audio1.wav"/><Relationship Id="rId1" Type="http://schemas.openxmlformats.org/officeDocument/2006/relationships/tags" Target="../tags/tag5.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tags" Target="../tags/tag6.xml"/><Relationship Id="rId6" Type="http://schemas.openxmlformats.org/officeDocument/2006/relationships/image" Target="../media/image20.png"/><Relationship Id="rId5" Type="http://schemas.openxmlformats.org/officeDocument/2006/relationships/image" Target="../media/image37.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0.png"/><Relationship Id="rId2" Type="http://schemas.openxmlformats.org/officeDocument/2006/relationships/audio" Target="../media/audio1.wav"/><Relationship Id="rId1" Type="http://schemas.openxmlformats.org/officeDocument/2006/relationships/tags" Target="../tags/tag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0.png"/><Relationship Id="rId2" Type="http://schemas.openxmlformats.org/officeDocument/2006/relationships/audio" Target="../media/audio1.wav"/><Relationship Id="rId1" Type="http://schemas.openxmlformats.org/officeDocument/2006/relationships/tags" Target="../tags/tag8.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slideLayout" Target="../slideLayouts/slideLayout2.xml"/><Relationship Id="rId7" Type="http://schemas.openxmlformats.org/officeDocument/2006/relationships/image" Target="../media/image43.png"/><Relationship Id="rId2" Type="http://schemas.openxmlformats.org/officeDocument/2006/relationships/audio" Target="../media/audio1.wav"/><Relationship Id="rId1" Type="http://schemas.openxmlformats.org/officeDocument/2006/relationships/tags" Target="../tags/tag9.xml"/><Relationship Id="rId6" Type="http://schemas.openxmlformats.org/officeDocument/2006/relationships/image" Target="../media/image42.png"/><Relationship Id="rId5" Type="http://schemas.openxmlformats.org/officeDocument/2006/relationships/image" Target="../media/image23.png"/><Relationship Id="rId4" Type="http://schemas.openxmlformats.org/officeDocument/2006/relationships/notesSlide" Target="../notesSlides/notesSlide8.xml"/><Relationship Id="rId9"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0.png"/><Relationship Id="rId2" Type="http://schemas.openxmlformats.org/officeDocument/2006/relationships/audio" Target="../media/audio1.wav"/><Relationship Id="rId1" Type="http://schemas.openxmlformats.org/officeDocument/2006/relationships/tags" Target="../tags/tag10.xml"/><Relationship Id="rId6" Type="http://schemas.openxmlformats.org/officeDocument/2006/relationships/image" Target="../media/image45.png"/><Relationship Id="rId5" Type="http://schemas.openxmlformats.org/officeDocument/2006/relationships/image" Target="../media/image23.png"/><Relationship Id="rId4" Type="http://schemas.openxmlformats.org/officeDocument/2006/relationships/notesSlide" Target="../notesSlides/notesSlide9.xml"/></Relationships>
</file>

<file path=ppt/slides/_rels/slide2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slideLayout" Target="../slideLayouts/slideLayout2.xml"/><Relationship Id="rId7" Type="http://schemas.openxmlformats.org/officeDocument/2006/relationships/image" Target="../media/image47.png"/><Relationship Id="rId2" Type="http://schemas.openxmlformats.org/officeDocument/2006/relationships/audio" Target="../media/audio1.wav"/><Relationship Id="rId1" Type="http://schemas.openxmlformats.org/officeDocument/2006/relationships/tags" Target="../tags/tag11.xml"/><Relationship Id="rId6" Type="http://schemas.openxmlformats.org/officeDocument/2006/relationships/image" Target="../media/image46.png"/><Relationship Id="rId5" Type="http://schemas.openxmlformats.org/officeDocument/2006/relationships/image" Target="../media/image23.png"/><Relationship Id="rId4" Type="http://schemas.openxmlformats.org/officeDocument/2006/relationships/notesSlide" Target="../notesSlides/notesSlide10.xml"/></Relationships>
</file>

<file path=ppt/slides/_rels/slide2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slideLayout" Target="../slideLayouts/slideLayout2.xml"/><Relationship Id="rId7" Type="http://schemas.openxmlformats.org/officeDocument/2006/relationships/image" Target="../media/image49.png"/><Relationship Id="rId2" Type="http://schemas.openxmlformats.org/officeDocument/2006/relationships/audio" Target="../media/audio1.wav"/><Relationship Id="rId1" Type="http://schemas.openxmlformats.org/officeDocument/2006/relationships/tags" Target="../tags/tag12.xml"/><Relationship Id="rId6" Type="http://schemas.openxmlformats.org/officeDocument/2006/relationships/image" Target="../media/image48.png"/><Relationship Id="rId5" Type="http://schemas.openxmlformats.org/officeDocument/2006/relationships/image" Target="../media/image23.png"/><Relationship Id="rId4" Type="http://schemas.openxmlformats.org/officeDocument/2006/relationships/notesSlide" Target="../notesSlides/notesSlide11.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0.png"/><Relationship Id="rId2" Type="http://schemas.openxmlformats.org/officeDocument/2006/relationships/audio" Target="../media/audio1.wav"/><Relationship Id="rId1" Type="http://schemas.openxmlformats.org/officeDocument/2006/relationships/tags" Target="../tags/tag13.xml"/><Relationship Id="rId6" Type="http://schemas.openxmlformats.org/officeDocument/2006/relationships/image" Target="../media/image50.png"/><Relationship Id="rId5" Type="http://schemas.openxmlformats.org/officeDocument/2006/relationships/image" Target="../media/image23.png"/><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p:cNvGrpSpPr/>
        <p:nvPr/>
      </p:nvGrpSpPr>
      <p:grpSpPr>
        <a:xfrm>
          <a:off x="0" y="0"/>
          <a:ext cx="0" cy="0"/>
          <a:chOff x="0" y="0"/>
          <a:chExt cx="0" cy="0"/>
        </a:xfrm>
      </p:grpSpPr>
      <p:sp>
        <p:nvSpPr>
          <p:cNvPr id="5" name="Arrow Bar"/>
          <p:cNvSpPr/>
          <p:nvPr/>
        </p:nvSpPr>
        <p:spPr bwMode="auto">
          <a:xfrm>
            <a:off x="1" y="1"/>
            <a:ext cx="9966324" cy="6218238"/>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r>
              <a:rPr lang="en-US" sz="4800" b="1" dirty="0" smtClean="0">
                <a:solidFill>
                  <a:schemeClr val="bg1">
                    <a:alpha val="99000"/>
                  </a:schemeClr>
                </a:solidFill>
                <a:latin typeface="Segoe UI" pitchFamily="34" charset="0"/>
                <a:ea typeface="Segoe UI" pitchFamily="34" charset="0"/>
                <a:cs typeface="Segoe UI" pitchFamily="34" charset="0"/>
              </a:rPr>
              <a:t>My Clubcard Account</a:t>
            </a:r>
          </a:p>
          <a:p>
            <a:pPr algn="ctr" defTabSz="776610"/>
            <a:r>
              <a:rPr lang="en-US" sz="4800" b="1" dirty="0" smtClean="0">
                <a:solidFill>
                  <a:schemeClr val="bg1">
                    <a:alpha val="99000"/>
                  </a:schemeClr>
                </a:solidFill>
                <a:latin typeface="Segoe UI" pitchFamily="34" charset="0"/>
                <a:ea typeface="Segoe UI" pitchFamily="34" charset="0"/>
                <a:cs typeface="Segoe UI" pitchFamily="34" charset="0"/>
              </a:rPr>
              <a:t>(MCA)</a:t>
            </a:r>
            <a:endParaRPr lang="en-US" sz="4800" b="1" dirty="0">
              <a:solidFill>
                <a:schemeClr val="bg1">
                  <a:alpha val="99000"/>
                </a:schemeClr>
              </a:solidFill>
              <a:latin typeface="Segoe UI" pitchFamily="34" charset="0"/>
              <a:ea typeface="Segoe UI" pitchFamily="34" charset="0"/>
              <a:cs typeface="Segoe UI" pitchFamily="34" charset="0"/>
            </a:endParaRPr>
          </a:p>
        </p:txBody>
      </p:sp>
      <p:pic>
        <p:nvPicPr>
          <p:cNvPr id="3" name="Picture 5"/>
          <p:cNvPicPr>
            <a:picLocks noChangeAspect="1" noChangeArrowheads="1"/>
          </p:cNvPicPr>
          <p:nvPr/>
        </p:nvPicPr>
        <p:blipFill>
          <a:blip r:embed="rId3"/>
          <a:srcRect/>
          <a:stretch>
            <a:fillRect/>
          </a:stretch>
        </p:blipFill>
        <p:spPr bwMode="auto">
          <a:xfrm>
            <a:off x="8259762" y="76200"/>
            <a:ext cx="1706563" cy="442119"/>
          </a:xfrm>
          <a:prstGeom prst="rect">
            <a:avLst/>
          </a:prstGeom>
          <a:noFill/>
          <a:ln w="57150" cmpd="thickThin">
            <a:noFill/>
            <a:miter lim="800000"/>
            <a:headEnd/>
            <a:tailEnd/>
          </a:ln>
        </p:spPr>
      </p:pic>
    </p:spTree>
    <p:extLst>
      <p:ext uri="{BB962C8B-B14F-4D97-AF65-F5344CB8AC3E}">
        <p14:creationId xmlns="" xmlns:p14="http://schemas.microsoft.com/office/powerpoint/2010/main" val="19052728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0" y="0"/>
            <a:ext cx="9966325" cy="609599"/>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r>
              <a:rPr lang="en-US" sz="2800" b="1" dirty="0" smtClean="0">
                <a:solidFill>
                  <a:schemeClr val="bg1"/>
                </a:solidFill>
                <a:latin typeface="Segoe UI" pitchFamily="34" charset="0"/>
                <a:ea typeface="Segoe UI" pitchFamily="34" charset="0"/>
                <a:cs typeface="Segoe UI" pitchFamily="34" charset="0"/>
              </a:rPr>
              <a:t>What is MCA?</a:t>
            </a:r>
            <a:endParaRPr lang="en-US" sz="2800" b="1" dirty="0">
              <a:solidFill>
                <a:schemeClr val="bg1"/>
              </a:solidFill>
              <a:latin typeface="Segoe UI" pitchFamily="34" charset="0"/>
              <a:ea typeface="Segoe UI" pitchFamily="34" charset="0"/>
              <a:cs typeface="Segoe UI" pitchFamily="34" charset="0"/>
            </a:endParaRPr>
          </a:p>
        </p:txBody>
      </p:sp>
      <p:pic>
        <p:nvPicPr>
          <p:cNvPr id="6" name="Picture 5"/>
          <p:cNvPicPr>
            <a:picLocks noChangeAspect="1" noChangeArrowheads="1"/>
          </p:cNvPicPr>
          <p:nvPr/>
        </p:nvPicPr>
        <p:blipFill>
          <a:blip r:embed="rId2"/>
          <a:srcRect/>
          <a:stretch>
            <a:fillRect/>
          </a:stretch>
        </p:blipFill>
        <p:spPr bwMode="auto">
          <a:xfrm>
            <a:off x="8259762" y="76200"/>
            <a:ext cx="1706563" cy="442119"/>
          </a:xfrm>
          <a:prstGeom prst="rect">
            <a:avLst/>
          </a:prstGeom>
          <a:noFill/>
          <a:ln w="57150" cmpd="thickThin">
            <a:noFill/>
            <a:miter lim="800000"/>
            <a:headEnd/>
            <a:tailEnd/>
          </a:ln>
        </p:spPr>
      </p:pic>
      <p:sp>
        <p:nvSpPr>
          <p:cNvPr id="28674" name="Rectangle 2"/>
          <p:cNvSpPr>
            <a:spLocks noChangeArrowheads="1"/>
          </p:cNvSpPr>
          <p:nvPr/>
        </p:nvSpPr>
        <p:spPr bwMode="auto">
          <a:xfrm>
            <a:off x="0" y="1503639"/>
            <a:ext cx="9966325" cy="304698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sz="2400" b="0" i="0" u="none" strike="noStrike" cap="none" normalizeH="0" baseline="0" dirty="0" smtClean="0">
                <a:ln>
                  <a:noFill/>
                </a:ln>
                <a:solidFill>
                  <a:schemeClr val="tx1"/>
                </a:solidFill>
                <a:effectLst/>
                <a:ea typeface="Calibri" pitchFamily="34" charset="0"/>
                <a:cs typeface="Times New Roman" pitchFamily="18" charset="0"/>
              </a:rPr>
              <a:t>MCA (My Clubcard Account) is a loyalty web application for customers.</a:t>
            </a:r>
          </a:p>
          <a:p>
            <a:pPr marL="0" marR="0" lvl="0" indent="0" algn="just" defTabSz="914400" rtl="0" eaLnBrk="0" fontAlgn="base" latinLnBrk="0" hangingPunct="0">
              <a:lnSpc>
                <a:spcPct val="100000"/>
              </a:lnSpc>
              <a:spcBef>
                <a:spcPct val="0"/>
              </a:spcBef>
              <a:spcAft>
                <a:spcPct val="0"/>
              </a:spcAft>
              <a:buClrTx/>
              <a:buSzTx/>
              <a:tabLst/>
            </a:pPr>
            <a:r>
              <a:rPr kumimoji="0" lang="en-US" sz="2400" b="0" i="0" u="none" strike="noStrike" cap="none" normalizeH="0" baseline="0" dirty="0" smtClean="0">
                <a:ln>
                  <a:noFill/>
                </a:ln>
                <a:solidFill>
                  <a:schemeClr val="tx1"/>
                </a:solidFill>
                <a:effectLst/>
                <a:ea typeface="Calibri" pitchFamily="34" charset="0"/>
                <a:cs typeface="Times New Roman" pitchFamily="18" charset="0"/>
              </a:rPr>
              <a:t> </a:t>
            </a:r>
          </a:p>
          <a:p>
            <a:pPr marL="0" marR="0" lvl="0" indent="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sz="2400" b="0" i="0" u="none" strike="noStrike" cap="none" normalizeH="0" baseline="0" dirty="0" smtClean="0">
                <a:ln>
                  <a:noFill/>
                </a:ln>
                <a:solidFill>
                  <a:schemeClr val="tx1"/>
                </a:solidFill>
                <a:effectLst/>
                <a:ea typeface="Calibri" pitchFamily="34" charset="0"/>
                <a:cs typeface="Times New Roman" pitchFamily="18" charset="0"/>
              </a:rPr>
              <a:t>MCA enable customers to engage with Tesco and grow their loyalty. </a:t>
            </a:r>
          </a:p>
          <a:p>
            <a:pPr marL="0" marR="0" lvl="0" indent="0" algn="just" defTabSz="914400" rtl="0" eaLnBrk="0" fontAlgn="base" latinLnBrk="0" hangingPunct="0">
              <a:lnSpc>
                <a:spcPct val="100000"/>
              </a:lnSpc>
              <a:spcBef>
                <a:spcPct val="0"/>
              </a:spcBef>
              <a:spcAft>
                <a:spcPct val="0"/>
              </a:spcAft>
              <a:buClrTx/>
              <a:buSzTx/>
              <a:tabLst/>
            </a:pPr>
            <a:endParaRPr kumimoji="0" lang="en-US" sz="2400" b="0" i="0" u="none" strike="noStrike" cap="none" normalizeH="0" baseline="0" dirty="0" smtClean="0">
              <a:ln>
                <a:noFill/>
              </a:ln>
              <a:solidFill>
                <a:schemeClr val="tx1"/>
              </a:solidFill>
              <a:effectLst/>
              <a:ea typeface="Calibri" pitchFamily="34"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sz="2400" b="0" i="0" u="none" strike="noStrike" cap="none" normalizeH="0" baseline="0" dirty="0" smtClean="0">
                <a:ln>
                  <a:noFill/>
                </a:ln>
                <a:solidFill>
                  <a:schemeClr val="tx1"/>
                </a:solidFill>
                <a:effectLst/>
                <a:ea typeface="Calibri" pitchFamily="34" charset="0"/>
                <a:cs typeface="Times New Roman" pitchFamily="18" charset="0"/>
              </a:rPr>
              <a:t>Allows</a:t>
            </a:r>
            <a:r>
              <a:rPr kumimoji="0" lang="en-US" sz="2400" b="0" i="0" u="none" strike="noStrike" cap="none" normalizeH="0" dirty="0" smtClean="0">
                <a:ln>
                  <a:noFill/>
                </a:ln>
                <a:solidFill>
                  <a:schemeClr val="tx1"/>
                </a:solidFill>
                <a:effectLst/>
                <a:ea typeface="Calibri" pitchFamily="34" charset="0"/>
                <a:cs typeface="Times New Roman" pitchFamily="18" charset="0"/>
              </a:rPr>
              <a:t> c</a:t>
            </a:r>
            <a:r>
              <a:rPr kumimoji="0" lang="en-US" sz="2400" b="0" i="0" u="none" strike="noStrike" cap="none" normalizeH="0" baseline="0" dirty="0" smtClean="0">
                <a:ln>
                  <a:noFill/>
                </a:ln>
                <a:solidFill>
                  <a:schemeClr val="tx1"/>
                </a:solidFill>
                <a:effectLst/>
                <a:ea typeface="Calibri" pitchFamily="34" charset="0"/>
                <a:cs typeface="Times New Roman" pitchFamily="18" charset="0"/>
              </a:rPr>
              <a:t>ustomers to manage their online account from a single place</a:t>
            </a:r>
          </a:p>
          <a:p>
            <a:pPr marL="0" marR="0" lvl="0" indent="0" algn="just" defTabSz="914400" rtl="0" eaLnBrk="0" fontAlgn="base" latinLnBrk="0" hangingPunct="0">
              <a:lnSpc>
                <a:spcPct val="100000"/>
              </a:lnSpc>
              <a:spcBef>
                <a:spcPct val="0"/>
              </a:spcBef>
              <a:spcAft>
                <a:spcPct val="0"/>
              </a:spcAft>
              <a:buClrTx/>
              <a:buSzTx/>
              <a:tabLst/>
            </a:pPr>
            <a:endParaRPr kumimoji="0" lang="en-US" sz="2400" b="0" i="0" u="none" strike="noStrike" cap="none" normalizeH="0" baseline="0" dirty="0" smtClean="0">
              <a:ln>
                <a:noFill/>
              </a:ln>
              <a:solidFill>
                <a:schemeClr val="tx1"/>
              </a:solidFill>
              <a:effectLst/>
              <a:ea typeface="Calibri" pitchFamily="34"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sz="2400" b="0" i="0" u="none" strike="noStrike" cap="none" normalizeH="0" baseline="0" dirty="0" smtClean="0">
                <a:ln>
                  <a:noFill/>
                </a:ln>
                <a:solidFill>
                  <a:schemeClr val="tx1"/>
                </a:solidFill>
                <a:effectLst/>
                <a:ea typeface="Calibri" pitchFamily="34" charset="0"/>
                <a:cs typeface="Times New Roman" pitchFamily="18" charset="0"/>
              </a:rPr>
              <a:t>Customers can manage their contact preferences, dietary preference and point accumulation, can opt out/opt in of certain marketing messages.</a:t>
            </a:r>
            <a:endParaRPr kumimoji="0" lang="en-US" sz="2400" b="0" i="0" u="none" strike="noStrike" cap="none" normalizeH="0" baseline="0" dirty="0" smtClean="0">
              <a:ln>
                <a:noFill/>
              </a:ln>
              <a:solidFill>
                <a:schemeClr val="tx1"/>
              </a:solidFill>
              <a:effectLst/>
            </a:endParaRP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0" y="0"/>
            <a:ext cx="9966325" cy="609599"/>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r>
              <a:rPr lang="en-US" sz="2800" b="1" dirty="0" smtClean="0">
                <a:solidFill>
                  <a:schemeClr val="bg1"/>
                </a:solidFill>
                <a:latin typeface="Segoe UI" pitchFamily="34" charset="0"/>
                <a:ea typeface="Segoe UI" pitchFamily="34" charset="0"/>
                <a:cs typeface="Segoe UI" pitchFamily="34" charset="0"/>
              </a:rPr>
              <a:t>Architecture</a:t>
            </a:r>
            <a:endParaRPr lang="en-US" sz="2800" b="1" dirty="0">
              <a:solidFill>
                <a:schemeClr val="bg1"/>
              </a:solidFill>
              <a:latin typeface="Segoe UI" pitchFamily="34" charset="0"/>
              <a:ea typeface="Segoe UI" pitchFamily="34" charset="0"/>
              <a:cs typeface="Segoe UI" pitchFamily="34" charset="0"/>
            </a:endParaRPr>
          </a:p>
        </p:txBody>
      </p:sp>
      <p:pic>
        <p:nvPicPr>
          <p:cNvPr id="6" name="Picture 5"/>
          <p:cNvPicPr>
            <a:picLocks noChangeAspect="1" noChangeArrowheads="1"/>
          </p:cNvPicPr>
          <p:nvPr/>
        </p:nvPicPr>
        <p:blipFill>
          <a:blip r:embed="rId2"/>
          <a:srcRect/>
          <a:stretch>
            <a:fillRect/>
          </a:stretch>
        </p:blipFill>
        <p:spPr bwMode="auto">
          <a:xfrm>
            <a:off x="8259762" y="76200"/>
            <a:ext cx="1706563" cy="442119"/>
          </a:xfrm>
          <a:prstGeom prst="rect">
            <a:avLst/>
          </a:prstGeom>
          <a:noFill/>
          <a:ln w="57150" cmpd="thickThin">
            <a:noFill/>
            <a:miter lim="800000"/>
            <a:headEnd/>
            <a:tailEnd/>
          </a:ln>
        </p:spPr>
      </p:pic>
      <p:pic>
        <p:nvPicPr>
          <p:cNvPr id="205826" name="Picture 2"/>
          <p:cNvPicPr>
            <a:picLocks noChangeAspect="1" noChangeArrowheads="1"/>
          </p:cNvPicPr>
          <p:nvPr/>
        </p:nvPicPr>
        <p:blipFill>
          <a:blip r:embed="rId3"/>
          <a:srcRect/>
          <a:stretch>
            <a:fillRect/>
          </a:stretch>
        </p:blipFill>
        <p:spPr bwMode="auto">
          <a:xfrm>
            <a:off x="2239962" y="1051719"/>
            <a:ext cx="1371600" cy="990600"/>
          </a:xfrm>
          <a:prstGeom prst="rect">
            <a:avLst/>
          </a:prstGeom>
          <a:noFill/>
          <a:ln w="9525">
            <a:noFill/>
            <a:miter lim="800000"/>
            <a:headEnd/>
            <a:tailEnd/>
          </a:ln>
          <a:effectLst/>
        </p:spPr>
      </p:pic>
      <p:sp>
        <p:nvSpPr>
          <p:cNvPr id="8" name="Rectangle 7"/>
          <p:cNvSpPr/>
          <p:nvPr/>
        </p:nvSpPr>
        <p:spPr>
          <a:xfrm>
            <a:off x="2011362" y="2042319"/>
            <a:ext cx="22098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smtClean="0"/>
              <a:t>WebLayer</a:t>
            </a:r>
            <a:endParaRPr lang="en-US" sz="2400" dirty="0"/>
          </a:p>
        </p:txBody>
      </p:sp>
      <p:sp>
        <p:nvSpPr>
          <p:cNvPr id="9" name="Rectangle 8"/>
          <p:cNvSpPr/>
          <p:nvPr/>
        </p:nvSpPr>
        <p:spPr>
          <a:xfrm>
            <a:off x="5059362" y="2042319"/>
            <a:ext cx="22098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ServiceLayer</a:t>
            </a:r>
            <a:endParaRPr lang="en-US" dirty="0"/>
          </a:p>
        </p:txBody>
      </p:sp>
      <p:cxnSp>
        <p:nvCxnSpPr>
          <p:cNvPr id="11" name="Straight Arrow Connector 10"/>
          <p:cNvCxnSpPr>
            <a:endCxn id="16" idx="1"/>
          </p:cNvCxnSpPr>
          <p:nvPr/>
        </p:nvCxnSpPr>
        <p:spPr>
          <a:xfrm rot="5400000">
            <a:off x="4754562" y="3032919"/>
            <a:ext cx="1066800" cy="1066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Can 15"/>
          <p:cNvSpPr/>
          <p:nvPr/>
        </p:nvSpPr>
        <p:spPr>
          <a:xfrm>
            <a:off x="3916362" y="4099719"/>
            <a:ext cx="1676400" cy="12192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NGC Database</a:t>
            </a:r>
            <a:endParaRPr lang="en-US" dirty="0"/>
          </a:p>
        </p:txBody>
      </p:sp>
      <p:cxnSp>
        <p:nvCxnSpPr>
          <p:cNvPr id="20" name="Straight Arrow Connector 19"/>
          <p:cNvCxnSpPr>
            <a:stCxn id="8" idx="3"/>
            <a:endCxn id="9" idx="1"/>
          </p:cNvCxnSpPr>
          <p:nvPr/>
        </p:nvCxnSpPr>
        <p:spPr>
          <a:xfrm>
            <a:off x="4221162" y="2575719"/>
            <a:ext cx="838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1" y="-15080"/>
            <a:ext cx="9966325" cy="609599"/>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r>
              <a:rPr lang="en-US" sz="2800" b="1" dirty="0" smtClean="0">
                <a:solidFill>
                  <a:schemeClr val="bg1"/>
                </a:solidFill>
                <a:latin typeface="Segoe UI" pitchFamily="34" charset="0"/>
                <a:ea typeface="Segoe UI" pitchFamily="34" charset="0"/>
                <a:cs typeface="Segoe UI" pitchFamily="34" charset="0"/>
              </a:rPr>
              <a:t>Deployment View</a:t>
            </a:r>
            <a:endParaRPr lang="en-US" sz="2800" b="1" dirty="0">
              <a:solidFill>
                <a:schemeClr val="bg1"/>
              </a:solidFill>
              <a:latin typeface="Segoe UI" pitchFamily="34" charset="0"/>
              <a:ea typeface="Segoe UI" pitchFamily="34" charset="0"/>
              <a:cs typeface="Segoe UI" pitchFamily="34" charset="0"/>
            </a:endParaRPr>
          </a:p>
        </p:txBody>
      </p:sp>
      <p:pic>
        <p:nvPicPr>
          <p:cNvPr id="6" name="~PP1017.WAV">
            <a:hlinkClick r:id="" action="ppaction://media"/>
          </p:cNvPr>
          <p:cNvPicPr>
            <a:picLocks noRot="1" noChangeAspect="1"/>
          </p:cNvPicPr>
          <p:nvPr>
            <a:wavAudioFile r:embed="rId3" name="~PP1017.WAV"/>
          </p:nvPr>
        </p:nvPicPr>
        <p:blipFill>
          <a:blip r:embed="rId6"/>
          <a:stretch>
            <a:fillRect/>
          </a:stretch>
        </p:blipFill>
        <p:spPr>
          <a:xfrm>
            <a:off x="9532938" y="5784850"/>
            <a:ext cx="304800" cy="304800"/>
          </a:xfrm>
          <a:prstGeom prst="rect">
            <a:avLst/>
          </a:prstGeom>
        </p:spPr>
      </p:pic>
      <p:pic>
        <p:nvPicPr>
          <p:cNvPr id="8" name="Picture 5"/>
          <p:cNvPicPr>
            <a:picLocks noChangeAspect="1" noChangeArrowheads="1"/>
          </p:cNvPicPr>
          <p:nvPr/>
        </p:nvPicPr>
        <p:blipFill>
          <a:blip r:embed="rId7"/>
          <a:srcRect/>
          <a:stretch>
            <a:fillRect/>
          </a:stretch>
        </p:blipFill>
        <p:spPr bwMode="auto">
          <a:xfrm>
            <a:off x="8259762" y="76200"/>
            <a:ext cx="1706563" cy="442119"/>
          </a:xfrm>
          <a:prstGeom prst="rect">
            <a:avLst/>
          </a:prstGeom>
          <a:noFill/>
          <a:ln w="57150" cmpd="thickThin">
            <a:noFill/>
            <a:miter lim="800000"/>
            <a:headEnd/>
            <a:tailEnd/>
          </a:ln>
        </p:spPr>
      </p:pic>
      <p:sp>
        <p:nvSpPr>
          <p:cNvPr id="2050" name="Rectangle 2"/>
          <p:cNvSpPr>
            <a:spLocks noChangeArrowheads="1"/>
          </p:cNvSpPr>
          <p:nvPr/>
        </p:nvSpPr>
        <p:spPr bwMode="auto">
          <a:xfrm>
            <a:off x="0" y="0"/>
            <a:ext cx="9966325"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049" name="Object 1"/>
          <p:cNvGraphicFramePr>
            <a:graphicFrameLocks noChangeAspect="1"/>
          </p:cNvGraphicFramePr>
          <p:nvPr/>
        </p:nvGraphicFramePr>
        <p:xfrm>
          <a:off x="1020762" y="670719"/>
          <a:ext cx="8496300" cy="4867275"/>
        </p:xfrm>
        <a:graphic>
          <a:graphicData uri="http://schemas.openxmlformats.org/presentationml/2006/ole">
            <p:oleObj spid="_x0000_s2049" r:id="rId8" imgW="14990065" imgH="6777798" progId="">
              <p:embed/>
            </p:oleObj>
          </a:graphicData>
        </a:graphic>
      </p:graphicFrame>
    </p:spTree>
    <p:custDataLst>
      <p:tags r:id="rId2"/>
    </p:custDataLst>
    <p:extLst>
      <p:ext uri="{BB962C8B-B14F-4D97-AF65-F5344CB8AC3E}">
        <p14:creationId xmlns="" xmlns:p14="http://schemas.microsoft.com/office/powerpoint/2010/main" val="155662872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showWhenStopped="0">
                <p:cTn id="8" fill="hold" display="0">
                  <p:stCondLst>
                    <p:cond delay="indefinite"/>
                  </p:stCondLst>
                  <p:endCondLst>
                    <p:cond evt="onPrev" delay="0">
                      <p:tgtEl>
                        <p:sldTgt/>
                      </p:tgtEl>
                    </p:cond>
                    <p:cond evt="onStopAudio" delay="0">
                      <p:tgtEl>
                        <p:sldTgt/>
                      </p:tgtEl>
                    </p:cond>
                  </p:endCondLst>
                </p:cTn>
                <p:tgtEl>
                  <p:spTgt spid="6"/>
                </p:tgtEl>
              </p:cMediaNode>
            </p:audio>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1" y="-15080"/>
            <a:ext cx="9966325" cy="609599"/>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r>
              <a:rPr lang="en-US" sz="2800" b="1" dirty="0" smtClean="0">
                <a:solidFill>
                  <a:schemeClr val="bg1"/>
                </a:solidFill>
                <a:latin typeface="Segoe UI" pitchFamily="34" charset="0"/>
                <a:ea typeface="Segoe UI" pitchFamily="34" charset="0"/>
                <a:cs typeface="Segoe UI" pitchFamily="34" charset="0"/>
              </a:rPr>
              <a:t>Deployment Process</a:t>
            </a:r>
            <a:endParaRPr lang="en-US" sz="2800" b="1" dirty="0">
              <a:solidFill>
                <a:schemeClr val="bg1"/>
              </a:solidFill>
              <a:latin typeface="Segoe UI" pitchFamily="34" charset="0"/>
              <a:ea typeface="Segoe UI" pitchFamily="34" charset="0"/>
              <a:cs typeface="Segoe UI" pitchFamily="34" charset="0"/>
            </a:endParaRPr>
          </a:p>
        </p:txBody>
      </p:sp>
      <p:pic>
        <p:nvPicPr>
          <p:cNvPr id="8" name="Picture 5"/>
          <p:cNvPicPr>
            <a:picLocks noChangeAspect="1" noChangeArrowheads="1"/>
          </p:cNvPicPr>
          <p:nvPr/>
        </p:nvPicPr>
        <p:blipFill>
          <a:blip r:embed="rId4"/>
          <a:srcRect/>
          <a:stretch>
            <a:fillRect/>
          </a:stretch>
        </p:blipFill>
        <p:spPr bwMode="auto">
          <a:xfrm>
            <a:off x="8259762" y="76200"/>
            <a:ext cx="1706563" cy="442119"/>
          </a:xfrm>
          <a:prstGeom prst="rect">
            <a:avLst/>
          </a:prstGeom>
          <a:noFill/>
          <a:ln w="57150" cmpd="thickThin">
            <a:noFill/>
            <a:miter lim="800000"/>
            <a:headEnd/>
            <a:tailEnd/>
          </a:ln>
        </p:spPr>
      </p:pic>
      <p:sp>
        <p:nvSpPr>
          <p:cNvPr id="2050" name="Rectangle 2"/>
          <p:cNvSpPr>
            <a:spLocks noChangeArrowheads="1"/>
          </p:cNvSpPr>
          <p:nvPr/>
        </p:nvSpPr>
        <p:spPr bwMode="auto">
          <a:xfrm>
            <a:off x="0" y="0"/>
            <a:ext cx="9966325"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 name="Content Placeholder 9"/>
          <p:cNvSpPr>
            <a:spLocks noGrp="1"/>
          </p:cNvSpPr>
          <p:nvPr>
            <p:ph idx="1"/>
          </p:nvPr>
        </p:nvSpPr>
        <p:spPr/>
        <p:txBody>
          <a:bodyPr>
            <a:normAutofit lnSpcReduction="10000"/>
          </a:bodyPr>
          <a:lstStyle/>
          <a:p>
            <a:r>
              <a:rPr lang="en-US" sz="2100" dirty="0" smtClean="0"/>
              <a:t>MCA it deployment involves three stages before it lands in production</a:t>
            </a:r>
          </a:p>
          <a:p>
            <a:pPr>
              <a:buNone/>
            </a:pPr>
            <a:endParaRPr lang="en-US" sz="2100" dirty="0" smtClean="0"/>
          </a:p>
          <a:p>
            <a:pPr>
              <a:buNone/>
            </a:pPr>
            <a:r>
              <a:rPr lang="en-US" sz="2100" dirty="0" smtClean="0"/>
              <a:t>	</a:t>
            </a:r>
            <a:r>
              <a:rPr lang="en-US" sz="2100" dirty="0" smtClean="0"/>
              <a:t>	</a:t>
            </a:r>
            <a:r>
              <a:rPr lang="en-US" sz="2000" dirty="0" smtClean="0"/>
              <a:t>Stage1 : Deployment to INT</a:t>
            </a:r>
          </a:p>
          <a:p>
            <a:pPr>
              <a:buNone/>
            </a:pPr>
            <a:r>
              <a:rPr lang="en-US" sz="2100" dirty="0" smtClean="0"/>
              <a:t>	</a:t>
            </a:r>
            <a:r>
              <a:rPr lang="en-US" sz="2100" dirty="0" smtClean="0"/>
              <a:t>		</a:t>
            </a:r>
            <a:r>
              <a:rPr lang="en-US" sz="1400" dirty="0" smtClean="0"/>
              <a:t>This involves raising an RFC to the Change and Configuration(C&amp;C) team who will perform the deployment. If any PLC changes are involved developer performs deployment. RFC is to be approved by dotcom service manager</a:t>
            </a:r>
          </a:p>
          <a:p>
            <a:pPr>
              <a:buNone/>
            </a:pPr>
            <a:r>
              <a:rPr lang="en-US" sz="2100" dirty="0" smtClean="0"/>
              <a:t>	</a:t>
            </a:r>
            <a:r>
              <a:rPr lang="en-US" sz="2100" dirty="0" smtClean="0"/>
              <a:t>	</a:t>
            </a:r>
            <a:r>
              <a:rPr lang="en-US" sz="2000" dirty="0" smtClean="0"/>
              <a:t>Stage2 : Deployment to OPS</a:t>
            </a:r>
          </a:p>
          <a:p>
            <a:pPr>
              <a:buNone/>
            </a:pPr>
            <a:r>
              <a:rPr lang="en-US" sz="2100" dirty="0" smtClean="0"/>
              <a:t>	</a:t>
            </a:r>
            <a:r>
              <a:rPr lang="en-US" sz="2100" dirty="0" smtClean="0"/>
              <a:t>	</a:t>
            </a:r>
            <a:r>
              <a:rPr lang="en-US" sz="2100" dirty="0" smtClean="0"/>
              <a:t>	</a:t>
            </a:r>
            <a:r>
              <a:rPr lang="en-US" sz="1400" dirty="0" smtClean="0"/>
              <a:t>This </a:t>
            </a:r>
            <a:r>
              <a:rPr lang="en-US" sz="1400" dirty="0" smtClean="0"/>
              <a:t>involves raising an RFC to the Change and </a:t>
            </a:r>
            <a:r>
              <a:rPr lang="en-US" sz="1400" dirty="0" smtClean="0"/>
              <a:t>Configuration(C&amp;C) </a:t>
            </a:r>
            <a:r>
              <a:rPr lang="en-US" sz="1400" dirty="0" smtClean="0"/>
              <a:t>team who will perform the deployment</a:t>
            </a:r>
            <a:r>
              <a:rPr lang="en-US" sz="1400" dirty="0" smtClean="0"/>
              <a:t>.</a:t>
            </a:r>
            <a:r>
              <a:rPr lang="en-US" sz="1400" dirty="0" smtClean="0"/>
              <a:t> If any PLC changes are involved developer performs deployment.</a:t>
            </a:r>
            <a:r>
              <a:rPr lang="en-US" sz="1400" dirty="0" smtClean="0"/>
              <a:t> </a:t>
            </a:r>
            <a:r>
              <a:rPr lang="en-US" sz="1400" dirty="0" smtClean="0"/>
              <a:t>RFC is to be approved by dotcom service </a:t>
            </a:r>
            <a:r>
              <a:rPr lang="en-US" sz="1400" dirty="0" smtClean="0"/>
              <a:t>manager</a:t>
            </a:r>
          </a:p>
          <a:p>
            <a:pPr>
              <a:buNone/>
            </a:pPr>
            <a:r>
              <a:rPr lang="en-US" sz="2100" dirty="0" smtClean="0"/>
              <a:t>	</a:t>
            </a:r>
            <a:r>
              <a:rPr lang="en-US" sz="2100" dirty="0" smtClean="0"/>
              <a:t>	</a:t>
            </a:r>
            <a:r>
              <a:rPr lang="en-US" sz="2000" dirty="0" smtClean="0"/>
              <a:t>Stage3 : Deployment to Production</a:t>
            </a:r>
          </a:p>
          <a:p>
            <a:pPr>
              <a:buNone/>
            </a:pPr>
            <a:r>
              <a:rPr lang="en-US" sz="2100" dirty="0" smtClean="0"/>
              <a:t>	</a:t>
            </a:r>
            <a:r>
              <a:rPr lang="en-US" sz="2100" dirty="0" smtClean="0"/>
              <a:t>		</a:t>
            </a:r>
            <a:r>
              <a:rPr lang="en-US" sz="1400" dirty="0" smtClean="0"/>
              <a:t>This involves raising a CM in ICCM tool which includes details of the job for the corresponding teams.</a:t>
            </a:r>
            <a:r>
              <a:rPr lang="en-US" sz="1400" dirty="0" smtClean="0"/>
              <a:t> If any PLC changes are involved </a:t>
            </a:r>
            <a:r>
              <a:rPr lang="en-US" sz="1400" dirty="0" smtClean="0"/>
              <a:t>support </a:t>
            </a:r>
            <a:r>
              <a:rPr lang="en-US" sz="1400" dirty="0" err="1" smtClean="0"/>
              <a:t>teamperforms</a:t>
            </a:r>
            <a:r>
              <a:rPr lang="en-US" sz="1400" dirty="0" smtClean="0"/>
              <a:t> </a:t>
            </a:r>
            <a:r>
              <a:rPr lang="en-US" sz="1400" dirty="0" smtClean="0"/>
              <a:t>deployment.</a:t>
            </a:r>
            <a:r>
              <a:rPr lang="en-US" sz="1400" dirty="0" smtClean="0"/>
              <a:t> CM is to be approved by Change Owner.</a:t>
            </a:r>
          </a:p>
          <a:p>
            <a:pPr>
              <a:buNone/>
            </a:pPr>
            <a:endParaRPr lang="en-US" dirty="0"/>
          </a:p>
        </p:txBody>
      </p:sp>
    </p:spTree>
    <p:custDataLst>
      <p:tags r:id="rId1"/>
    </p:custDataLst>
    <p:extLst>
      <p:ext uri="{BB962C8B-B14F-4D97-AF65-F5344CB8AC3E}">
        <p14:creationId xmlns="" xmlns:p14="http://schemas.microsoft.com/office/powerpoint/2010/main" val="155662872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1" y="-15080"/>
            <a:ext cx="9966325" cy="609599"/>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r>
              <a:rPr lang="en-US" sz="2800" b="1" dirty="0" smtClean="0">
                <a:solidFill>
                  <a:schemeClr val="bg1"/>
                </a:solidFill>
                <a:latin typeface="Segoe UI" pitchFamily="34" charset="0"/>
                <a:ea typeface="Segoe UI" pitchFamily="34" charset="0"/>
                <a:cs typeface="Segoe UI" pitchFamily="34" charset="0"/>
              </a:rPr>
              <a:t>8 Golden Rules</a:t>
            </a:r>
            <a:endParaRPr lang="en-US" sz="2800" b="1" dirty="0">
              <a:solidFill>
                <a:schemeClr val="bg1"/>
              </a:solidFill>
              <a:latin typeface="Segoe UI" pitchFamily="34" charset="0"/>
              <a:ea typeface="Segoe UI" pitchFamily="34" charset="0"/>
              <a:cs typeface="Segoe UI" pitchFamily="34" charset="0"/>
            </a:endParaRPr>
          </a:p>
        </p:txBody>
      </p:sp>
      <p:pic>
        <p:nvPicPr>
          <p:cNvPr id="8" name="Picture 5"/>
          <p:cNvPicPr>
            <a:picLocks noChangeAspect="1" noChangeArrowheads="1"/>
          </p:cNvPicPr>
          <p:nvPr/>
        </p:nvPicPr>
        <p:blipFill>
          <a:blip r:embed="rId4"/>
          <a:srcRect/>
          <a:stretch>
            <a:fillRect/>
          </a:stretch>
        </p:blipFill>
        <p:spPr bwMode="auto">
          <a:xfrm>
            <a:off x="8259762" y="76200"/>
            <a:ext cx="1706563" cy="442119"/>
          </a:xfrm>
          <a:prstGeom prst="rect">
            <a:avLst/>
          </a:prstGeom>
          <a:noFill/>
          <a:ln w="57150" cmpd="thickThin">
            <a:noFill/>
            <a:miter lim="800000"/>
            <a:headEnd/>
            <a:tailEnd/>
          </a:ln>
        </p:spPr>
      </p:pic>
      <p:sp>
        <p:nvSpPr>
          <p:cNvPr id="2050" name="Rectangle 2"/>
          <p:cNvSpPr>
            <a:spLocks noChangeArrowheads="1"/>
          </p:cNvSpPr>
          <p:nvPr/>
        </p:nvSpPr>
        <p:spPr bwMode="auto">
          <a:xfrm>
            <a:off x="0" y="0"/>
            <a:ext cx="9966325"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 name="Content Placeholder 9"/>
          <p:cNvSpPr>
            <a:spLocks noGrp="1"/>
          </p:cNvSpPr>
          <p:nvPr>
            <p:ph idx="1"/>
          </p:nvPr>
        </p:nvSpPr>
        <p:spPr>
          <a:xfrm>
            <a:off x="498317" y="1051719"/>
            <a:ext cx="8969693" cy="4502956"/>
          </a:xfrm>
        </p:spPr>
        <p:txBody>
          <a:bodyPr>
            <a:noAutofit/>
          </a:bodyPr>
          <a:lstStyle/>
          <a:p>
            <a:pPr marL="342900" indent="-342900">
              <a:buFont typeface="+mj-lt"/>
              <a:buAutoNum type="arabicPeriod"/>
            </a:pPr>
            <a:r>
              <a:rPr lang="en-GB" sz="1500" dirty="0" smtClean="0">
                <a:ln w="11430"/>
              </a:rPr>
              <a:t>Is the solution simple to explain? If you can’t describe it in a couple of tweets it’s too complicated.</a:t>
            </a:r>
          </a:p>
          <a:p>
            <a:pPr marL="342900" indent="-342900">
              <a:buFont typeface="+mj-lt"/>
              <a:buAutoNum type="arabicPeriod"/>
            </a:pPr>
            <a:endParaRPr lang="en-GB" sz="1500" dirty="0" smtClean="0">
              <a:ln w="11430"/>
            </a:endParaRPr>
          </a:p>
          <a:p>
            <a:pPr marL="342900" indent="-342900">
              <a:buFont typeface="+mj-lt"/>
              <a:buAutoNum type="arabicPeriod"/>
            </a:pPr>
            <a:r>
              <a:rPr lang="en-GB" sz="1500" dirty="0" smtClean="0">
                <a:ln w="11430"/>
              </a:rPr>
              <a:t>Will it deliver what all international customers’ need?</a:t>
            </a:r>
          </a:p>
          <a:p>
            <a:pPr marL="342900" indent="-342900">
              <a:buFont typeface="+mj-lt"/>
              <a:buAutoNum type="arabicPeriod"/>
            </a:pPr>
            <a:endParaRPr lang="en-GB" sz="1500" dirty="0" smtClean="0">
              <a:ln w="11430"/>
            </a:endParaRPr>
          </a:p>
          <a:p>
            <a:pPr marL="342900" indent="-342900">
              <a:buFont typeface="+mj-lt"/>
              <a:buAutoNum type="arabicPeriod"/>
            </a:pPr>
            <a:r>
              <a:rPr lang="en-GB" sz="1500" dirty="0" smtClean="0">
                <a:ln w="11430"/>
              </a:rPr>
              <a:t>Why can’t we extend an existing solution to deliver this change?</a:t>
            </a:r>
          </a:p>
          <a:p>
            <a:pPr marL="342900" indent="-342900">
              <a:buFont typeface="+mj-lt"/>
              <a:buAutoNum type="arabicPeriod"/>
            </a:pPr>
            <a:endParaRPr lang="en-GB" sz="1500" dirty="0" smtClean="0">
              <a:ln w="11430"/>
            </a:endParaRPr>
          </a:p>
          <a:p>
            <a:pPr marL="342900" indent="-342900">
              <a:buFont typeface="+mj-lt"/>
              <a:buAutoNum type="arabicPeriod"/>
            </a:pPr>
            <a:r>
              <a:rPr lang="en-GB" sz="1500" dirty="0" smtClean="0">
                <a:ln w="11430"/>
              </a:rPr>
              <a:t>The business changes over time, have we made the solution flexible to avoid rework? How does it cater for local country differences?</a:t>
            </a:r>
          </a:p>
          <a:p>
            <a:pPr marL="342900" indent="-342900">
              <a:buFont typeface="+mj-lt"/>
              <a:buAutoNum type="arabicPeriod"/>
            </a:pPr>
            <a:endParaRPr lang="en-GB" sz="1500" dirty="0" smtClean="0">
              <a:ln w="11430"/>
            </a:endParaRPr>
          </a:p>
          <a:p>
            <a:pPr marL="342900" indent="-342900">
              <a:buFont typeface="+mj-lt"/>
              <a:buAutoNum type="arabicPeriod"/>
            </a:pPr>
            <a:r>
              <a:rPr lang="en-GB" sz="1500" dirty="0" smtClean="0">
                <a:ln w="11430"/>
              </a:rPr>
              <a:t>Can we deploy it once, scaling and extending simply and quickly for the group?</a:t>
            </a:r>
          </a:p>
          <a:p>
            <a:pPr marL="342900" indent="-342900">
              <a:buFont typeface="+mj-lt"/>
              <a:buAutoNum type="arabicPeriod"/>
            </a:pPr>
            <a:endParaRPr lang="en-GB" sz="1500" dirty="0" smtClean="0">
              <a:ln w="11430"/>
            </a:endParaRPr>
          </a:p>
          <a:p>
            <a:pPr marL="342900" indent="-342900">
              <a:buFont typeface="+mj-lt"/>
              <a:buAutoNum type="arabicPeriod"/>
            </a:pPr>
            <a:r>
              <a:rPr lang="en-GB" sz="1500" dirty="0" smtClean="0">
                <a:ln w="11430"/>
              </a:rPr>
              <a:t>Imagine it’s 2am and you’ve just been called up because the solution you designed has failed. If you were the support team looking after this, is it quick to determine the root cause and fix?</a:t>
            </a:r>
          </a:p>
          <a:p>
            <a:pPr marL="342900" indent="-342900">
              <a:buFont typeface="+mj-lt"/>
              <a:buAutoNum type="arabicPeriod"/>
            </a:pPr>
            <a:endParaRPr lang="en-GB" sz="1500" dirty="0" smtClean="0">
              <a:ln w="11430"/>
            </a:endParaRPr>
          </a:p>
          <a:p>
            <a:pPr marL="342900" indent="-342900">
              <a:buFont typeface="+mj-lt"/>
              <a:buAutoNum type="arabicPeriod"/>
            </a:pPr>
            <a:r>
              <a:rPr lang="en-GB" sz="1500" dirty="0" smtClean="0">
                <a:ln w="11430"/>
              </a:rPr>
              <a:t>Will users be impressed by a slick, channel independent, coherent user experience?</a:t>
            </a:r>
          </a:p>
          <a:p>
            <a:pPr marL="342900" indent="-342900">
              <a:buFont typeface="+mj-lt"/>
              <a:buAutoNum type="arabicPeriod"/>
            </a:pPr>
            <a:endParaRPr lang="en-GB" sz="1500" dirty="0" smtClean="0">
              <a:ln w="11430"/>
            </a:endParaRPr>
          </a:p>
          <a:p>
            <a:pPr marL="342900" indent="-342900">
              <a:buFont typeface="+mj-lt"/>
              <a:buAutoNum type="arabicPeriod"/>
            </a:pPr>
            <a:r>
              <a:rPr lang="en-GB" sz="1500" dirty="0" smtClean="0">
                <a:ln w="11430"/>
              </a:rPr>
              <a:t>Are you proud of what you have delivered? If you needed it, would you be happy to pay for it with your own money?</a:t>
            </a:r>
          </a:p>
          <a:p>
            <a:pPr>
              <a:buNone/>
            </a:pPr>
            <a:endParaRPr lang="en-US" sz="1500" dirty="0"/>
          </a:p>
        </p:txBody>
      </p:sp>
    </p:spTree>
    <p:custDataLst>
      <p:tags r:id="rId1"/>
    </p:custDataLst>
    <p:extLst>
      <p:ext uri="{BB962C8B-B14F-4D97-AF65-F5344CB8AC3E}">
        <p14:creationId xmlns="" xmlns:p14="http://schemas.microsoft.com/office/powerpoint/2010/main" val="155662872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1" y="1432719"/>
            <a:ext cx="9966325" cy="2438400"/>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r>
              <a:rPr lang="en-US" sz="2800" b="1" dirty="0" smtClean="0">
                <a:solidFill>
                  <a:schemeClr val="bg1"/>
                </a:solidFill>
                <a:latin typeface="Segoe UI" pitchFamily="34" charset="0"/>
                <a:ea typeface="Segoe UI" pitchFamily="34" charset="0"/>
                <a:cs typeface="Segoe UI" pitchFamily="34" charset="0"/>
              </a:rPr>
              <a:t>MCA Application walkthrough</a:t>
            </a:r>
            <a:endParaRPr lang="en-US" sz="2800" b="1" dirty="0">
              <a:solidFill>
                <a:schemeClr val="bg1"/>
              </a:solidFill>
              <a:latin typeface="Segoe UI" pitchFamily="34" charset="0"/>
              <a:ea typeface="Segoe UI" pitchFamily="34" charset="0"/>
              <a:cs typeface="Segoe UI" pitchFamily="34" charset="0"/>
            </a:endParaRPr>
          </a:p>
        </p:txBody>
      </p:sp>
      <p:pic>
        <p:nvPicPr>
          <p:cNvPr id="8" name="Picture 5"/>
          <p:cNvPicPr>
            <a:picLocks noChangeAspect="1" noChangeArrowheads="1"/>
          </p:cNvPicPr>
          <p:nvPr/>
        </p:nvPicPr>
        <p:blipFill>
          <a:blip r:embed="rId4"/>
          <a:srcRect/>
          <a:stretch>
            <a:fillRect/>
          </a:stretch>
        </p:blipFill>
        <p:spPr bwMode="auto">
          <a:xfrm>
            <a:off x="8259762" y="76200"/>
            <a:ext cx="1706563" cy="442119"/>
          </a:xfrm>
          <a:prstGeom prst="rect">
            <a:avLst/>
          </a:prstGeom>
          <a:noFill/>
          <a:ln w="57150" cmpd="thickThin">
            <a:noFill/>
            <a:miter lim="800000"/>
            <a:headEnd/>
            <a:tailEnd/>
          </a:ln>
        </p:spPr>
      </p:pic>
      <p:sp>
        <p:nvSpPr>
          <p:cNvPr id="2050" name="Rectangle 2"/>
          <p:cNvSpPr>
            <a:spLocks noChangeArrowheads="1"/>
          </p:cNvSpPr>
          <p:nvPr/>
        </p:nvSpPr>
        <p:spPr bwMode="auto">
          <a:xfrm>
            <a:off x="0" y="0"/>
            <a:ext cx="9966325"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ustDataLst>
      <p:tags r:id="rId1"/>
    </p:custDataLst>
    <p:extLst>
      <p:ext uri="{BB962C8B-B14F-4D97-AF65-F5344CB8AC3E}">
        <p14:creationId xmlns="" xmlns:p14="http://schemas.microsoft.com/office/powerpoint/2010/main" val="155662872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0" y="0"/>
            <a:ext cx="9966325" cy="609599"/>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r>
              <a:rPr lang="en-US" sz="2800" b="1" dirty="0" smtClean="0">
                <a:solidFill>
                  <a:schemeClr val="bg1"/>
                </a:solidFill>
                <a:latin typeface="Segoe UI" pitchFamily="34" charset="0"/>
                <a:ea typeface="Segoe UI" pitchFamily="34" charset="0"/>
                <a:cs typeface="Segoe UI" pitchFamily="34" charset="0"/>
              </a:rPr>
              <a:t>ONLINE JOIN CLUBCARD </a:t>
            </a:r>
            <a:endParaRPr lang="en-US" sz="2800" b="1" dirty="0">
              <a:solidFill>
                <a:schemeClr val="bg1"/>
              </a:solidFill>
              <a:latin typeface="Segoe UI" pitchFamily="34" charset="0"/>
              <a:ea typeface="Segoe UI" pitchFamily="34" charset="0"/>
              <a:cs typeface="Segoe UI" pitchFamily="34" charset="0"/>
            </a:endParaRPr>
          </a:p>
        </p:txBody>
      </p:sp>
      <p:pic>
        <p:nvPicPr>
          <p:cNvPr id="1026" name="Picture 2"/>
          <p:cNvPicPr>
            <a:picLocks noChangeAspect="1" noChangeArrowheads="1"/>
          </p:cNvPicPr>
          <p:nvPr/>
        </p:nvPicPr>
        <p:blipFill>
          <a:blip r:embed="rId2"/>
          <a:srcRect/>
          <a:stretch>
            <a:fillRect/>
          </a:stretch>
        </p:blipFill>
        <p:spPr bwMode="auto">
          <a:xfrm>
            <a:off x="287338" y="1831975"/>
            <a:ext cx="9391650" cy="2552700"/>
          </a:xfrm>
          <a:prstGeom prst="rect">
            <a:avLst/>
          </a:prstGeom>
          <a:noFill/>
          <a:ln w="9525">
            <a:noFill/>
            <a:miter lim="800000"/>
            <a:headEnd/>
            <a:tailEnd/>
          </a:ln>
          <a:effectLst/>
        </p:spPr>
      </p:pic>
      <p:pic>
        <p:nvPicPr>
          <p:cNvPr id="6" name="Picture 5"/>
          <p:cNvPicPr>
            <a:picLocks noChangeAspect="1" noChangeArrowheads="1"/>
          </p:cNvPicPr>
          <p:nvPr/>
        </p:nvPicPr>
        <p:blipFill>
          <a:blip r:embed="rId3"/>
          <a:srcRect/>
          <a:stretch>
            <a:fillRect/>
          </a:stretch>
        </p:blipFill>
        <p:spPr bwMode="auto">
          <a:xfrm>
            <a:off x="8259762" y="76200"/>
            <a:ext cx="1706563" cy="442119"/>
          </a:xfrm>
          <a:prstGeom prst="rect">
            <a:avLst/>
          </a:prstGeom>
          <a:noFill/>
          <a:ln w="57150" cmpd="thickThin">
            <a:noFill/>
            <a:miter lim="800000"/>
            <a:headEnd/>
            <a:tailEnd/>
          </a:ln>
        </p:spPr>
      </p:pic>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0" y="0"/>
            <a:ext cx="9966325" cy="609599"/>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r>
              <a:rPr lang="en-US" sz="2800" b="1" dirty="0" smtClean="0">
                <a:solidFill>
                  <a:schemeClr val="bg1"/>
                </a:solidFill>
                <a:latin typeface="Segoe UI" pitchFamily="34" charset="0"/>
                <a:ea typeface="Segoe UI" pitchFamily="34" charset="0"/>
                <a:cs typeface="Segoe UI" pitchFamily="34" charset="0"/>
              </a:rPr>
              <a:t>Customer Details</a:t>
            </a:r>
            <a:endParaRPr lang="en-US" sz="2800" b="1" dirty="0">
              <a:solidFill>
                <a:schemeClr val="bg1"/>
              </a:solidFill>
              <a:latin typeface="Segoe UI" pitchFamily="34" charset="0"/>
              <a:ea typeface="Segoe UI" pitchFamily="34" charset="0"/>
              <a:cs typeface="Segoe UI" pitchFamily="34" charset="0"/>
            </a:endParaRPr>
          </a:p>
        </p:txBody>
      </p:sp>
      <p:pic>
        <p:nvPicPr>
          <p:cNvPr id="2050" name="Picture 2"/>
          <p:cNvPicPr>
            <a:picLocks noChangeAspect="1" noChangeArrowheads="1"/>
          </p:cNvPicPr>
          <p:nvPr/>
        </p:nvPicPr>
        <p:blipFill>
          <a:blip r:embed="rId2"/>
          <a:srcRect r="29437"/>
          <a:stretch>
            <a:fillRect/>
          </a:stretch>
        </p:blipFill>
        <p:spPr bwMode="auto">
          <a:xfrm>
            <a:off x="411162" y="670719"/>
            <a:ext cx="5943600" cy="5324475"/>
          </a:xfrm>
          <a:prstGeom prst="rect">
            <a:avLst/>
          </a:prstGeom>
          <a:noFill/>
          <a:ln w="9525">
            <a:noFill/>
            <a:miter lim="800000"/>
            <a:headEnd/>
            <a:tailEnd/>
          </a:ln>
          <a:effectLst/>
        </p:spPr>
      </p:pic>
      <p:sp>
        <p:nvSpPr>
          <p:cNvPr id="6" name="TextBox 5"/>
          <p:cNvSpPr txBox="1"/>
          <p:nvPr/>
        </p:nvSpPr>
        <p:spPr>
          <a:xfrm>
            <a:off x="6583362" y="2042319"/>
            <a:ext cx="3200400" cy="1169551"/>
          </a:xfrm>
          <a:prstGeom prst="rect">
            <a:avLst/>
          </a:prstGeom>
          <a:noFill/>
        </p:spPr>
        <p:txBody>
          <a:bodyPr wrap="square" rtlCol="0">
            <a:spAutoFit/>
          </a:bodyPr>
          <a:lstStyle/>
          <a:p>
            <a:pPr marL="342900" indent="-342900">
              <a:buAutoNum type="arabicPeriod"/>
            </a:pPr>
            <a:r>
              <a:rPr lang="en-US" sz="1400" dirty="0" smtClean="0"/>
              <a:t>Address fields will appear for Thailand</a:t>
            </a:r>
          </a:p>
          <a:p>
            <a:pPr marL="342900" indent="-342900">
              <a:buAutoNum type="arabicPeriod"/>
            </a:pPr>
            <a:r>
              <a:rPr lang="en-US" sz="1400" dirty="0" smtClean="0"/>
              <a:t>Option to configure the fields as Mandatory</a:t>
            </a:r>
          </a:p>
          <a:p>
            <a:pPr marL="342900" indent="-342900">
              <a:buAutoNum type="arabicPeriod"/>
            </a:pPr>
            <a:endParaRPr lang="en-US" sz="1400" dirty="0"/>
          </a:p>
        </p:txBody>
      </p:sp>
      <p:pic>
        <p:nvPicPr>
          <p:cNvPr id="7" name="Picture 5"/>
          <p:cNvPicPr>
            <a:picLocks noChangeAspect="1" noChangeArrowheads="1"/>
          </p:cNvPicPr>
          <p:nvPr/>
        </p:nvPicPr>
        <p:blipFill>
          <a:blip r:embed="rId3"/>
          <a:srcRect/>
          <a:stretch>
            <a:fillRect/>
          </a:stretch>
        </p:blipFill>
        <p:spPr bwMode="auto">
          <a:xfrm>
            <a:off x="8259762" y="137319"/>
            <a:ext cx="1706563" cy="442119"/>
          </a:xfrm>
          <a:prstGeom prst="rect">
            <a:avLst/>
          </a:prstGeom>
          <a:noFill/>
          <a:ln w="57150" cmpd="thickThin">
            <a:noFill/>
            <a:miter lim="800000"/>
            <a:headEnd/>
            <a:tailEnd/>
          </a:ln>
        </p:spPr>
      </p:pic>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0" y="0"/>
            <a:ext cx="9966325" cy="609599"/>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r>
              <a:rPr lang="en-US" sz="2800" b="1" dirty="0" smtClean="0">
                <a:solidFill>
                  <a:schemeClr val="bg1"/>
                </a:solidFill>
                <a:latin typeface="Segoe UI" pitchFamily="34" charset="0"/>
                <a:ea typeface="Segoe UI" pitchFamily="34" charset="0"/>
                <a:cs typeface="Segoe UI" pitchFamily="34" charset="0"/>
              </a:rPr>
              <a:t>Data protection preferences</a:t>
            </a:r>
            <a:endParaRPr lang="en-US" sz="2800" b="1" dirty="0">
              <a:solidFill>
                <a:schemeClr val="bg1"/>
              </a:solidFill>
              <a:latin typeface="Segoe UI" pitchFamily="34" charset="0"/>
              <a:ea typeface="Segoe UI" pitchFamily="34" charset="0"/>
              <a:cs typeface="Segoe UI" pitchFamily="34" charset="0"/>
            </a:endParaRPr>
          </a:p>
        </p:txBody>
      </p:sp>
      <p:sp>
        <p:nvSpPr>
          <p:cNvPr id="6" name="TextBox 5"/>
          <p:cNvSpPr txBox="1"/>
          <p:nvPr/>
        </p:nvSpPr>
        <p:spPr>
          <a:xfrm>
            <a:off x="6430963" y="1127919"/>
            <a:ext cx="3535362" cy="523220"/>
          </a:xfrm>
          <a:prstGeom prst="rect">
            <a:avLst/>
          </a:prstGeom>
          <a:noFill/>
        </p:spPr>
        <p:txBody>
          <a:bodyPr wrap="square" rtlCol="0">
            <a:spAutoFit/>
          </a:bodyPr>
          <a:lstStyle/>
          <a:p>
            <a:pPr marL="342900" indent="-342900"/>
            <a:r>
              <a:rPr lang="en-US" sz="1400" dirty="0" smtClean="0"/>
              <a:t>Promotion code for Join Campaign</a:t>
            </a:r>
          </a:p>
          <a:p>
            <a:pPr marL="342900" indent="-342900">
              <a:buAutoNum type="arabicPeriod"/>
            </a:pPr>
            <a:endParaRPr lang="en-US" sz="1400" dirty="0"/>
          </a:p>
        </p:txBody>
      </p:sp>
      <p:pic>
        <p:nvPicPr>
          <p:cNvPr id="3074" name="Picture 2"/>
          <p:cNvPicPr>
            <a:picLocks noChangeAspect="1" noChangeArrowheads="1"/>
          </p:cNvPicPr>
          <p:nvPr/>
        </p:nvPicPr>
        <p:blipFill>
          <a:blip r:embed="rId2"/>
          <a:srcRect/>
          <a:stretch>
            <a:fillRect/>
          </a:stretch>
        </p:blipFill>
        <p:spPr bwMode="auto">
          <a:xfrm>
            <a:off x="182562" y="670719"/>
            <a:ext cx="6324600" cy="4800600"/>
          </a:xfrm>
          <a:prstGeom prst="rect">
            <a:avLst/>
          </a:prstGeom>
          <a:noFill/>
          <a:ln w="9525">
            <a:noFill/>
            <a:miter lim="800000"/>
            <a:headEnd/>
            <a:tailEnd/>
          </a:ln>
          <a:effectLst/>
        </p:spPr>
      </p:pic>
      <p:sp>
        <p:nvSpPr>
          <p:cNvPr id="7" name="TextBox 6"/>
          <p:cNvSpPr txBox="1"/>
          <p:nvPr/>
        </p:nvSpPr>
        <p:spPr>
          <a:xfrm>
            <a:off x="6430963" y="3413919"/>
            <a:ext cx="3200399" cy="523220"/>
          </a:xfrm>
          <a:prstGeom prst="rect">
            <a:avLst/>
          </a:prstGeom>
          <a:noFill/>
        </p:spPr>
        <p:txBody>
          <a:bodyPr wrap="square" rtlCol="0">
            <a:spAutoFit/>
          </a:bodyPr>
          <a:lstStyle/>
          <a:p>
            <a:pPr marL="342900" indent="-342900"/>
            <a:r>
              <a:rPr lang="en-US" sz="1400" dirty="0" smtClean="0"/>
              <a:t>Data Protection Preferences</a:t>
            </a:r>
          </a:p>
          <a:p>
            <a:pPr marL="342900" indent="-342900">
              <a:buAutoNum type="arabicPeriod"/>
            </a:pPr>
            <a:endParaRPr lang="en-US" sz="1400" dirty="0"/>
          </a:p>
        </p:txBody>
      </p:sp>
      <p:pic>
        <p:nvPicPr>
          <p:cNvPr id="8" name="Picture 5"/>
          <p:cNvPicPr>
            <a:picLocks noChangeAspect="1" noChangeArrowheads="1"/>
          </p:cNvPicPr>
          <p:nvPr/>
        </p:nvPicPr>
        <p:blipFill>
          <a:blip r:embed="rId3"/>
          <a:srcRect/>
          <a:stretch>
            <a:fillRect/>
          </a:stretch>
        </p:blipFill>
        <p:spPr bwMode="auto">
          <a:xfrm>
            <a:off x="8259762" y="76200"/>
            <a:ext cx="1706563" cy="442119"/>
          </a:xfrm>
          <a:prstGeom prst="rect">
            <a:avLst/>
          </a:prstGeom>
          <a:noFill/>
          <a:ln w="57150" cmpd="thickThin">
            <a:noFill/>
            <a:miter lim="800000"/>
            <a:headEnd/>
            <a:tailEnd/>
          </a:ln>
        </p:spPr>
      </p:pic>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0" y="0"/>
            <a:ext cx="9966325" cy="609599"/>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r>
              <a:rPr lang="en-US" sz="2800" b="1" dirty="0" smtClean="0">
                <a:solidFill>
                  <a:schemeClr val="bg1"/>
                </a:solidFill>
                <a:latin typeface="Segoe UI" pitchFamily="34" charset="0"/>
                <a:ea typeface="Segoe UI" pitchFamily="34" charset="0"/>
                <a:cs typeface="Segoe UI" pitchFamily="34" charset="0"/>
              </a:rPr>
              <a:t>Submit the form</a:t>
            </a:r>
            <a:endParaRPr lang="en-US" sz="2800" b="1" dirty="0">
              <a:solidFill>
                <a:schemeClr val="bg1"/>
              </a:solidFill>
              <a:latin typeface="Segoe UI" pitchFamily="34" charset="0"/>
              <a:ea typeface="Segoe UI" pitchFamily="34" charset="0"/>
              <a:cs typeface="Segoe UI" pitchFamily="34" charset="0"/>
            </a:endParaRPr>
          </a:p>
        </p:txBody>
      </p:sp>
      <p:sp>
        <p:nvSpPr>
          <p:cNvPr id="6" name="TextBox 5"/>
          <p:cNvSpPr txBox="1"/>
          <p:nvPr/>
        </p:nvSpPr>
        <p:spPr>
          <a:xfrm>
            <a:off x="6964362" y="1966119"/>
            <a:ext cx="2895600" cy="307777"/>
          </a:xfrm>
          <a:prstGeom prst="rect">
            <a:avLst/>
          </a:prstGeom>
          <a:noFill/>
        </p:spPr>
        <p:txBody>
          <a:bodyPr wrap="square" rtlCol="0">
            <a:spAutoFit/>
          </a:bodyPr>
          <a:lstStyle/>
          <a:p>
            <a:pPr marL="342900" indent="-342900"/>
            <a:r>
              <a:rPr lang="en-US" sz="1400" dirty="0" smtClean="0"/>
              <a:t>Dietary Preferences &amp; Family Details</a:t>
            </a:r>
            <a:endParaRPr lang="en-US" sz="1400" dirty="0"/>
          </a:p>
        </p:txBody>
      </p:sp>
      <p:sp>
        <p:nvSpPr>
          <p:cNvPr id="7" name="TextBox 6"/>
          <p:cNvSpPr txBox="1"/>
          <p:nvPr/>
        </p:nvSpPr>
        <p:spPr>
          <a:xfrm>
            <a:off x="6964362" y="4480719"/>
            <a:ext cx="3001963" cy="523220"/>
          </a:xfrm>
          <a:prstGeom prst="rect">
            <a:avLst/>
          </a:prstGeom>
          <a:noFill/>
        </p:spPr>
        <p:txBody>
          <a:bodyPr wrap="square" rtlCol="0">
            <a:spAutoFit/>
          </a:bodyPr>
          <a:lstStyle/>
          <a:p>
            <a:pPr marL="342900" indent="-342900"/>
            <a:r>
              <a:rPr lang="en-US" sz="1400" dirty="0" smtClean="0"/>
              <a:t> Security Check &amp; Confirmation</a:t>
            </a:r>
          </a:p>
          <a:p>
            <a:pPr marL="342900" indent="-342900">
              <a:buAutoNum type="arabicPeriod"/>
            </a:pPr>
            <a:endParaRPr lang="en-US" sz="1400" dirty="0"/>
          </a:p>
        </p:txBody>
      </p:sp>
      <p:pic>
        <p:nvPicPr>
          <p:cNvPr id="4098" name="Picture 2"/>
          <p:cNvPicPr>
            <a:picLocks noChangeAspect="1" noChangeArrowheads="1"/>
          </p:cNvPicPr>
          <p:nvPr/>
        </p:nvPicPr>
        <p:blipFill>
          <a:blip r:embed="rId3"/>
          <a:srcRect/>
          <a:stretch>
            <a:fillRect/>
          </a:stretch>
        </p:blipFill>
        <p:spPr bwMode="auto">
          <a:xfrm>
            <a:off x="0" y="712788"/>
            <a:ext cx="7010400" cy="5505450"/>
          </a:xfrm>
          <a:prstGeom prst="rect">
            <a:avLst/>
          </a:prstGeom>
          <a:noFill/>
          <a:ln w="9525">
            <a:noFill/>
            <a:miter lim="800000"/>
            <a:headEnd/>
            <a:tailEnd/>
          </a:ln>
          <a:effectLst/>
        </p:spPr>
      </p:pic>
      <p:pic>
        <p:nvPicPr>
          <p:cNvPr id="8" name="Picture 5"/>
          <p:cNvPicPr>
            <a:picLocks noChangeAspect="1" noChangeArrowheads="1"/>
          </p:cNvPicPr>
          <p:nvPr/>
        </p:nvPicPr>
        <p:blipFill>
          <a:blip r:embed="rId4"/>
          <a:srcRect/>
          <a:stretch>
            <a:fillRect/>
          </a:stretch>
        </p:blipFill>
        <p:spPr bwMode="auto">
          <a:xfrm>
            <a:off x="8259762" y="76200"/>
            <a:ext cx="1706563" cy="442119"/>
          </a:xfrm>
          <a:prstGeom prst="rect">
            <a:avLst/>
          </a:prstGeom>
          <a:noFill/>
          <a:ln w="57150" cmpd="thickThin">
            <a:noFill/>
            <a:miter lim="800000"/>
            <a:headEnd/>
            <a:tailEnd/>
          </a:ln>
        </p:spPr>
      </p:pic>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0" y="0"/>
            <a:ext cx="9966325" cy="609599"/>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r>
              <a:rPr lang="en-US" sz="2800" b="1" dirty="0" smtClean="0">
                <a:solidFill>
                  <a:schemeClr val="bg1"/>
                </a:solidFill>
                <a:latin typeface="Segoe UI" pitchFamily="34" charset="0"/>
                <a:ea typeface="Segoe UI" pitchFamily="34" charset="0"/>
                <a:cs typeface="Segoe UI" pitchFamily="34" charset="0"/>
              </a:rPr>
              <a:t>Registration Complete</a:t>
            </a:r>
            <a:endParaRPr lang="en-US" sz="2800" b="1" dirty="0">
              <a:solidFill>
                <a:schemeClr val="bg1"/>
              </a:solidFill>
              <a:latin typeface="Segoe UI" pitchFamily="34" charset="0"/>
              <a:ea typeface="Segoe UI" pitchFamily="34" charset="0"/>
              <a:cs typeface="Segoe UI" pitchFamily="34" charset="0"/>
            </a:endParaRPr>
          </a:p>
        </p:txBody>
      </p:sp>
      <p:pic>
        <p:nvPicPr>
          <p:cNvPr id="5125" name="Picture 5"/>
          <p:cNvPicPr>
            <a:picLocks noChangeAspect="1" noChangeArrowheads="1"/>
          </p:cNvPicPr>
          <p:nvPr/>
        </p:nvPicPr>
        <p:blipFill>
          <a:blip r:embed="rId3"/>
          <a:srcRect/>
          <a:stretch>
            <a:fillRect/>
          </a:stretch>
        </p:blipFill>
        <p:spPr bwMode="auto">
          <a:xfrm>
            <a:off x="106362" y="804069"/>
            <a:ext cx="9715500" cy="5048250"/>
          </a:xfrm>
          <a:prstGeom prst="rect">
            <a:avLst/>
          </a:prstGeom>
          <a:noFill/>
          <a:ln w="9525">
            <a:noFill/>
            <a:miter lim="800000"/>
            <a:headEnd/>
            <a:tailEnd/>
          </a:ln>
          <a:effectLst/>
        </p:spPr>
      </p:pic>
      <p:pic>
        <p:nvPicPr>
          <p:cNvPr id="6" name="Picture 5"/>
          <p:cNvPicPr>
            <a:picLocks noChangeAspect="1" noChangeArrowheads="1"/>
          </p:cNvPicPr>
          <p:nvPr/>
        </p:nvPicPr>
        <p:blipFill>
          <a:blip r:embed="rId4"/>
          <a:srcRect/>
          <a:stretch>
            <a:fillRect/>
          </a:stretch>
        </p:blipFill>
        <p:spPr bwMode="auto">
          <a:xfrm>
            <a:off x="8259762" y="76200"/>
            <a:ext cx="1706563" cy="442119"/>
          </a:xfrm>
          <a:prstGeom prst="rect">
            <a:avLst/>
          </a:prstGeom>
          <a:noFill/>
          <a:ln w="57150" cmpd="thickThin">
            <a:noFill/>
            <a:miter lim="800000"/>
            <a:headEnd/>
            <a:tailEnd/>
          </a:ln>
        </p:spPr>
      </p:pic>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0" y="0"/>
            <a:ext cx="9966325" cy="609599"/>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r>
              <a:rPr lang="en-US" sz="2800" b="1" dirty="0" smtClean="0">
                <a:solidFill>
                  <a:schemeClr val="bg1"/>
                </a:solidFill>
                <a:latin typeface="Segoe UI" pitchFamily="34" charset="0"/>
                <a:ea typeface="Segoe UI" pitchFamily="34" charset="0"/>
                <a:cs typeface="Segoe UI" pitchFamily="34" charset="0"/>
              </a:rPr>
              <a:t>Submit the form</a:t>
            </a:r>
            <a:endParaRPr lang="en-US" sz="2800" b="1" dirty="0">
              <a:solidFill>
                <a:schemeClr val="bg1"/>
              </a:solidFill>
              <a:latin typeface="Segoe UI" pitchFamily="34" charset="0"/>
              <a:ea typeface="Segoe UI" pitchFamily="34" charset="0"/>
              <a:cs typeface="Segoe UI" pitchFamily="34" charset="0"/>
            </a:endParaRPr>
          </a:p>
        </p:txBody>
      </p:sp>
      <p:pic>
        <p:nvPicPr>
          <p:cNvPr id="6146" name="Picture 2"/>
          <p:cNvPicPr>
            <a:picLocks noChangeAspect="1" noChangeArrowheads="1"/>
          </p:cNvPicPr>
          <p:nvPr/>
        </p:nvPicPr>
        <p:blipFill>
          <a:blip r:embed="rId3"/>
          <a:srcRect/>
          <a:stretch>
            <a:fillRect/>
          </a:stretch>
        </p:blipFill>
        <p:spPr bwMode="auto">
          <a:xfrm>
            <a:off x="334961" y="1155700"/>
            <a:ext cx="9296401" cy="3905250"/>
          </a:xfrm>
          <a:prstGeom prst="rect">
            <a:avLst/>
          </a:prstGeom>
          <a:noFill/>
          <a:ln w="9525">
            <a:noFill/>
            <a:miter lim="800000"/>
            <a:headEnd/>
            <a:tailEnd/>
          </a:ln>
          <a:effectLst/>
        </p:spPr>
      </p:pic>
      <p:pic>
        <p:nvPicPr>
          <p:cNvPr id="6" name="Picture 5"/>
          <p:cNvPicPr>
            <a:picLocks noChangeAspect="1" noChangeArrowheads="1"/>
          </p:cNvPicPr>
          <p:nvPr/>
        </p:nvPicPr>
        <p:blipFill>
          <a:blip r:embed="rId4"/>
          <a:srcRect/>
          <a:stretch>
            <a:fillRect/>
          </a:stretch>
        </p:blipFill>
        <p:spPr bwMode="auto">
          <a:xfrm>
            <a:off x="8259762" y="76200"/>
            <a:ext cx="1706563" cy="442119"/>
          </a:xfrm>
          <a:prstGeom prst="rect">
            <a:avLst/>
          </a:prstGeom>
          <a:noFill/>
          <a:ln w="57150" cmpd="thickThin">
            <a:noFill/>
            <a:miter lim="800000"/>
            <a:headEnd/>
            <a:tailEnd/>
          </a:ln>
        </p:spPr>
      </p:pic>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bwMode="auto">
          <a:xfrm>
            <a:off x="0" y="0"/>
            <a:ext cx="9966325" cy="609599"/>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r>
              <a:rPr lang="en-US" sz="2800" b="1" dirty="0" smtClean="0">
                <a:solidFill>
                  <a:schemeClr val="bg1"/>
                </a:solidFill>
                <a:latin typeface="Segoe UI" pitchFamily="34" charset="0"/>
                <a:ea typeface="Segoe UI" pitchFamily="34" charset="0"/>
                <a:cs typeface="Segoe UI" pitchFamily="34" charset="0"/>
              </a:rPr>
              <a:t>Email confirmation </a:t>
            </a:r>
            <a:endParaRPr lang="en-US" sz="2800" b="1" dirty="0">
              <a:solidFill>
                <a:schemeClr val="bg1"/>
              </a:solidFill>
              <a:latin typeface="Segoe UI" pitchFamily="34" charset="0"/>
              <a:ea typeface="Segoe UI" pitchFamily="34" charset="0"/>
              <a:cs typeface="Segoe UI" pitchFamily="34" charset="0"/>
            </a:endParaRPr>
          </a:p>
        </p:txBody>
      </p:sp>
      <p:pic>
        <p:nvPicPr>
          <p:cNvPr id="7170" name="Picture 2"/>
          <p:cNvPicPr>
            <a:picLocks noChangeAspect="1" noChangeArrowheads="1"/>
          </p:cNvPicPr>
          <p:nvPr/>
        </p:nvPicPr>
        <p:blipFill>
          <a:blip r:embed="rId2"/>
          <a:srcRect/>
          <a:stretch>
            <a:fillRect/>
          </a:stretch>
        </p:blipFill>
        <p:spPr bwMode="auto">
          <a:xfrm>
            <a:off x="1330325" y="1365250"/>
            <a:ext cx="7305675" cy="3486150"/>
          </a:xfrm>
          <a:prstGeom prst="rect">
            <a:avLst/>
          </a:prstGeom>
          <a:noFill/>
          <a:ln w="9525">
            <a:noFill/>
            <a:miter lim="800000"/>
            <a:headEnd/>
            <a:tailEnd/>
          </a:ln>
          <a:effectLst/>
        </p:spPr>
      </p:pic>
      <p:pic>
        <p:nvPicPr>
          <p:cNvPr id="5" name="Picture 5"/>
          <p:cNvPicPr>
            <a:picLocks noChangeAspect="1" noChangeArrowheads="1"/>
          </p:cNvPicPr>
          <p:nvPr/>
        </p:nvPicPr>
        <p:blipFill>
          <a:blip r:embed="rId3"/>
          <a:srcRect/>
          <a:stretch>
            <a:fillRect/>
          </a:stretch>
        </p:blipFill>
        <p:spPr bwMode="auto">
          <a:xfrm>
            <a:off x="8259762" y="76200"/>
            <a:ext cx="1706563" cy="442119"/>
          </a:xfrm>
          <a:prstGeom prst="rect">
            <a:avLst/>
          </a:prstGeom>
          <a:noFill/>
          <a:ln w="57150" cmpd="thickThin">
            <a:noFill/>
            <a:miter lim="800000"/>
            <a:headEnd/>
            <a:tailEnd/>
          </a:ln>
        </p:spPr>
      </p:pic>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bwMode="auto">
          <a:xfrm>
            <a:off x="0" y="0"/>
            <a:ext cx="9966325" cy="609599"/>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r>
              <a:rPr lang="en-US" sz="2800" b="1" dirty="0" smtClean="0">
                <a:solidFill>
                  <a:schemeClr val="bg1"/>
                </a:solidFill>
                <a:latin typeface="Segoe UI" pitchFamily="34" charset="0"/>
                <a:ea typeface="Segoe UI" pitchFamily="34" charset="0"/>
                <a:cs typeface="Segoe UI" pitchFamily="34" charset="0"/>
              </a:rPr>
              <a:t>Register for Online account </a:t>
            </a:r>
            <a:endParaRPr lang="en-US" sz="2800" b="1" dirty="0">
              <a:solidFill>
                <a:schemeClr val="bg1"/>
              </a:solidFill>
              <a:latin typeface="Segoe UI" pitchFamily="34" charset="0"/>
              <a:ea typeface="Segoe UI" pitchFamily="34" charset="0"/>
              <a:cs typeface="Segoe UI" pitchFamily="34" charset="0"/>
            </a:endParaRPr>
          </a:p>
        </p:txBody>
      </p:sp>
      <p:pic>
        <p:nvPicPr>
          <p:cNvPr id="8194" name="Picture 2"/>
          <p:cNvPicPr>
            <a:picLocks noChangeAspect="1" noChangeArrowheads="1"/>
          </p:cNvPicPr>
          <p:nvPr/>
        </p:nvPicPr>
        <p:blipFill>
          <a:blip r:embed="rId2"/>
          <a:srcRect/>
          <a:stretch>
            <a:fillRect/>
          </a:stretch>
        </p:blipFill>
        <p:spPr bwMode="auto">
          <a:xfrm>
            <a:off x="1020762" y="823119"/>
            <a:ext cx="7400925" cy="5067300"/>
          </a:xfrm>
          <a:prstGeom prst="rect">
            <a:avLst/>
          </a:prstGeom>
          <a:noFill/>
          <a:ln w="9525">
            <a:noFill/>
            <a:miter lim="800000"/>
            <a:headEnd/>
            <a:tailEnd/>
          </a:ln>
          <a:effectLst/>
        </p:spPr>
      </p:pic>
      <p:pic>
        <p:nvPicPr>
          <p:cNvPr id="5" name="Picture 5"/>
          <p:cNvPicPr>
            <a:picLocks noChangeAspect="1" noChangeArrowheads="1"/>
          </p:cNvPicPr>
          <p:nvPr/>
        </p:nvPicPr>
        <p:blipFill>
          <a:blip r:embed="rId3"/>
          <a:srcRect/>
          <a:stretch>
            <a:fillRect/>
          </a:stretch>
        </p:blipFill>
        <p:spPr bwMode="auto">
          <a:xfrm>
            <a:off x="8259762" y="76200"/>
            <a:ext cx="1706563" cy="442119"/>
          </a:xfrm>
          <a:prstGeom prst="rect">
            <a:avLst/>
          </a:prstGeom>
          <a:noFill/>
          <a:ln w="57150" cmpd="thickThin">
            <a:noFill/>
            <a:miter lim="800000"/>
            <a:headEnd/>
            <a:tailEnd/>
          </a:ln>
        </p:spPr>
      </p:pic>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0" y="0"/>
            <a:ext cx="9966325" cy="609599"/>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r>
              <a:rPr lang="en-US" sz="2800" b="1" dirty="0" smtClean="0">
                <a:solidFill>
                  <a:schemeClr val="bg1"/>
                </a:solidFill>
                <a:latin typeface="Segoe UI" pitchFamily="34" charset="0"/>
                <a:ea typeface="Segoe UI" pitchFamily="34" charset="0"/>
                <a:cs typeface="Segoe UI" pitchFamily="34" charset="0"/>
              </a:rPr>
              <a:t>Personal Details </a:t>
            </a:r>
            <a:endParaRPr lang="en-US" sz="2800" b="1" dirty="0">
              <a:solidFill>
                <a:schemeClr val="bg1"/>
              </a:solidFill>
              <a:latin typeface="Segoe UI" pitchFamily="34" charset="0"/>
              <a:ea typeface="Segoe UI" pitchFamily="34" charset="0"/>
              <a:cs typeface="Segoe UI" pitchFamily="34" charset="0"/>
            </a:endParaRPr>
          </a:p>
        </p:txBody>
      </p:sp>
      <p:pic>
        <p:nvPicPr>
          <p:cNvPr id="9218" name="Picture 2"/>
          <p:cNvPicPr>
            <a:picLocks noChangeAspect="1" noChangeArrowheads="1"/>
          </p:cNvPicPr>
          <p:nvPr/>
        </p:nvPicPr>
        <p:blipFill>
          <a:blip r:embed="rId2"/>
          <a:srcRect/>
          <a:stretch>
            <a:fillRect/>
          </a:stretch>
        </p:blipFill>
        <p:spPr bwMode="auto">
          <a:xfrm>
            <a:off x="106362" y="670719"/>
            <a:ext cx="4429125" cy="5181600"/>
          </a:xfrm>
          <a:prstGeom prst="rect">
            <a:avLst/>
          </a:prstGeom>
          <a:noFill/>
          <a:ln w="9525">
            <a:noFill/>
            <a:miter lim="800000"/>
            <a:headEnd/>
            <a:tailEnd/>
          </a:ln>
          <a:effectLst/>
        </p:spPr>
      </p:pic>
      <p:pic>
        <p:nvPicPr>
          <p:cNvPr id="9219" name="Picture 3"/>
          <p:cNvPicPr>
            <a:picLocks noChangeAspect="1" noChangeArrowheads="1"/>
          </p:cNvPicPr>
          <p:nvPr/>
        </p:nvPicPr>
        <p:blipFill>
          <a:blip r:embed="rId3"/>
          <a:srcRect/>
          <a:stretch>
            <a:fillRect/>
          </a:stretch>
        </p:blipFill>
        <p:spPr bwMode="auto">
          <a:xfrm>
            <a:off x="4678362" y="1356519"/>
            <a:ext cx="4922837" cy="3438525"/>
          </a:xfrm>
          <a:prstGeom prst="rect">
            <a:avLst/>
          </a:prstGeom>
          <a:noFill/>
          <a:ln w="9525">
            <a:noFill/>
            <a:miter lim="800000"/>
            <a:headEnd/>
            <a:tailEnd/>
          </a:ln>
          <a:effectLst/>
        </p:spPr>
      </p:pic>
      <p:pic>
        <p:nvPicPr>
          <p:cNvPr id="7" name="Picture 5"/>
          <p:cNvPicPr>
            <a:picLocks noChangeAspect="1" noChangeArrowheads="1"/>
          </p:cNvPicPr>
          <p:nvPr/>
        </p:nvPicPr>
        <p:blipFill>
          <a:blip r:embed="rId4"/>
          <a:srcRect/>
          <a:stretch>
            <a:fillRect/>
          </a:stretch>
        </p:blipFill>
        <p:spPr bwMode="auto">
          <a:xfrm>
            <a:off x="8259762" y="76200"/>
            <a:ext cx="1706563" cy="442119"/>
          </a:xfrm>
          <a:prstGeom prst="rect">
            <a:avLst/>
          </a:prstGeom>
          <a:noFill/>
          <a:ln w="57150" cmpd="thickThin">
            <a:noFill/>
            <a:miter lim="800000"/>
            <a:headEnd/>
            <a:tailEnd/>
          </a:ln>
        </p:spPr>
      </p:pic>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1" y="-15080"/>
            <a:ext cx="9966325" cy="533399"/>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7683" tIns="38842" rIns="77683" bIns="38842" numCol="1" rtlCol="0" anchor="ctr" anchorCtr="0" compatLnSpc="1">
            <a:prstTxWarp prst="textNoShape">
              <a:avLst/>
            </a:prstTxWarp>
          </a:bodyPr>
          <a:lstStyle/>
          <a:p>
            <a:pPr defTabSz="776610"/>
            <a:r>
              <a:rPr lang="en-US" sz="2800" b="1" dirty="0" smtClean="0">
                <a:solidFill>
                  <a:schemeClr val="bg1"/>
                </a:solidFill>
                <a:latin typeface="Segoe UI" pitchFamily="34" charset="0"/>
                <a:ea typeface="Segoe UI" pitchFamily="34" charset="0"/>
                <a:cs typeface="Segoe UI" pitchFamily="34" charset="0"/>
              </a:rPr>
              <a:t>My preferences for mailing statement</a:t>
            </a:r>
            <a:endParaRPr lang="en-US" sz="2800" b="1" dirty="0">
              <a:solidFill>
                <a:schemeClr val="bg1"/>
              </a:solidFill>
              <a:latin typeface="Segoe UI" pitchFamily="34" charset="0"/>
              <a:ea typeface="Segoe UI" pitchFamily="34" charset="0"/>
              <a:cs typeface="Segoe UI" pitchFamily="34" charset="0"/>
            </a:endParaRPr>
          </a:p>
        </p:txBody>
      </p:sp>
      <p:pic>
        <p:nvPicPr>
          <p:cNvPr id="6" name="~PP1017.WAV">
            <a:hlinkClick r:id="" action="ppaction://media"/>
          </p:cNvPr>
          <p:cNvPicPr>
            <a:picLocks noRot="1" noChangeAspect="1"/>
          </p:cNvPicPr>
          <p:nvPr>
            <a:wavAudioFile r:embed="rId2" name="~PP1017.WAV"/>
          </p:nvPr>
        </p:nvPicPr>
        <p:blipFill>
          <a:blip r:embed="rId4"/>
          <a:stretch>
            <a:fillRect/>
          </a:stretch>
        </p:blipFill>
        <p:spPr>
          <a:xfrm>
            <a:off x="9532938" y="5784850"/>
            <a:ext cx="304800" cy="304800"/>
          </a:xfrm>
          <a:prstGeom prst="rect">
            <a:avLst/>
          </a:prstGeom>
        </p:spPr>
      </p:pic>
      <p:pic>
        <p:nvPicPr>
          <p:cNvPr id="10242" name="Picture 2"/>
          <p:cNvPicPr>
            <a:picLocks noChangeAspect="1" noChangeArrowheads="1"/>
          </p:cNvPicPr>
          <p:nvPr/>
        </p:nvPicPr>
        <p:blipFill>
          <a:blip r:embed="rId5"/>
          <a:srcRect/>
          <a:stretch>
            <a:fillRect/>
          </a:stretch>
        </p:blipFill>
        <p:spPr bwMode="auto">
          <a:xfrm>
            <a:off x="1" y="975519"/>
            <a:ext cx="5745162" cy="1257300"/>
          </a:xfrm>
          <a:prstGeom prst="rect">
            <a:avLst/>
          </a:prstGeom>
          <a:noFill/>
          <a:ln w="9525">
            <a:noFill/>
            <a:miter lim="800000"/>
            <a:headEnd/>
            <a:tailEnd/>
          </a:ln>
          <a:effectLst/>
        </p:spPr>
      </p:pic>
      <p:pic>
        <p:nvPicPr>
          <p:cNvPr id="10243" name="Picture 3"/>
          <p:cNvPicPr>
            <a:picLocks noChangeAspect="1" noChangeArrowheads="1"/>
          </p:cNvPicPr>
          <p:nvPr/>
        </p:nvPicPr>
        <p:blipFill>
          <a:blip r:embed="rId6"/>
          <a:srcRect/>
          <a:stretch>
            <a:fillRect/>
          </a:stretch>
        </p:blipFill>
        <p:spPr bwMode="auto">
          <a:xfrm>
            <a:off x="0" y="2270919"/>
            <a:ext cx="5821362" cy="1685925"/>
          </a:xfrm>
          <a:prstGeom prst="rect">
            <a:avLst/>
          </a:prstGeom>
          <a:noFill/>
          <a:ln w="9525">
            <a:noFill/>
            <a:miter lim="800000"/>
            <a:headEnd/>
            <a:tailEnd/>
          </a:ln>
          <a:effectLst/>
        </p:spPr>
      </p:pic>
      <p:pic>
        <p:nvPicPr>
          <p:cNvPr id="10244" name="Picture 4"/>
          <p:cNvPicPr>
            <a:picLocks noChangeAspect="1" noChangeArrowheads="1"/>
          </p:cNvPicPr>
          <p:nvPr/>
        </p:nvPicPr>
        <p:blipFill>
          <a:blip r:embed="rId7"/>
          <a:srcRect/>
          <a:stretch>
            <a:fillRect/>
          </a:stretch>
        </p:blipFill>
        <p:spPr bwMode="auto">
          <a:xfrm>
            <a:off x="0" y="3947319"/>
            <a:ext cx="5821362" cy="1247775"/>
          </a:xfrm>
          <a:prstGeom prst="rect">
            <a:avLst/>
          </a:prstGeom>
          <a:noFill/>
          <a:ln w="9525">
            <a:noFill/>
            <a:miter lim="800000"/>
            <a:headEnd/>
            <a:tailEnd/>
          </a:ln>
          <a:effectLst/>
        </p:spPr>
      </p:pic>
      <p:pic>
        <p:nvPicPr>
          <p:cNvPr id="8" name="Picture 5"/>
          <p:cNvPicPr>
            <a:picLocks noChangeAspect="1" noChangeArrowheads="1"/>
          </p:cNvPicPr>
          <p:nvPr/>
        </p:nvPicPr>
        <p:blipFill>
          <a:blip r:embed="rId8"/>
          <a:srcRect/>
          <a:stretch>
            <a:fillRect/>
          </a:stretch>
        </p:blipFill>
        <p:spPr bwMode="auto">
          <a:xfrm>
            <a:off x="8259762" y="76200"/>
            <a:ext cx="1706563" cy="442119"/>
          </a:xfrm>
          <a:prstGeom prst="rect">
            <a:avLst/>
          </a:prstGeom>
          <a:noFill/>
          <a:ln w="57150" cmpd="thickThin">
            <a:noFill/>
            <a:miter lim="800000"/>
            <a:headEnd/>
            <a:tailEnd/>
          </a:ln>
        </p:spPr>
      </p:pic>
    </p:spTree>
    <p:custDataLst>
      <p:tags r:id="rId1"/>
    </p:custDataLst>
    <p:extLst>
      <p:ext uri="{BB962C8B-B14F-4D97-AF65-F5344CB8AC3E}">
        <p14:creationId xmlns="" xmlns:p14="http://schemas.microsoft.com/office/powerpoint/2010/main" val="155662872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showWhenStopped="0">
                <p:cTn id="8" fill="hold" display="0">
                  <p:stCondLst>
                    <p:cond delay="indefinite"/>
                  </p:stCondLst>
                  <p:endCondLst>
                    <p:cond evt="onPrev" delay="0">
                      <p:tgtEl>
                        <p:sldTgt/>
                      </p:tgtEl>
                    </p:cond>
                    <p:cond evt="onStopAudio" delay="0">
                      <p:tgtEl>
                        <p:sldTgt/>
                      </p:tgtEl>
                    </p:cond>
                  </p:endCondLst>
                </p:cTn>
                <p:tgtEl>
                  <p:spTgt spid="6"/>
                </p:tgtEl>
              </p:cMediaNode>
            </p:audio>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1" y="-15080"/>
            <a:ext cx="9966325" cy="609599"/>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r>
              <a:rPr lang="en-US" sz="2800" b="1" dirty="0" smtClean="0">
                <a:solidFill>
                  <a:schemeClr val="bg1"/>
                </a:solidFill>
                <a:latin typeface="Segoe UI" pitchFamily="34" charset="0"/>
                <a:ea typeface="Segoe UI" pitchFamily="34" charset="0"/>
                <a:cs typeface="Segoe UI" pitchFamily="34" charset="0"/>
              </a:rPr>
              <a:t>My preferences for contact</a:t>
            </a:r>
            <a:endParaRPr lang="en-US" sz="2800" b="1" dirty="0">
              <a:solidFill>
                <a:schemeClr val="bg1"/>
              </a:solidFill>
              <a:latin typeface="Segoe UI" pitchFamily="34" charset="0"/>
              <a:ea typeface="Segoe UI" pitchFamily="34" charset="0"/>
              <a:cs typeface="Segoe UI" pitchFamily="34" charset="0"/>
            </a:endParaRPr>
          </a:p>
        </p:txBody>
      </p:sp>
      <p:pic>
        <p:nvPicPr>
          <p:cNvPr id="6" name="~PP1017.WAV">
            <a:hlinkClick r:id="" action="ppaction://media"/>
          </p:cNvPr>
          <p:cNvPicPr>
            <a:picLocks noRot="1" noChangeAspect="1"/>
          </p:cNvPicPr>
          <p:nvPr>
            <a:wavAudioFile r:embed="rId2" name="~PP1017.WAV"/>
          </p:nvPr>
        </p:nvPicPr>
        <p:blipFill>
          <a:blip r:embed="rId4"/>
          <a:stretch>
            <a:fillRect/>
          </a:stretch>
        </p:blipFill>
        <p:spPr>
          <a:xfrm>
            <a:off x="9532938" y="5784850"/>
            <a:ext cx="304800" cy="304800"/>
          </a:xfrm>
          <a:prstGeom prst="rect">
            <a:avLst/>
          </a:prstGeom>
        </p:spPr>
      </p:pic>
      <p:pic>
        <p:nvPicPr>
          <p:cNvPr id="11266" name="Picture 2"/>
          <p:cNvPicPr>
            <a:picLocks noChangeAspect="1" noChangeArrowheads="1"/>
          </p:cNvPicPr>
          <p:nvPr/>
        </p:nvPicPr>
        <p:blipFill>
          <a:blip r:embed="rId5"/>
          <a:srcRect/>
          <a:stretch>
            <a:fillRect/>
          </a:stretch>
        </p:blipFill>
        <p:spPr bwMode="auto">
          <a:xfrm>
            <a:off x="563562" y="975519"/>
            <a:ext cx="7486650" cy="4705350"/>
          </a:xfrm>
          <a:prstGeom prst="rect">
            <a:avLst/>
          </a:prstGeom>
          <a:noFill/>
          <a:ln w="9525">
            <a:noFill/>
            <a:miter lim="800000"/>
            <a:headEnd/>
            <a:tailEnd/>
          </a:ln>
          <a:effectLst/>
        </p:spPr>
      </p:pic>
      <p:pic>
        <p:nvPicPr>
          <p:cNvPr id="8" name="Picture 5"/>
          <p:cNvPicPr>
            <a:picLocks noChangeAspect="1" noChangeArrowheads="1"/>
          </p:cNvPicPr>
          <p:nvPr/>
        </p:nvPicPr>
        <p:blipFill>
          <a:blip r:embed="rId6"/>
          <a:srcRect/>
          <a:stretch>
            <a:fillRect/>
          </a:stretch>
        </p:blipFill>
        <p:spPr bwMode="auto">
          <a:xfrm>
            <a:off x="8259762" y="76200"/>
            <a:ext cx="1706563" cy="442119"/>
          </a:xfrm>
          <a:prstGeom prst="rect">
            <a:avLst/>
          </a:prstGeom>
          <a:noFill/>
          <a:ln w="57150" cmpd="thickThin">
            <a:noFill/>
            <a:miter lim="800000"/>
            <a:headEnd/>
            <a:tailEnd/>
          </a:ln>
        </p:spPr>
      </p:pic>
    </p:spTree>
    <p:custDataLst>
      <p:tags r:id="rId1"/>
    </p:custDataLst>
    <p:extLst>
      <p:ext uri="{BB962C8B-B14F-4D97-AF65-F5344CB8AC3E}">
        <p14:creationId xmlns="" xmlns:p14="http://schemas.microsoft.com/office/powerpoint/2010/main" val="155662872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showWhenStopped="0">
                <p:cTn id="8" fill="hold" display="0">
                  <p:stCondLst>
                    <p:cond delay="indefinite"/>
                  </p:stCondLst>
                  <p:endCondLst>
                    <p:cond evt="onPrev" delay="0">
                      <p:tgtEl>
                        <p:sldTgt/>
                      </p:tgtEl>
                    </p:cond>
                    <p:cond evt="onStopAudio" delay="0">
                      <p:tgtEl>
                        <p:sldTgt/>
                      </p:tgtEl>
                    </p:cond>
                  </p:endCondLst>
                </p:cTn>
                <p:tgtEl>
                  <p:spTgt spid="6"/>
                </p:tgtEl>
              </p:cMediaNode>
            </p:audio>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1" y="-15080"/>
            <a:ext cx="9966325" cy="685799"/>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r>
              <a:rPr lang="en-US" sz="2800" b="1" dirty="0" smtClean="0">
                <a:solidFill>
                  <a:schemeClr val="bg1"/>
                </a:solidFill>
                <a:latin typeface="Segoe UI" pitchFamily="34" charset="0"/>
                <a:ea typeface="Segoe UI" pitchFamily="34" charset="0"/>
                <a:cs typeface="Segoe UI" pitchFamily="34" charset="0"/>
              </a:rPr>
              <a:t>My Points</a:t>
            </a:r>
            <a:endParaRPr lang="en-US" sz="2800" b="1" dirty="0">
              <a:solidFill>
                <a:schemeClr val="bg1"/>
              </a:solidFill>
              <a:latin typeface="Segoe UI" pitchFamily="34" charset="0"/>
              <a:ea typeface="Segoe UI" pitchFamily="34" charset="0"/>
              <a:cs typeface="Segoe UI" pitchFamily="34" charset="0"/>
            </a:endParaRPr>
          </a:p>
        </p:txBody>
      </p:sp>
      <p:pic>
        <p:nvPicPr>
          <p:cNvPr id="6" name="~PP1017.WAV">
            <a:hlinkClick r:id="" action="ppaction://media"/>
          </p:cNvPr>
          <p:cNvPicPr>
            <a:picLocks noRot="1" noChangeAspect="1"/>
          </p:cNvPicPr>
          <p:nvPr>
            <a:wavAudioFile r:embed="rId2" name="~PP1017.WAV"/>
          </p:nvPr>
        </p:nvPicPr>
        <p:blipFill>
          <a:blip r:embed="rId4"/>
          <a:stretch>
            <a:fillRect/>
          </a:stretch>
        </p:blipFill>
        <p:spPr>
          <a:xfrm>
            <a:off x="9532938" y="5784850"/>
            <a:ext cx="304800" cy="304800"/>
          </a:xfrm>
          <a:prstGeom prst="rect">
            <a:avLst/>
          </a:prstGeom>
        </p:spPr>
      </p:pic>
      <p:pic>
        <p:nvPicPr>
          <p:cNvPr id="1026" name="Picture 2"/>
          <p:cNvPicPr>
            <a:picLocks noChangeAspect="1" noChangeArrowheads="1"/>
          </p:cNvPicPr>
          <p:nvPr/>
        </p:nvPicPr>
        <p:blipFill>
          <a:blip r:embed="rId5"/>
          <a:srcRect/>
          <a:stretch>
            <a:fillRect/>
          </a:stretch>
        </p:blipFill>
        <p:spPr bwMode="auto">
          <a:xfrm>
            <a:off x="258762" y="1051719"/>
            <a:ext cx="4648200" cy="4781550"/>
          </a:xfrm>
          <a:prstGeom prst="rect">
            <a:avLst/>
          </a:prstGeom>
          <a:noFill/>
          <a:ln w="9525">
            <a:noFill/>
            <a:miter lim="800000"/>
            <a:headEnd/>
            <a:tailEnd/>
          </a:ln>
          <a:effectLst/>
        </p:spPr>
      </p:pic>
      <p:pic>
        <p:nvPicPr>
          <p:cNvPr id="1027" name="Picture 3"/>
          <p:cNvPicPr>
            <a:picLocks noChangeAspect="1" noChangeArrowheads="1"/>
          </p:cNvPicPr>
          <p:nvPr/>
        </p:nvPicPr>
        <p:blipFill>
          <a:blip r:embed="rId6"/>
          <a:srcRect/>
          <a:stretch>
            <a:fillRect/>
          </a:stretch>
        </p:blipFill>
        <p:spPr bwMode="auto">
          <a:xfrm>
            <a:off x="5211762" y="1127919"/>
            <a:ext cx="4633913" cy="4724400"/>
          </a:xfrm>
          <a:prstGeom prst="rect">
            <a:avLst/>
          </a:prstGeom>
          <a:noFill/>
          <a:ln w="9525">
            <a:noFill/>
            <a:miter lim="800000"/>
            <a:headEnd/>
            <a:tailEnd/>
          </a:ln>
          <a:effectLst/>
        </p:spPr>
      </p:pic>
      <p:pic>
        <p:nvPicPr>
          <p:cNvPr id="8" name="Picture 5"/>
          <p:cNvPicPr>
            <a:picLocks noChangeAspect="1" noChangeArrowheads="1"/>
          </p:cNvPicPr>
          <p:nvPr/>
        </p:nvPicPr>
        <p:blipFill>
          <a:blip r:embed="rId7"/>
          <a:srcRect/>
          <a:stretch>
            <a:fillRect/>
          </a:stretch>
        </p:blipFill>
        <p:spPr bwMode="auto">
          <a:xfrm>
            <a:off x="8259762" y="76200"/>
            <a:ext cx="1706563" cy="442119"/>
          </a:xfrm>
          <a:prstGeom prst="rect">
            <a:avLst/>
          </a:prstGeom>
          <a:noFill/>
          <a:ln w="57150" cmpd="thickThin">
            <a:noFill/>
            <a:miter lim="800000"/>
            <a:headEnd/>
            <a:tailEnd/>
          </a:ln>
        </p:spPr>
      </p:pic>
    </p:spTree>
    <p:custDataLst>
      <p:tags r:id="rId1"/>
    </p:custDataLst>
    <p:extLst>
      <p:ext uri="{BB962C8B-B14F-4D97-AF65-F5344CB8AC3E}">
        <p14:creationId xmlns="" xmlns:p14="http://schemas.microsoft.com/office/powerpoint/2010/main" val="155662872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showWhenStopped="0">
                <p:cTn id="8" fill="hold" display="0">
                  <p:stCondLst>
                    <p:cond delay="indefinite"/>
                  </p:stCondLst>
                  <p:endCondLst>
                    <p:cond evt="onPrev" delay="0">
                      <p:tgtEl>
                        <p:sldTgt/>
                      </p:tgtEl>
                    </p:cond>
                    <p:cond evt="onStopAudio" delay="0">
                      <p:tgtEl>
                        <p:sldTgt/>
                      </p:tgtEl>
                    </p:cond>
                  </p:endCondLst>
                </p:cTn>
                <p:tgtEl>
                  <p:spTgt spid="6"/>
                </p:tgtEl>
              </p:cMediaNode>
            </p:audio>
          </p:childTnLst>
        </p:cTn>
      </p:par>
    </p:tnLst>
    <p:bldLst>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1" y="-15080"/>
            <a:ext cx="9966325" cy="685799"/>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r>
              <a:rPr lang="en-US" sz="2800" b="1" dirty="0" smtClean="0">
                <a:solidFill>
                  <a:schemeClr val="bg1"/>
                </a:solidFill>
                <a:latin typeface="Segoe UI" pitchFamily="34" charset="0"/>
                <a:ea typeface="Segoe UI" pitchFamily="34" charset="0"/>
                <a:cs typeface="Segoe UI" pitchFamily="34" charset="0"/>
              </a:rPr>
              <a:t>Vouchers</a:t>
            </a:r>
          </a:p>
        </p:txBody>
      </p:sp>
      <p:pic>
        <p:nvPicPr>
          <p:cNvPr id="6" name="~PP1017.WAV">
            <a:hlinkClick r:id="" action="ppaction://media"/>
          </p:cNvPr>
          <p:cNvPicPr>
            <a:picLocks noRot="1" noChangeAspect="1"/>
          </p:cNvPicPr>
          <p:nvPr>
            <a:wavAudioFile r:embed="rId2" name="~PP1017.WAV"/>
          </p:nvPr>
        </p:nvPicPr>
        <p:blipFill>
          <a:blip r:embed="rId4"/>
          <a:stretch>
            <a:fillRect/>
          </a:stretch>
        </p:blipFill>
        <p:spPr>
          <a:xfrm>
            <a:off x="9532938" y="5784850"/>
            <a:ext cx="304800" cy="304800"/>
          </a:xfrm>
          <a:prstGeom prst="rect">
            <a:avLst/>
          </a:prstGeom>
        </p:spPr>
      </p:pic>
      <p:pic>
        <p:nvPicPr>
          <p:cNvPr id="2050" name="Picture 2"/>
          <p:cNvPicPr>
            <a:picLocks noChangeAspect="1" noChangeArrowheads="1"/>
          </p:cNvPicPr>
          <p:nvPr/>
        </p:nvPicPr>
        <p:blipFill>
          <a:blip r:embed="rId5"/>
          <a:srcRect/>
          <a:stretch>
            <a:fillRect/>
          </a:stretch>
        </p:blipFill>
        <p:spPr bwMode="auto">
          <a:xfrm>
            <a:off x="182562" y="823119"/>
            <a:ext cx="8229599" cy="2334419"/>
          </a:xfrm>
          <a:prstGeom prst="rect">
            <a:avLst/>
          </a:prstGeom>
          <a:noFill/>
          <a:ln w="9525">
            <a:noFill/>
            <a:miter lim="800000"/>
            <a:headEnd/>
            <a:tailEnd/>
          </a:ln>
          <a:effectLst/>
        </p:spPr>
      </p:pic>
      <p:pic>
        <p:nvPicPr>
          <p:cNvPr id="2051" name="Picture 3"/>
          <p:cNvPicPr>
            <a:picLocks noChangeAspect="1" noChangeArrowheads="1"/>
          </p:cNvPicPr>
          <p:nvPr/>
        </p:nvPicPr>
        <p:blipFill>
          <a:blip r:embed="rId6"/>
          <a:srcRect/>
          <a:stretch>
            <a:fillRect/>
          </a:stretch>
        </p:blipFill>
        <p:spPr bwMode="auto">
          <a:xfrm>
            <a:off x="258762" y="3642519"/>
            <a:ext cx="8229600" cy="1695450"/>
          </a:xfrm>
          <a:prstGeom prst="rect">
            <a:avLst/>
          </a:prstGeom>
          <a:noFill/>
          <a:ln w="9525">
            <a:noFill/>
            <a:miter lim="800000"/>
            <a:headEnd/>
            <a:tailEnd/>
          </a:ln>
          <a:effectLst/>
        </p:spPr>
      </p:pic>
      <p:sp>
        <p:nvSpPr>
          <p:cNvPr id="9" name="TextBox 8"/>
          <p:cNvSpPr txBox="1"/>
          <p:nvPr/>
        </p:nvSpPr>
        <p:spPr>
          <a:xfrm>
            <a:off x="258762" y="3185319"/>
            <a:ext cx="3634393" cy="400110"/>
          </a:xfrm>
          <a:prstGeom prst="rect">
            <a:avLst/>
          </a:prstGeom>
          <a:noFill/>
        </p:spPr>
        <p:txBody>
          <a:bodyPr wrap="none" rtlCol="0">
            <a:spAutoFit/>
          </a:bodyPr>
          <a:lstStyle/>
          <a:p>
            <a:r>
              <a:rPr lang="en-US" dirty="0" smtClean="0"/>
              <a:t>Facebook and Twitter Integration</a:t>
            </a:r>
            <a:endParaRPr lang="en-US" dirty="0"/>
          </a:p>
        </p:txBody>
      </p:sp>
      <p:pic>
        <p:nvPicPr>
          <p:cNvPr id="8" name="Picture 5"/>
          <p:cNvPicPr>
            <a:picLocks noChangeAspect="1" noChangeArrowheads="1"/>
          </p:cNvPicPr>
          <p:nvPr/>
        </p:nvPicPr>
        <p:blipFill>
          <a:blip r:embed="rId7"/>
          <a:srcRect/>
          <a:stretch>
            <a:fillRect/>
          </a:stretch>
        </p:blipFill>
        <p:spPr bwMode="auto">
          <a:xfrm>
            <a:off x="8259762" y="76200"/>
            <a:ext cx="1706563" cy="442119"/>
          </a:xfrm>
          <a:prstGeom prst="rect">
            <a:avLst/>
          </a:prstGeom>
          <a:noFill/>
          <a:ln w="57150" cmpd="thickThin">
            <a:noFill/>
            <a:miter lim="800000"/>
            <a:headEnd/>
            <a:tailEnd/>
          </a:ln>
        </p:spPr>
      </p:pic>
    </p:spTree>
    <p:custDataLst>
      <p:tags r:id="rId1"/>
    </p:custDataLst>
    <p:extLst>
      <p:ext uri="{BB962C8B-B14F-4D97-AF65-F5344CB8AC3E}">
        <p14:creationId xmlns="" xmlns:p14="http://schemas.microsoft.com/office/powerpoint/2010/main" val="155662872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showWhenStopped="0">
                <p:cTn id="8" fill="hold" display="0">
                  <p:stCondLst>
                    <p:cond delay="indefinite"/>
                  </p:stCondLst>
                  <p:endCondLst>
                    <p:cond evt="onPrev" delay="0">
                      <p:tgtEl>
                        <p:sldTgt/>
                      </p:tgtEl>
                    </p:cond>
                    <p:cond evt="onStopAudio" delay="0">
                      <p:tgtEl>
                        <p:sldTgt/>
                      </p:tgtEl>
                    </p:cond>
                  </p:endCondLst>
                </p:cTn>
                <p:tgtEl>
                  <p:spTgt spid="6"/>
                </p:tgtEl>
              </p:cMediaNode>
            </p:audio>
          </p:childTnLst>
        </p:cTn>
      </p:par>
    </p:tnLst>
    <p:bldLst>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1" y="-15080"/>
            <a:ext cx="9966325" cy="609599"/>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r>
              <a:rPr lang="en-US" sz="2800" b="1" dirty="0" smtClean="0">
                <a:solidFill>
                  <a:schemeClr val="bg1"/>
                </a:solidFill>
                <a:latin typeface="Segoe UI" pitchFamily="34" charset="0"/>
                <a:ea typeface="Segoe UI" pitchFamily="34" charset="0"/>
                <a:cs typeface="Segoe UI" pitchFamily="34" charset="0"/>
              </a:rPr>
              <a:t>Vouchers</a:t>
            </a:r>
            <a:endParaRPr lang="en-US" sz="2800" b="1" dirty="0">
              <a:solidFill>
                <a:schemeClr val="bg1"/>
              </a:solidFill>
              <a:latin typeface="Segoe UI" pitchFamily="34" charset="0"/>
              <a:ea typeface="Segoe UI" pitchFamily="34" charset="0"/>
              <a:cs typeface="Segoe UI" pitchFamily="34" charset="0"/>
            </a:endParaRPr>
          </a:p>
        </p:txBody>
      </p:sp>
      <p:pic>
        <p:nvPicPr>
          <p:cNvPr id="6" name="~PP1017.WAV">
            <a:hlinkClick r:id="" action="ppaction://media"/>
          </p:cNvPr>
          <p:cNvPicPr>
            <a:picLocks noRot="1" noChangeAspect="1"/>
          </p:cNvPicPr>
          <p:nvPr>
            <a:wavAudioFile r:embed="rId2" name="~PP1017.WAV"/>
          </p:nvPr>
        </p:nvPicPr>
        <p:blipFill>
          <a:blip r:embed="rId5"/>
          <a:stretch>
            <a:fillRect/>
          </a:stretch>
        </p:blipFill>
        <p:spPr>
          <a:xfrm>
            <a:off x="9532938" y="5784850"/>
            <a:ext cx="304800" cy="304800"/>
          </a:xfrm>
          <a:prstGeom prst="rect">
            <a:avLst/>
          </a:prstGeom>
        </p:spPr>
      </p:pic>
      <p:pic>
        <p:nvPicPr>
          <p:cNvPr id="3074" name="Picture 2"/>
          <p:cNvPicPr>
            <a:picLocks noChangeAspect="1" noChangeArrowheads="1"/>
          </p:cNvPicPr>
          <p:nvPr/>
        </p:nvPicPr>
        <p:blipFill>
          <a:blip r:embed="rId6"/>
          <a:srcRect/>
          <a:stretch>
            <a:fillRect/>
          </a:stretch>
        </p:blipFill>
        <p:spPr bwMode="auto">
          <a:xfrm>
            <a:off x="258763" y="823119"/>
            <a:ext cx="5181599" cy="3886200"/>
          </a:xfrm>
          <a:prstGeom prst="rect">
            <a:avLst/>
          </a:prstGeom>
          <a:noFill/>
          <a:ln w="9525">
            <a:noFill/>
            <a:miter lim="800000"/>
            <a:headEnd/>
            <a:tailEnd/>
          </a:ln>
          <a:effectLst/>
        </p:spPr>
      </p:pic>
      <p:pic>
        <p:nvPicPr>
          <p:cNvPr id="3075" name="Picture 3"/>
          <p:cNvPicPr>
            <a:picLocks noChangeAspect="1" noChangeArrowheads="1"/>
          </p:cNvPicPr>
          <p:nvPr/>
        </p:nvPicPr>
        <p:blipFill>
          <a:blip r:embed="rId7"/>
          <a:srcRect/>
          <a:stretch>
            <a:fillRect/>
          </a:stretch>
        </p:blipFill>
        <p:spPr bwMode="auto">
          <a:xfrm>
            <a:off x="411162" y="4556919"/>
            <a:ext cx="5029200" cy="838200"/>
          </a:xfrm>
          <a:prstGeom prst="rect">
            <a:avLst/>
          </a:prstGeom>
          <a:noFill/>
          <a:ln w="9525">
            <a:noFill/>
            <a:miter lim="800000"/>
            <a:headEnd/>
            <a:tailEnd/>
          </a:ln>
          <a:effectLst/>
        </p:spPr>
      </p:pic>
      <p:pic>
        <p:nvPicPr>
          <p:cNvPr id="3076" name="Picture 4"/>
          <p:cNvPicPr>
            <a:picLocks noChangeAspect="1" noChangeArrowheads="1"/>
          </p:cNvPicPr>
          <p:nvPr/>
        </p:nvPicPr>
        <p:blipFill>
          <a:blip r:embed="rId8"/>
          <a:srcRect/>
          <a:stretch>
            <a:fillRect/>
          </a:stretch>
        </p:blipFill>
        <p:spPr bwMode="auto">
          <a:xfrm>
            <a:off x="5440362" y="1280319"/>
            <a:ext cx="4191000" cy="3048000"/>
          </a:xfrm>
          <a:prstGeom prst="rect">
            <a:avLst/>
          </a:prstGeom>
          <a:noFill/>
          <a:ln w="9525">
            <a:noFill/>
            <a:miter lim="800000"/>
            <a:headEnd/>
            <a:tailEnd/>
          </a:ln>
          <a:effectLst/>
        </p:spPr>
      </p:pic>
      <p:pic>
        <p:nvPicPr>
          <p:cNvPr id="8" name="Picture 5"/>
          <p:cNvPicPr>
            <a:picLocks noChangeAspect="1" noChangeArrowheads="1"/>
          </p:cNvPicPr>
          <p:nvPr/>
        </p:nvPicPr>
        <p:blipFill>
          <a:blip r:embed="rId9"/>
          <a:srcRect/>
          <a:stretch>
            <a:fillRect/>
          </a:stretch>
        </p:blipFill>
        <p:spPr bwMode="auto">
          <a:xfrm>
            <a:off x="8259762" y="76200"/>
            <a:ext cx="1706563" cy="442119"/>
          </a:xfrm>
          <a:prstGeom prst="rect">
            <a:avLst/>
          </a:prstGeom>
          <a:noFill/>
          <a:ln w="57150" cmpd="thickThin">
            <a:noFill/>
            <a:miter lim="800000"/>
            <a:headEnd/>
            <a:tailEnd/>
          </a:ln>
        </p:spPr>
      </p:pic>
    </p:spTree>
    <p:custDataLst>
      <p:tags r:id="rId1"/>
    </p:custDataLst>
    <p:extLst>
      <p:ext uri="{BB962C8B-B14F-4D97-AF65-F5344CB8AC3E}">
        <p14:creationId xmlns="" xmlns:p14="http://schemas.microsoft.com/office/powerpoint/2010/main" val="155662872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showWhenStopped="0">
                <p:cTn id="8" fill="hold" display="0">
                  <p:stCondLst>
                    <p:cond delay="indefinite"/>
                  </p:stCondLst>
                  <p:endCondLst>
                    <p:cond evt="onPrev" delay="0">
                      <p:tgtEl>
                        <p:sldTgt/>
                      </p:tgtEl>
                    </p:cond>
                    <p:cond evt="onStopAudio" delay="0">
                      <p:tgtEl>
                        <p:sldTgt/>
                      </p:tgtEl>
                    </p:cond>
                  </p:endCondLst>
                </p:cTn>
                <p:tgtEl>
                  <p:spTgt spid="6"/>
                </p:tgtEl>
              </p:cMediaNode>
            </p:audio>
          </p:childTnLst>
        </p:cTn>
      </p:par>
    </p:tnLst>
    <p:bldLst>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1" y="-15080"/>
            <a:ext cx="9966325" cy="609599"/>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r>
              <a:rPr lang="en-US" sz="2800" b="1" dirty="0" smtClean="0">
                <a:solidFill>
                  <a:schemeClr val="bg1"/>
                </a:solidFill>
                <a:latin typeface="Segoe UI" pitchFamily="34" charset="0"/>
                <a:ea typeface="Segoe UI" pitchFamily="34" charset="0"/>
                <a:cs typeface="Segoe UI" pitchFamily="34" charset="0"/>
              </a:rPr>
              <a:t>Print Vouchers @ Home</a:t>
            </a:r>
            <a:endParaRPr lang="en-US" sz="2800" b="1" dirty="0">
              <a:solidFill>
                <a:schemeClr val="bg1"/>
              </a:solidFill>
              <a:latin typeface="Segoe UI" pitchFamily="34" charset="0"/>
              <a:ea typeface="Segoe UI" pitchFamily="34" charset="0"/>
              <a:cs typeface="Segoe UI" pitchFamily="34" charset="0"/>
            </a:endParaRPr>
          </a:p>
        </p:txBody>
      </p:sp>
      <p:pic>
        <p:nvPicPr>
          <p:cNvPr id="6" name="~PP1017.WAV">
            <a:hlinkClick r:id="" action="ppaction://media"/>
          </p:cNvPr>
          <p:cNvPicPr>
            <a:picLocks noRot="1" noChangeAspect="1"/>
          </p:cNvPicPr>
          <p:nvPr>
            <a:wavAudioFile r:embed="rId2" name="~PP1017.WAV"/>
          </p:nvPr>
        </p:nvPicPr>
        <p:blipFill>
          <a:blip r:embed="rId5"/>
          <a:stretch>
            <a:fillRect/>
          </a:stretch>
        </p:blipFill>
        <p:spPr>
          <a:xfrm>
            <a:off x="9532938" y="5784850"/>
            <a:ext cx="304800" cy="304800"/>
          </a:xfrm>
          <a:prstGeom prst="rect">
            <a:avLst/>
          </a:prstGeom>
        </p:spPr>
      </p:pic>
      <p:pic>
        <p:nvPicPr>
          <p:cNvPr id="4098" name="Picture 2"/>
          <p:cNvPicPr>
            <a:picLocks noChangeAspect="1" noChangeArrowheads="1"/>
          </p:cNvPicPr>
          <p:nvPr/>
        </p:nvPicPr>
        <p:blipFill>
          <a:blip r:embed="rId6"/>
          <a:srcRect/>
          <a:stretch>
            <a:fillRect/>
          </a:stretch>
        </p:blipFill>
        <p:spPr bwMode="auto">
          <a:xfrm>
            <a:off x="1782762" y="899319"/>
            <a:ext cx="5943600" cy="5191125"/>
          </a:xfrm>
          <a:prstGeom prst="rect">
            <a:avLst/>
          </a:prstGeom>
          <a:noFill/>
          <a:ln w="9525">
            <a:noFill/>
            <a:miter lim="800000"/>
            <a:headEnd/>
            <a:tailEnd/>
          </a:ln>
          <a:effectLst/>
        </p:spPr>
      </p:pic>
      <p:pic>
        <p:nvPicPr>
          <p:cNvPr id="8" name="Picture 5"/>
          <p:cNvPicPr>
            <a:picLocks noChangeAspect="1" noChangeArrowheads="1"/>
          </p:cNvPicPr>
          <p:nvPr/>
        </p:nvPicPr>
        <p:blipFill>
          <a:blip r:embed="rId7"/>
          <a:srcRect/>
          <a:stretch>
            <a:fillRect/>
          </a:stretch>
        </p:blipFill>
        <p:spPr bwMode="auto">
          <a:xfrm>
            <a:off x="8259762" y="76200"/>
            <a:ext cx="1706563" cy="442119"/>
          </a:xfrm>
          <a:prstGeom prst="rect">
            <a:avLst/>
          </a:prstGeom>
          <a:noFill/>
          <a:ln w="57150" cmpd="thickThin">
            <a:noFill/>
            <a:miter lim="800000"/>
            <a:headEnd/>
            <a:tailEnd/>
          </a:ln>
        </p:spPr>
      </p:pic>
    </p:spTree>
    <p:custDataLst>
      <p:tags r:id="rId1"/>
    </p:custDataLst>
    <p:extLst>
      <p:ext uri="{BB962C8B-B14F-4D97-AF65-F5344CB8AC3E}">
        <p14:creationId xmlns="" xmlns:p14="http://schemas.microsoft.com/office/powerpoint/2010/main" val="155662872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showWhenStopped="0">
                <p:cTn id="8" fill="hold" display="0">
                  <p:stCondLst>
                    <p:cond delay="indefinite"/>
                  </p:stCondLst>
                  <p:endCondLst>
                    <p:cond evt="onPrev" delay="0">
                      <p:tgtEl>
                        <p:sldTgt/>
                      </p:tgtEl>
                    </p:cond>
                    <p:cond evt="onStopAudio" delay="0">
                      <p:tgtEl>
                        <p:sldTgt/>
                      </p:tgtEl>
                    </p:cond>
                  </p:endCondLst>
                </p:cTn>
                <p:tgtEl>
                  <p:spTgt spid="6"/>
                </p:tgtEl>
              </p:cMediaNode>
            </p:audio>
          </p:childTnLst>
        </p:cTn>
      </p:par>
    </p:tnLst>
    <p:bldLst>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1" y="-15080"/>
            <a:ext cx="9966325" cy="609599"/>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r>
              <a:rPr lang="en-US" sz="2800" b="1" dirty="0" smtClean="0">
                <a:solidFill>
                  <a:schemeClr val="bg1"/>
                </a:solidFill>
                <a:latin typeface="Segoe UI" pitchFamily="34" charset="0"/>
                <a:ea typeface="Segoe UI" pitchFamily="34" charset="0"/>
                <a:cs typeface="Segoe UI" pitchFamily="34" charset="0"/>
              </a:rPr>
              <a:t>My latest statement</a:t>
            </a:r>
            <a:endParaRPr lang="en-US" sz="2800" b="1" dirty="0">
              <a:solidFill>
                <a:schemeClr val="bg1"/>
              </a:solidFill>
              <a:latin typeface="Segoe UI" pitchFamily="34" charset="0"/>
              <a:ea typeface="Segoe UI" pitchFamily="34" charset="0"/>
              <a:cs typeface="Segoe UI" pitchFamily="34" charset="0"/>
            </a:endParaRPr>
          </a:p>
        </p:txBody>
      </p:sp>
      <p:pic>
        <p:nvPicPr>
          <p:cNvPr id="6" name="~PP1017.WAV">
            <a:hlinkClick r:id="" action="ppaction://media"/>
          </p:cNvPr>
          <p:cNvPicPr>
            <a:picLocks noRot="1" noChangeAspect="1"/>
          </p:cNvPicPr>
          <p:nvPr>
            <a:wavAudioFile r:embed="rId2" name="~PP1017.WAV"/>
          </p:nvPr>
        </p:nvPicPr>
        <p:blipFill>
          <a:blip r:embed="rId5"/>
          <a:stretch>
            <a:fillRect/>
          </a:stretch>
        </p:blipFill>
        <p:spPr>
          <a:xfrm>
            <a:off x="9532938" y="5784850"/>
            <a:ext cx="304800" cy="304800"/>
          </a:xfrm>
          <a:prstGeom prst="rect">
            <a:avLst/>
          </a:prstGeom>
        </p:spPr>
      </p:pic>
      <p:pic>
        <p:nvPicPr>
          <p:cNvPr id="5123" name="Picture 3"/>
          <p:cNvPicPr>
            <a:picLocks noChangeAspect="1" noChangeArrowheads="1"/>
          </p:cNvPicPr>
          <p:nvPr/>
        </p:nvPicPr>
        <p:blipFill>
          <a:blip r:embed="rId6"/>
          <a:srcRect/>
          <a:stretch>
            <a:fillRect/>
          </a:stretch>
        </p:blipFill>
        <p:spPr bwMode="auto">
          <a:xfrm>
            <a:off x="1858962" y="823119"/>
            <a:ext cx="3381375" cy="2590800"/>
          </a:xfrm>
          <a:prstGeom prst="rect">
            <a:avLst/>
          </a:prstGeom>
          <a:noFill/>
          <a:ln w="9525">
            <a:noFill/>
            <a:miter lim="800000"/>
            <a:headEnd/>
            <a:tailEnd/>
          </a:ln>
          <a:effectLst/>
        </p:spPr>
      </p:pic>
      <p:pic>
        <p:nvPicPr>
          <p:cNvPr id="5124" name="Picture 4"/>
          <p:cNvPicPr>
            <a:picLocks noChangeAspect="1" noChangeArrowheads="1"/>
          </p:cNvPicPr>
          <p:nvPr/>
        </p:nvPicPr>
        <p:blipFill>
          <a:blip r:embed="rId7"/>
          <a:srcRect/>
          <a:stretch>
            <a:fillRect/>
          </a:stretch>
        </p:blipFill>
        <p:spPr bwMode="auto">
          <a:xfrm>
            <a:off x="1793913" y="3337719"/>
            <a:ext cx="3457575" cy="2628900"/>
          </a:xfrm>
          <a:prstGeom prst="rect">
            <a:avLst/>
          </a:prstGeom>
          <a:noFill/>
          <a:ln w="9525">
            <a:noFill/>
            <a:miter lim="800000"/>
            <a:headEnd/>
            <a:tailEnd/>
          </a:ln>
          <a:effectLst/>
        </p:spPr>
      </p:pic>
      <p:pic>
        <p:nvPicPr>
          <p:cNvPr id="8" name="Picture 5"/>
          <p:cNvPicPr>
            <a:picLocks noChangeAspect="1" noChangeArrowheads="1"/>
          </p:cNvPicPr>
          <p:nvPr/>
        </p:nvPicPr>
        <p:blipFill>
          <a:blip r:embed="rId8"/>
          <a:srcRect/>
          <a:stretch>
            <a:fillRect/>
          </a:stretch>
        </p:blipFill>
        <p:spPr bwMode="auto">
          <a:xfrm>
            <a:off x="8259762" y="76200"/>
            <a:ext cx="1706563" cy="442119"/>
          </a:xfrm>
          <a:prstGeom prst="rect">
            <a:avLst/>
          </a:prstGeom>
          <a:noFill/>
          <a:ln w="57150" cmpd="thickThin">
            <a:noFill/>
            <a:miter lim="800000"/>
            <a:headEnd/>
            <a:tailEnd/>
          </a:ln>
        </p:spPr>
      </p:pic>
    </p:spTree>
    <p:custDataLst>
      <p:tags r:id="rId1"/>
    </p:custDataLst>
    <p:extLst>
      <p:ext uri="{BB962C8B-B14F-4D97-AF65-F5344CB8AC3E}">
        <p14:creationId xmlns="" xmlns:p14="http://schemas.microsoft.com/office/powerpoint/2010/main" val="155662872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showWhenStopped="0">
                <p:cTn id="8" fill="hold" display="0">
                  <p:stCondLst>
                    <p:cond delay="indefinite"/>
                  </p:stCondLst>
                  <p:endCondLst>
                    <p:cond evt="onPrev" delay="0">
                      <p:tgtEl>
                        <p:sldTgt/>
                      </p:tgtEl>
                    </p:cond>
                    <p:cond evt="onStopAudio" delay="0">
                      <p:tgtEl>
                        <p:sldTgt/>
                      </p:tgtEl>
                    </p:cond>
                  </p:endCondLst>
                </p:cTn>
                <p:tgtEl>
                  <p:spTgt spid="6"/>
                </p:tgtEl>
              </p:cMediaNode>
            </p:audio>
          </p:childTnLst>
        </p:cTn>
      </p:par>
    </p:tnLst>
    <p:bldLst>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1" y="-15080"/>
            <a:ext cx="9966325" cy="533399"/>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r>
              <a:rPr lang="en-US" sz="2800" b="1" dirty="0" smtClean="0">
                <a:solidFill>
                  <a:schemeClr val="bg1"/>
                </a:solidFill>
                <a:latin typeface="Segoe UI" pitchFamily="34" charset="0"/>
                <a:ea typeface="Segoe UI" pitchFamily="34" charset="0"/>
                <a:cs typeface="Segoe UI" pitchFamily="34" charset="0"/>
              </a:rPr>
              <a:t>Order a Replacement Card</a:t>
            </a:r>
            <a:endParaRPr lang="en-US" sz="2800" b="1" dirty="0">
              <a:solidFill>
                <a:schemeClr val="bg1"/>
              </a:solidFill>
              <a:latin typeface="Segoe UI" pitchFamily="34" charset="0"/>
              <a:ea typeface="Segoe UI" pitchFamily="34" charset="0"/>
              <a:cs typeface="Segoe UI" pitchFamily="34" charset="0"/>
            </a:endParaRPr>
          </a:p>
        </p:txBody>
      </p:sp>
      <p:pic>
        <p:nvPicPr>
          <p:cNvPr id="6" name="~PP1017.WAV">
            <a:hlinkClick r:id="" action="ppaction://media"/>
          </p:cNvPr>
          <p:cNvPicPr>
            <a:picLocks noRot="1" noChangeAspect="1"/>
          </p:cNvPicPr>
          <p:nvPr>
            <a:wavAudioFile r:embed="rId2" name="~PP1017.WAV"/>
          </p:nvPr>
        </p:nvPicPr>
        <p:blipFill>
          <a:blip r:embed="rId5"/>
          <a:stretch>
            <a:fillRect/>
          </a:stretch>
        </p:blipFill>
        <p:spPr>
          <a:xfrm>
            <a:off x="9532938" y="5784850"/>
            <a:ext cx="304800" cy="304800"/>
          </a:xfrm>
          <a:prstGeom prst="rect">
            <a:avLst/>
          </a:prstGeom>
        </p:spPr>
      </p:pic>
      <p:pic>
        <p:nvPicPr>
          <p:cNvPr id="6146" name="Picture 2"/>
          <p:cNvPicPr>
            <a:picLocks noChangeAspect="1" noChangeArrowheads="1"/>
          </p:cNvPicPr>
          <p:nvPr/>
        </p:nvPicPr>
        <p:blipFill>
          <a:blip r:embed="rId6"/>
          <a:srcRect/>
          <a:stretch>
            <a:fillRect/>
          </a:stretch>
        </p:blipFill>
        <p:spPr bwMode="auto">
          <a:xfrm>
            <a:off x="411162" y="899319"/>
            <a:ext cx="7162800" cy="2819400"/>
          </a:xfrm>
          <a:prstGeom prst="rect">
            <a:avLst/>
          </a:prstGeom>
          <a:noFill/>
          <a:ln w="9525">
            <a:noFill/>
            <a:miter lim="800000"/>
            <a:headEnd/>
            <a:tailEnd/>
          </a:ln>
          <a:effectLst/>
        </p:spPr>
      </p:pic>
      <p:pic>
        <p:nvPicPr>
          <p:cNvPr id="6147" name="Picture 3"/>
          <p:cNvPicPr>
            <a:picLocks noChangeAspect="1" noChangeArrowheads="1"/>
          </p:cNvPicPr>
          <p:nvPr/>
        </p:nvPicPr>
        <p:blipFill>
          <a:blip r:embed="rId7"/>
          <a:srcRect/>
          <a:stretch>
            <a:fillRect/>
          </a:stretch>
        </p:blipFill>
        <p:spPr bwMode="auto">
          <a:xfrm>
            <a:off x="411162" y="3794919"/>
            <a:ext cx="7086600" cy="2228850"/>
          </a:xfrm>
          <a:prstGeom prst="rect">
            <a:avLst/>
          </a:prstGeom>
          <a:noFill/>
          <a:ln w="9525">
            <a:noFill/>
            <a:miter lim="800000"/>
            <a:headEnd/>
            <a:tailEnd/>
          </a:ln>
          <a:effectLst/>
        </p:spPr>
      </p:pic>
      <p:pic>
        <p:nvPicPr>
          <p:cNvPr id="8" name="Picture 5"/>
          <p:cNvPicPr>
            <a:picLocks noChangeAspect="1" noChangeArrowheads="1"/>
          </p:cNvPicPr>
          <p:nvPr/>
        </p:nvPicPr>
        <p:blipFill>
          <a:blip r:embed="rId8"/>
          <a:srcRect/>
          <a:stretch>
            <a:fillRect/>
          </a:stretch>
        </p:blipFill>
        <p:spPr bwMode="auto">
          <a:xfrm>
            <a:off x="8259762" y="76200"/>
            <a:ext cx="1706563" cy="442119"/>
          </a:xfrm>
          <a:prstGeom prst="rect">
            <a:avLst/>
          </a:prstGeom>
          <a:noFill/>
          <a:ln w="57150" cmpd="thickThin">
            <a:noFill/>
            <a:miter lim="800000"/>
            <a:headEnd/>
            <a:tailEnd/>
          </a:ln>
        </p:spPr>
      </p:pic>
    </p:spTree>
    <p:custDataLst>
      <p:tags r:id="rId1"/>
    </p:custDataLst>
    <p:extLst>
      <p:ext uri="{BB962C8B-B14F-4D97-AF65-F5344CB8AC3E}">
        <p14:creationId xmlns="" xmlns:p14="http://schemas.microsoft.com/office/powerpoint/2010/main" val="155662872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showWhenStopped="0">
                <p:cTn id="8" fill="hold" display="0">
                  <p:stCondLst>
                    <p:cond delay="indefinite"/>
                  </p:stCondLst>
                  <p:endCondLst>
                    <p:cond evt="onPrev" delay="0">
                      <p:tgtEl>
                        <p:sldTgt/>
                      </p:tgtEl>
                    </p:cond>
                    <p:cond evt="onStopAudio" delay="0">
                      <p:tgtEl>
                        <p:sldTgt/>
                      </p:tgtEl>
                    </p:cond>
                  </p:endCondLst>
                </p:cTn>
                <p:tgtEl>
                  <p:spTgt spid="6"/>
                </p:tgtEl>
              </p:cMediaNode>
            </p:audio>
          </p:childTnLst>
        </p:cTn>
      </p:par>
    </p:tnLst>
    <p:bldLst>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1" y="-15080"/>
            <a:ext cx="9966325" cy="609599"/>
          </a:xfrm>
          <a:prstGeom prst="rect">
            <a:avLst/>
          </a:prstGeom>
          <a:ln>
            <a:headEnd type="none" w="med" len="med"/>
            <a:tailEnd type="none" w="med" len="med"/>
          </a:ln>
        </p:spPr>
        <p:style>
          <a:lnRef idx="1">
            <a:schemeClr val="accent4"/>
          </a:lnRef>
          <a:fillRef idx="3">
            <a:schemeClr val="accent4"/>
          </a:fillRef>
          <a:effectRef idx="2">
            <a:schemeClr val="accent4"/>
          </a:effectRef>
          <a:fontRef idx="minor">
            <a:schemeClr val="lt1"/>
          </a:fontRef>
        </p:style>
        <p:txBody>
          <a:bodyPr vert="horz" wrap="square" lIns="77683" tIns="38842" rIns="77683" bIns="38842" numCol="1" rtlCol="0" anchor="ctr" anchorCtr="0" compatLnSpc="1">
            <a:prstTxWarp prst="textNoShape">
              <a:avLst/>
            </a:prstTxWarp>
          </a:bodyPr>
          <a:lstStyle/>
          <a:p>
            <a:pPr algn="ctr" defTabSz="776610"/>
            <a:r>
              <a:rPr lang="en-US" sz="2800" b="1" dirty="0" smtClean="0">
                <a:solidFill>
                  <a:schemeClr val="bg1"/>
                </a:solidFill>
                <a:latin typeface="Segoe UI" pitchFamily="34" charset="0"/>
                <a:ea typeface="Segoe UI" pitchFamily="34" charset="0"/>
                <a:cs typeface="Segoe UI" pitchFamily="34" charset="0"/>
              </a:rPr>
              <a:t>View My Cards</a:t>
            </a:r>
            <a:endParaRPr lang="en-US" sz="2800" b="1" dirty="0">
              <a:solidFill>
                <a:schemeClr val="bg1"/>
              </a:solidFill>
              <a:latin typeface="Segoe UI" pitchFamily="34" charset="0"/>
              <a:ea typeface="Segoe UI" pitchFamily="34" charset="0"/>
              <a:cs typeface="Segoe UI" pitchFamily="34" charset="0"/>
            </a:endParaRPr>
          </a:p>
        </p:txBody>
      </p:sp>
      <p:pic>
        <p:nvPicPr>
          <p:cNvPr id="6" name="~PP1017.WAV">
            <a:hlinkClick r:id="" action="ppaction://media"/>
          </p:cNvPr>
          <p:cNvPicPr>
            <a:picLocks noRot="1" noChangeAspect="1"/>
          </p:cNvPicPr>
          <p:nvPr>
            <a:wavAudioFile r:embed="rId2" name="~PP1017.WAV"/>
          </p:nvPr>
        </p:nvPicPr>
        <p:blipFill>
          <a:blip r:embed="rId5"/>
          <a:stretch>
            <a:fillRect/>
          </a:stretch>
        </p:blipFill>
        <p:spPr>
          <a:xfrm>
            <a:off x="9532938" y="5784850"/>
            <a:ext cx="304800" cy="304800"/>
          </a:xfrm>
          <a:prstGeom prst="rect">
            <a:avLst/>
          </a:prstGeom>
        </p:spPr>
      </p:pic>
      <p:pic>
        <p:nvPicPr>
          <p:cNvPr id="7170" name="Picture 2"/>
          <p:cNvPicPr>
            <a:picLocks noChangeAspect="1" noChangeArrowheads="1"/>
          </p:cNvPicPr>
          <p:nvPr/>
        </p:nvPicPr>
        <p:blipFill>
          <a:blip r:embed="rId6"/>
          <a:srcRect/>
          <a:stretch>
            <a:fillRect/>
          </a:stretch>
        </p:blipFill>
        <p:spPr bwMode="auto">
          <a:xfrm>
            <a:off x="792162" y="975519"/>
            <a:ext cx="7334250" cy="4276725"/>
          </a:xfrm>
          <a:prstGeom prst="rect">
            <a:avLst/>
          </a:prstGeom>
          <a:noFill/>
          <a:ln w="9525">
            <a:noFill/>
            <a:miter lim="800000"/>
            <a:headEnd/>
            <a:tailEnd/>
          </a:ln>
          <a:effectLst/>
        </p:spPr>
      </p:pic>
      <p:pic>
        <p:nvPicPr>
          <p:cNvPr id="8" name="Picture 5"/>
          <p:cNvPicPr>
            <a:picLocks noChangeAspect="1" noChangeArrowheads="1"/>
          </p:cNvPicPr>
          <p:nvPr/>
        </p:nvPicPr>
        <p:blipFill>
          <a:blip r:embed="rId7"/>
          <a:srcRect/>
          <a:stretch>
            <a:fillRect/>
          </a:stretch>
        </p:blipFill>
        <p:spPr bwMode="auto">
          <a:xfrm>
            <a:off x="8259762" y="76200"/>
            <a:ext cx="1706563" cy="442119"/>
          </a:xfrm>
          <a:prstGeom prst="rect">
            <a:avLst/>
          </a:prstGeom>
          <a:noFill/>
          <a:ln w="57150" cmpd="thickThin">
            <a:noFill/>
            <a:miter lim="800000"/>
            <a:headEnd/>
            <a:tailEnd/>
          </a:ln>
        </p:spPr>
      </p:pic>
    </p:spTree>
    <p:custDataLst>
      <p:tags r:id="rId1"/>
    </p:custDataLst>
    <p:extLst>
      <p:ext uri="{BB962C8B-B14F-4D97-AF65-F5344CB8AC3E}">
        <p14:creationId xmlns="" xmlns:p14="http://schemas.microsoft.com/office/powerpoint/2010/main" val="155662872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showWhenStopped="0">
                <p:cTn id="8" fill="hold" display="0">
                  <p:stCondLst>
                    <p:cond delay="indefinite"/>
                  </p:stCondLst>
                  <p:endCondLst>
                    <p:cond evt="onPrev" delay="0">
                      <p:tgtEl>
                        <p:sldTgt/>
                      </p:tgtEl>
                    </p:cond>
                    <p:cond evt="onStopAudio" delay="0">
                      <p:tgtEl>
                        <p:sldTgt/>
                      </p:tgtEl>
                    </p:cond>
                  </p:endCondLst>
                </p:cTn>
                <p:tgtEl>
                  <p:spTgt spid="6"/>
                </p:tgtEl>
              </p:cMediaNode>
            </p:audio>
          </p:childTnLst>
        </p:cTn>
      </p:par>
    </p:tnLst>
    <p:bldLst>
      <p:bldP spid="5"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TIMING" val="|1.3"/>
</p:tagLst>
</file>

<file path=ppt/tags/tag2.xml><?xml version="1.0" encoding="utf-8"?>
<p:tagLst xmlns:a="http://schemas.openxmlformats.org/drawingml/2006/main" xmlns:r="http://schemas.openxmlformats.org/officeDocument/2006/relationships" xmlns:p="http://schemas.openxmlformats.org/presentationml/2006/main">
  <p:tag name="TIMING" val="|1.3"/>
</p:tagLst>
</file>

<file path=ppt/tags/tag3.xml><?xml version="1.0" encoding="utf-8"?>
<p:tagLst xmlns:a="http://schemas.openxmlformats.org/drawingml/2006/main" xmlns:r="http://schemas.openxmlformats.org/officeDocument/2006/relationships" xmlns:p="http://schemas.openxmlformats.org/presentationml/2006/main">
  <p:tag name="TIMING" val="|1.3"/>
</p:tagLst>
</file>

<file path=ppt/tags/tag4.xml><?xml version="1.0" encoding="utf-8"?>
<p:tagLst xmlns:a="http://schemas.openxmlformats.org/drawingml/2006/main" xmlns:r="http://schemas.openxmlformats.org/officeDocument/2006/relationships" xmlns:p="http://schemas.openxmlformats.org/presentationml/2006/main">
  <p:tag name="TIMING" val="|1.3"/>
</p:tagLst>
</file>

<file path=ppt/tags/tag5.xml><?xml version="1.0" encoding="utf-8"?>
<p:tagLst xmlns:a="http://schemas.openxmlformats.org/drawingml/2006/main" xmlns:r="http://schemas.openxmlformats.org/officeDocument/2006/relationships" xmlns:p="http://schemas.openxmlformats.org/presentationml/2006/main">
  <p:tag name="TIMING" val="|1.3"/>
</p:tagLst>
</file>

<file path=ppt/tags/tag6.xml><?xml version="1.0" encoding="utf-8"?>
<p:tagLst xmlns:a="http://schemas.openxmlformats.org/drawingml/2006/main" xmlns:r="http://schemas.openxmlformats.org/officeDocument/2006/relationships" xmlns:p="http://schemas.openxmlformats.org/presentationml/2006/main">
  <p:tag name="TIMING" val="|1.3"/>
</p:tagLst>
</file>

<file path=ppt/tags/tag7.xml><?xml version="1.0" encoding="utf-8"?>
<p:tagLst xmlns:a="http://schemas.openxmlformats.org/drawingml/2006/main" xmlns:r="http://schemas.openxmlformats.org/officeDocument/2006/relationships" xmlns:p="http://schemas.openxmlformats.org/presentationml/2006/main">
  <p:tag name="TIMING" val="|1.3"/>
</p:tagLst>
</file>

<file path=ppt/tags/tag8.xml><?xml version="1.0" encoding="utf-8"?>
<p:tagLst xmlns:a="http://schemas.openxmlformats.org/drawingml/2006/main" xmlns:r="http://schemas.openxmlformats.org/officeDocument/2006/relationships" xmlns:p="http://schemas.openxmlformats.org/presentationml/2006/main">
  <p:tag name="TIMING" val="|1.3"/>
</p:tagLst>
</file>

<file path=ppt/tags/tag9.xml><?xml version="1.0" encoding="utf-8"?>
<p:tagLst xmlns:a="http://schemas.openxmlformats.org/drawingml/2006/main" xmlns:r="http://schemas.openxmlformats.org/officeDocument/2006/relationships" xmlns:p="http://schemas.openxmlformats.org/presentationml/2006/main">
  <p:tag name="TIMING" val="|1.3"/>
</p:tagLst>
</file>

<file path=ppt/tags/tag10.xml><?xml version="1.0" encoding="utf-8"?>
<p:tagLst xmlns:a="http://schemas.openxmlformats.org/drawingml/2006/main" xmlns:r="http://schemas.openxmlformats.org/officeDocument/2006/relationships" xmlns:p="http://schemas.openxmlformats.org/presentationml/2006/main">
  <p:tag name="TIMING" val="|1.3"/>
</p:tagLst>
</file>

<file path=ppt/tags/tag11.xml><?xml version="1.0" encoding="utf-8"?>
<p:tagLst xmlns:a="http://schemas.openxmlformats.org/drawingml/2006/main" xmlns:r="http://schemas.openxmlformats.org/officeDocument/2006/relationships" xmlns:p="http://schemas.openxmlformats.org/presentationml/2006/main">
  <p:tag name="TIMING" val="|1.3"/>
</p:tagLst>
</file>

<file path=ppt/tags/tag12.xml><?xml version="1.0" encoding="utf-8"?>
<p:tagLst xmlns:a="http://schemas.openxmlformats.org/drawingml/2006/main" xmlns:r="http://schemas.openxmlformats.org/officeDocument/2006/relationships" xmlns:p="http://schemas.openxmlformats.org/presentationml/2006/main">
  <p:tag name="TIMING" val="|1.3"/>
</p:tagLst>
</file>

<file path=ppt/tags/tag13.xml><?xml version="1.0" encoding="utf-8"?>
<p:tagLst xmlns:a="http://schemas.openxmlformats.org/drawingml/2006/main" xmlns:r="http://schemas.openxmlformats.org/officeDocument/2006/relationships" xmlns:p="http://schemas.openxmlformats.org/presentationml/2006/main">
  <p:tag name="TIMING" val="|1.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indows_Azure_DevCamp_16x9_Template - FINAL2">
  <a:themeElements>
    <a:clrScheme name="DevCamp-Template">
      <a:dk1>
        <a:srgbClr val="5F5F5F"/>
      </a:dk1>
      <a:lt1>
        <a:srgbClr val="FFFFFF"/>
      </a:lt1>
      <a:dk2>
        <a:srgbClr val="0071BC"/>
      </a:dk2>
      <a:lt2>
        <a:srgbClr val="DDDDDD"/>
      </a:lt2>
      <a:accent1>
        <a:srgbClr val="FF8A00"/>
      </a:accent1>
      <a:accent2>
        <a:srgbClr val="00AEEF"/>
      </a:accent2>
      <a:accent3>
        <a:srgbClr val="910091"/>
      </a:accent3>
      <a:accent4>
        <a:srgbClr val="8CC600"/>
      </a:accent4>
      <a:accent5>
        <a:srgbClr val="FF0000"/>
      </a:accent5>
      <a:accent6>
        <a:srgbClr val="0071BC"/>
      </a:accent6>
      <a:hlink>
        <a:srgbClr val="0071BC"/>
      </a:hlink>
      <a:folHlink>
        <a:srgbClr val="00AEEF"/>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lgn="ctr" defTabSz="914099" fontAlgn="base">
          <a:spcBef>
            <a:spcPct val="0"/>
          </a:spcBef>
          <a:spcAft>
            <a:spcPct val="0"/>
          </a:spcAft>
          <a:defRPr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400" spc="-70" dirty="0" err="1" smtClean="0">
            <a:gradFill>
              <a:gsLst>
                <a:gs pos="2917">
                  <a:schemeClr val="tx1"/>
                </a:gs>
                <a:gs pos="30000">
                  <a:schemeClr val="tx1"/>
                </a:gs>
              </a:gsLst>
              <a:lin ang="5400000" scaled="0"/>
            </a:gradFill>
          </a:defRPr>
        </a:defPPr>
      </a:lstStyle>
    </a:txDef>
  </a:objectDefaults>
  <a:extraClrSchemeLst/>
</a:theme>
</file>

<file path=ppt/theme/theme3.xml><?xml version="1.0" encoding="utf-8"?>
<a:theme xmlns:a="http://schemas.openxmlformats.org/drawingml/2006/main" name="TechEd_2012_Template_16x9">
  <a:themeElements>
    <a:clrScheme name="TechED_2012">
      <a:dk1>
        <a:srgbClr val="363535"/>
      </a:dk1>
      <a:lt1>
        <a:srgbClr val="FFFFFF"/>
      </a:lt1>
      <a:dk2>
        <a:srgbClr val="1D4C7C"/>
      </a:dk2>
      <a:lt2>
        <a:srgbClr val="3397D3"/>
      </a:lt2>
      <a:accent1>
        <a:srgbClr val="3397D3"/>
      </a:accent1>
      <a:accent2>
        <a:srgbClr val="8E499C"/>
      </a:accent2>
      <a:accent3>
        <a:srgbClr val="ED5326"/>
      </a:accent3>
      <a:accent4>
        <a:srgbClr val="3BBEB4"/>
      </a:accent4>
      <a:accent5>
        <a:srgbClr val="94C949"/>
      </a:accent5>
      <a:accent6>
        <a:srgbClr val="E7B921"/>
      </a:accent6>
      <a:hlink>
        <a:srgbClr val="3397D3"/>
      </a:hlink>
      <a:folHlink>
        <a:srgbClr val="E7B921"/>
      </a:folHlink>
    </a:clrScheme>
    <a:fontScheme name="Segoe UI - Segoe UI">
      <a:majorFont>
        <a:latin typeface="Segoe UI"/>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a:defRPr sz="2200" dirty="0" smtClean="0">
            <a:solidFill>
              <a:srgbClr val="FFFFFF">
                <a:alpha val="98824"/>
              </a:srgbClr>
            </a:solidFill>
            <a:latin typeface="Segoe UI" pitchFamily="34" charset="0"/>
            <a:ea typeface="Segoe UI" pitchFamily="34" charset="0"/>
            <a:cs typeface="Segoe UI" pitchFamily="34" charset="0"/>
          </a:defRPr>
        </a:defPPr>
      </a:lstStyle>
      <a:style>
        <a:lnRef idx="1">
          <a:schemeClr val="accent1"/>
        </a:lnRef>
        <a:fillRef idx="3">
          <a:schemeClr val="accent1"/>
        </a:fillRef>
        <a:effectRef idx="2">
          <a:schemeClr val="accent1"/>
        </a:effectRef>
        <a:fontRef idx="minor">
          <a:schemeClr val="lt1"/>
        </a:fontRef>
      </a:style>
    </a:spDef>
    <a:txDef>
      <a:spPr>
        <a:noFill/>
      </a:spPr>
      <a:bodyPr wrap="square" lIns="91440" tIns="91440" rIns="91440" bIns="91440" rtlCol="0">
        <a:spAutoFit/>
      </a:bodyPr>
      <a:lstStyle>
        <a:defPPr>
          <a:lnSpc>
            <a:spcPct val="90000"/>
          </a:lnSpc>
          <a:spcBef>
            <a:spcPct val="20000"/>
          </a:spcBef>
          <a:buSzPct val="90000"/>
          <a:defRPr sz="3200" dirty="0" err="1" smtClean="0">
            <a:solidFill>
              <a:schemeClr val="tx1">
                <a:alpha val="99000"/>
              </a:schemeClr>
            </a:solidFill>
          </a:defRPr>
        </a:defPPr>
      </a:lstStyle>
    </a:txDef>
  </a:objectDefaults>
  <a:extraClrSchemeLst/>
</a:theme>
</file>

<file path=ppt/theme/theme4.xml><?xml version="1.0" encoding="utf-8"?>
<a:theme xmlns:a="http://schemas.openxmlformats.org/drawingml/2006/main" name="TechEd_2012_Template_16x9 (4)">
  <a:themeElements>
    <a:clrScheme name="TechED_2012">
      <a:dk1>
        <a:srgbClr val="363535"/>
      </a:dk1>
      <a:lt1>
        <a:srgbClr val="FFFFFF"/>
      </a:lt1>
      <a:dk2>
        <a:srgbClr val="1D4C7C"/>
      </a:dk2>
      <a:lt2>
        <a:srgbClr val="3397D3"/>
      </a:lt2>
      <a:accent1>
        <a:srgbClr val="3397D3"/>
      </a:accent1>
      <a:accent2>
        <a:srgbClr val="8E499C"/>
      </a:accent2>
      <a:accent3>
        <a:srgbClr val="ED5326"/>
      </a:accent3>
      <a:accent4>
        <a:srgbClr val="3BBEB4"/>
      </a:accent4>
      <a:accent5>
        <a:srgbClr val="94C949"/>
      </a:accent5>
      <a:accent6>
        <a:srgbClr val="E7B921"/>
      </a:accent6>
      <a:hlink>
        <a:srgbClr val="3397D3"/>
      </a:hlink>
      <a:folHlink>
        <a:srgbClr val="E7B921"/>
      </a:folHlink>
    </a:clrScheme>
    <a:fontScheme name="Segoe UI - Segoe UI">
      <a:majorFont>
        <a:latin typeface="Segoe UI"/>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a:defRPr sz="2200" dirty="0" smtClean="0">
            <a:solidFill>
              <a:srgbClr val="FFFFFF">
                <a:alpha val="98824"/>
              </a:srgbClr>
            </a:solidFill>
            <a:latin typeface="Segoe UI" pitchFamily="34" charset="0"/>
            <a:ea typeface="Segoe UI" pitchFamily="34" charset="0"/>
            <a:cs typeface="Segoe UI" pitchFamily="34" charset="0"/>
          </a:defRPr>
        </a:defPPr>
      </a:lstStyle>
      <a:style>
        <a:lnRef idx="1">
          <a:schemeClr val="accent1"/>
        </a:lnRef>
        <a:fillRef idx="3">
          <a:schemeClr val="accent1"/>
        </a:fillRef>
        <a:effectRef idx="2">
          <a:schemeClr val="accent1"/>
        </a:effectRef>
        <a:fontRef idx="minor">
          <a:schemeClr val="lt1"/>
        </a:fontRef>
      </a:style>
    </a:spDef>
    <a:txDef>
      <a:spPr>
        <a:noFill/>
      </a:spPr>
      <a:bodyPr wrap="square" lIns="91440" tIns="91440" rIns="91440" bIns="91440" rtlCol="0">
        <a:spAutoFit/>
      </a:bodyPr>
      <a:lstStyle>
        <a:defPPr>
          <a:lnSpc>
            <a:spcPct val="90000"/>
          </a:lnSpc>
          <a:spcBef>
            <a:spcPct val="20000"/>
          </a:spcBef>
          <a:buSzPct val="90000"/>
          <a:defRPr sz="3200" dirty="0" err="1" smtClean="0">
            <a:solidFill>
              <a:schemeClr val="tx1">
                <a:alpha val="99000"/>
              </a:schemeClr>
            </a:solidFill>
          </a:defRPr>
        </a:defPPr>
      </a:lstStyle>
    </a:txDef>
  </a:objectDefaults>
  <a:extraClrSchemeLst/>
</a:theme>
</file>

<file path=ppt/theme/theme5.xml><?xml version="1.0" encoding="utf-8"?>
<a:theme xmlns:a="http://schemas.openxmlformats.org/drawingml/2006/main" name="1_TechEd_2012_Template_16x9">
  <a:themeElements>
    <a:clrScheme name="TechED_2012">
      <a:dk1>
        <a:srgbClr val="363535"/>
      </a:dk1>
      <a:lt1>
        <a:srgbClr val="FFFFFF"/>
      </a:lt1>
      <a:dk2>
        <a:srgbClr val="1D4C7C"/>
      </a:dk2>
      <a:lt2>
        <a:srgbClr val="3397D3"/>
      </a:lt2>
      <a:accent1>
        <a:srgbClr val="3397D3"/>
      </a:accent1>
      <a:accent2>
        <a:srgbClr val="8E499C"/>
      </a:accent2>
      <a:accent3>
        <a:srgbClr val="ED5326"/>
      </a:accent3>
      <a:accent4>
        <a:srgbClr val="3BBEB4"/>
      </a:accent4>
      <a:accent5>
        <a:srgbClr val="94C949"/>
      </a:accent5>
      <a:accent6>
        <a:srgbClr val="E7B921"/>
      </a:accent6>
      <a:hlink>
        <a:srgbClr val="3397D3"/>
      </a:hlink>
      <a:folHlink>
        <a:srgbClr val="E7B921"/>
      </a:folHlink>
    </a:clrScheme>
    <a:fontScheme name="Segoe UI - Segoe UI">
      <a:majorFont>
        <a:latin typeface="Segoe UI"/>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a:defRPr sz="2200" dirty="0" smtClean="0">
            <a:solidFill>
              <a:srgbClr val="FFFFFF">
                <a:alpha val="98824"/>
              </a:srgbClr>
            </a:solidFill>
            <a:latin typeface="Segoe UI" pitchFamily="34" charset="0"/>
            <a:ea typeface="Segoe UI" pitchFamily="34" charset="0"/>
            <a:cs typeface="Segoe UI" pitchFamily="34" charset="0"/>
          </a:defRPr>
        </a:defPPr>
      </a:lstStyle>
      <a:style>
        <a:lnRef idx="1">
          <a:schemeClr val="accent1"/>
        </a:lnRef>
        <a:fillRef idx="3">
          <a:schemeClr val="accent1"/>
        </a:fillRef>
        <a:effectRef idx="2">
          <a:schemeClr val="accent1"/>
        </a:effectRef>
        <a:fontRef idx="minor">
          <a:schemeClr val="lt1"/>
        </a:fontRef>
      </a:style>
    </a:spDef>
    <a:txDef>
      <a:spPr>
        <a:noFill/>
      </a:spPr>
      <a:bodyPr wrap="square" lIns="91440" tIns="91440" rIns="91440" bIns="91440" rtlCol="0">
        <a:spAutoFit/>
      </a:bodyPr>
      <a:lstStyle>
        <a:defPPr>
          <a:lnSpc>
            <a:spcPct val="90000"/>
          </a:lnSpc>
          <a:spcBef>
            <a:spcPct val="20000"/>
          </a:spcBef>
          <a:buSzPct val="90000"/>
          <a:defRPr sz="3200" dirty="0" err="1" smtClean="0">
            <a:solidFill>
              <a:schemeClr val="tx1">
                <a:alpha val="99000"/>
              </a:schemeClr>
            </a:solidFill>
          </a:defRPr>
        </a:defPPr>
      </a:lstStyle>
    </a:tx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Metro Template Colored Titles Segoe UI 16x9">
  <a:themeElements>
    <a:clrScheme name="Microsoft Corp Colors">
      <a:dk1>
        <a:srgbClr val="000000"/>
      </a:dk1>
      <a:lt1>
        <a:srgbClr val="FFFFFF"/>
      </a:lt1>
      <a:dk2>
        <a:srgbClr val="3F3F3F"/>
      </a:dk2>
      <a:lt2>
        <a:srgbClr val="F2F2F2"/>
      </a:lt2>
      <a:accent1>
        <a:srgbClr val="00BCF2"/>
      </a:accent1>
      <a:accent2>
        <a:srgbClr val="BAD80A"/>
      </a:accent2>
      <a:accent3>
        <a:srgbClr val="FF8C00"/>
      </a:accent3>
      <a:accent4>
        <a:srgbClr val="EC008C"/>
      </a:accent4>
      <a:accent5>
        <a:srgbClr val="00198F"/>
      </a:accent5>
      <a:accent6>
        <a:srgbClr val="68217A"/>
      </a:accent6>
      <a:hlink>
        <a:srgbClr val="0070C0"/>
      </a:hlink>
      <a:folHlink>
        <a:srgbClr val="0071BC"/>
      </a:folHlink>
    </a:clrScheme>
    <a:fontScheme name="Microsoft Corporate Font">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solidFill>
        <a:ln>
          <a:noFill/>
          <a:headEnd type="none" w="med" len="med"/>
          <a:tailEnd type="none" w="med" len="med"/>
        </a:ln>
        <a:effectLst/>
      </a:spPr>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defPPr defTabSz="914099" fontAlgn="base">
          <a:spcBef>
            <a:spcPct val="0"/>
          </a:spcBef>
          <a:spcAft>
            <a:spcPct val="0"/>
          </a:spcAft>
          <a:defRPr spc="-50" dirty="0">
            <a:gradFill>
              <a:gsLst>
                <a:gs pos="0">
                  <a:srgbClr val="FFFFFF"/>
                </a:gs>
                <a:gs pos="100000">
                  <a:srgbClr val="FFFFFF"/>
                </a:gs>
              </a:gsLst>
              <a:lin ang="5400000" scaled="0"/>
            </a:gradFill>
            <a:latin typeface="Segoe UI" pitchFamily="34" charset="0"/>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txDef>
      <a:spPr>
        <a:noFill/>
      </a:spPr>
      <a:bodyPr wrap="none" lIns="0" tIns="0" rIns="0" bIns="0" rtlCol="0">
        <a:spAutoFit/>
      </a:bodyPr>
      <a:lstStyle>
        <a:defPPr>
          <a:defRPr sz="4000" dirty="0" err="1" smtClean="0">
            <a:gradFill>
              <a:gsLst>
                <a:gs pos="0">
                  <a:schemeClr val="tx1"/>
                </a:gs>
                <a:gs pos="86000">
                  <a:schemeClr val="tx1"/>
                </a:gs>
              </a:gsLst>
              <a:lin ang="5400000" scaled="0"/>
            </a:gradFill>
            <a:latin typeface="Segoe UI Light" pitchFamily="34" charset="0"/>
          </a:defRPr>
        </a:defPPr>
      </a:lstStyle>
    </a:txDef>
  </a:objectDefaults>
  <a:extraClrSchemeLst/>
</a:theme>
</file>

<file path=ppt/theme/theme8.xml><?xml version="1.0" encoding="utf-8"?>
<a:theme xmlns:a="http://schemas.openxmlformats.org/drawingml/2006/main" name="Metro Template Dark 16x9">
  <a:themeElements>
    <a:clrScheme name="Custom 3">
      <a:dk1>
        <a:srgbClr val="000000"/>
      </a:dk1>
      <a:lt1>
        <a:srgbClr val="FFFFFF"/>
      </a:lt1>
      <a:dk2>
        <a:srgbClr val="3F3F3F"/>
      </a:dk2>
      <a:lt2>
        <a:srgbClr val="F2F2F2"/>
      </a:lt2>
      <a:accent1>
        <a:srgbClr val="00AEEF"/>
      </a:accent1>
      <a:accent2>
        <a:srgbClr val="8CC600"/>
      </a:accent2>
      <a:accent3>
        <a:srgbClr val="FF8A00"/>
      </a:accent3>
      <a:accent4>
        <a:srgbClr val="FF0097"/>
      </a:accent4>
      <a:accent5>
        <a:srgbClr val="0071BC"/>
      </a:accent5>
      <a:accent6>
        <a:srgbClr val="910091"/>
      </a:accent6>
      <a:hlink>
        <a:srgbClr val="E9F9FF"/>
      </a:hlink>
      <a:folHlink>
        <a:srgbClr val="7ECBFF"/>
      </a:folHlink>
    </a:clrScheme>
    <a:fontScheme name="Microsoft Corporate Font">
      <a:majorFont>
        <a:latin typeface="Segoe UI Light"/>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solidFill>
        <a:ln>
          <a:noFill/>
          <a:headEnd type="none" w="med" len="med"/>
          <a:tailEnd type="none" w="med" len="med"/>
        </a:ln>
        <a:effectLst/>
      </a:spPr>
      <a:bodyPr rot="0" spcFirstLastPara="0" vertOverflow="overflow" horzOverflow="overflow" vert="horz" wrap="square" lIns="91440" tIns="45720" rIns="45720" bIns="91440" numCol="1" spcCol="0" rtlCol="0" fromWordArt="0" anchor="b" anchorCtr="0" forceAA="0" compatLnSpc="1">
        <a:prstTxWarp prst="textNoShape">
          <a:avLst/>
        </a:prstTxWarp>
        <a:noAutofit/>
      </a:bodyPr>
      <a:lstStyle>
        <a:defPPr defTabSz="914099" fontAlgn="base">
          <a:spcBef>
            <a:spcPct val="0"/>
          </a:spcBef>
          <a:spcAft>
            <a:spcPct val="0"/>
          </a:spcAft>
          <a:defRPr spc="-50" dirty="0" err="1" smtClean="0">
            <a:gradFill>
              <a:gsLst>
                <a:gs pos="0">
                  <a:srgbClr val="FFFFFF"/>
                </a:gs>
                <a:gs pos="100000">
                  <a:srgbClr val="FFFFFF"/>
                </a:gs>
              </a:gsLst>
              <a:lin ang="5400000" scaled="0"/>
            </a:gradFill>
            <a:latin typeface="Segoe UI" pitchFamily="34" charset="0"/>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txDef>
      <a:spPr>
        <a:noFill/>
      </a:spPr>
      <a:bodyPr wrap="none" lIns="0" tIns="0" rIns="0" bIns="0" rtlCol="0">
        <a:spAutoFit/>
      </a:bodyPr>
      <a:lstStyle>
        <a:defPPr>
          <a:defRPr sz="4000" dirty="0" err="1" smtClean="0">
            <a:gradFill>
              <a:gsLst>
                <a:gs pos="0">
                  <a:schemeClr val="tx1">
                    <a:lumMod val="75000"/>
                    <a:lumOff val="25000"/>
                  </a:schemeClr>
                </a:gs>
                <a:gs pos="80000">
                  <a:schemeClr val="tx1">
                    <a:lumMod val="65000"/>
                    <a:lumOff val="35000"/>
                  </a:schemeClr>
                </a:gs>
              </a:gsLst>
              <a:lin ang="16200000" scaled="0"/>
            </a:gradFill>
            <a:latin typeface="Segoe UI Light" pitchFamily="34" charset="0"/>
          </a:defRPr>
        </a:defPPr>
      </a:lstStyle>
    </a:txDef>
  </a:objectDefaults>
  <a:extraClrSchemeLst/>
</a:theme>
</file>

<file path=ppt/theme/theme9.xml><?xml version="1.0" encoding="utf-8"?>
<a:theme xmlns:a="http://schemas.openxmlformats.org/drawingml/2006/main" name="2_TechEd_2012_Template_16x9">
  <a:themeElements>
    <a:clrScheme name="TechED_2012">
      <a:dk1>
        <a:srgbClr val="363535"/>
      </a:dk1>
      <a:lt1>
        <a:srgbClr val="FFFFFF"/>
      </a:lt1>
      <a:dk2>
        <a:srgbClr val="1D4C7C"/>
      </a:dk2>
      <a:lt2>
        <a:srgbClr val="3397D3"/>
      </a:lt2>
      <a:accent1>
        <a:srgbClr val="3397D3"/>
      </a:accent1>
      <a:accent2>
        <a:srgbClr val="8E499C"/>
      </a:accent2>
      <a:accent3>
        <a:srgbClr val="ED5326"/>
      </a:accent3>
      <a:accent4>
        <a:srgbClr val="3BBEB4"/>
      </a:accent4>
      <a:accent5>
        <a:srgbClr val="94C949"/>
      </a:accent5>
      <a:accent6>
        <a:srgbClr val="E7B921"/>
      </a:accent6>
      <a:hlink>
        <a:srgbClr val="3397D3"/>
      </a:hlink>
      <a:folHlink>
        <a:srgbClr val="E7B921"/>
      </a:folHlink>
    </a:clrScheme>
    <a:fontScheme name="Segoe UI - Segoe UI">
      <a:majorFont>
        <a:latin typeface="Segoe UI"/>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a:defRPr sz="2200" dirty="0" smtClean="0">
            <a:solidFill>
              <a:srgbClr val="FFFFFF">
                <a:alpha val="98824"/>
              </a:srgbClr>
            </a:solidFill>
            <a:latin typeface="Segoe UI" pitchFamily="34" charset="0"/>
            <a:ea typeface="Segoe UI" pitchFamily="34" charset="0"/>
            <a:cs typeface="Segoe UI" pitchFamily="34" charset="0"/>
          </a:defRPr>
        </a:defPPr>
      </a:lstStyle>
      <a:style>
        <a:lnRef idx="1">
          <a:schemeClr val="accent1"/>
        </a:lnRef>
        <a:fillRef idx="3">
          <a:schemeClr val="accent1"/>
        </a:fillRef>
        <a:effectRef idx="2">
          <a:schemeClr val="accent1"/>
        </a:effectRef>
        <a:fontRef idx="minor">
          <a:schemeClr val="lt1"/>
        </a:fontRef>
      </a:style>
    </a:spDef>
    <a:txDef>
      <a:spPr>
        <a:noFill/>
      </a:spPr>
      <a:bodyPr wrap="square" lIns="91440" tIns="91440" rIns="91440" bIns="91440" rtlCol="0">
        <a:spAutoFit/>
      </a:bodyPr>
      <a:lstStyle>
        <a:defPPr>
          <a:lnSpc>
            <a:spcPct val="90000"/>
          </a:lnSpc>
          <a:spcBef>
            <a:spcPct val="20000"/>
          </a:spcBef>
          <a:buSzPct val="90000"/>
          <a:defRPr sz="3200" dirty="0" err="1" smtClean="0">
            <a:solidFill>
              <a:schemeClr val="tx1">
                <a:alpha val="99000"/>
              </a:schemeClr>
            </a:solidFill>
          </a:defRPr>
        </a:defPPr>
      </a:lstStyle>
    </a:txDef>
  </a:objectDefaults>
  <a:extraClrSchemeLst/>
</a:theme>
</file>

<file path=ppt/theme/theme10.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A5C6135758DED408CF2CB8E431025C8" ma:contentTypeVersion="0" ma:contentTypeDescription="Create a new document." ma:contentTypeScope="" ma:versionID="f4581e9c4e6160ab1c1aad6d3bf5aa8c">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5F62732-8CCC-42D1-863B-387D77ADED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C49AC18B-3063-4B28-AC7A-B5AAAF88709F}">
  <ds:schemaRefs>
    <ds:schemaRef ds:uri="http://schemas.microsoft.com/sharepoint/v3/contenttype/forms"/>
  </ds:schemaRefs>
</ds:datastoreItem>
</file>

<file path=customXml/itemProps3.xml><?xml version="1.0" encoding="utf-8"?>
<ds:datastoreItem xmlns:ds="http://schemas.openxmlformats.org/officeDocument/2006/customXml" ds:itemID="{D6B3C8CA-A659-4041-AF27-05F1636F97E4}">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1584</TotalTime>
  <Words>358</Words>
  <Application>Microsoft Office PowerPoint</Application>
  <PresentationFormat>Custom</PresentationFormat>
  <Paragraphs>78</Paragraphs>
  <Slides>25</Slides>
  <Notes>12</Notes>
  <HiddenSlides>0</HiddenSlides>
  <MMClips>10</MMClips>
  <ScaleCrop>false</ScaleCrop>
  <HeadingPairs>
    <vt:vector size="6" baseType="variant">
      <vt:variant>
        <vt:lpstr>Theme</vt:lpstr>
      </vt:variant>
      <vt:variant>
        <vt:i4>10</vt:i4>
      </vt:variant>
      <vt:variant>
        <vt:lpstr>Embedded OLE Servers</vt:lpstr>
      </vt:variant>
      <vt:variant>
        <vt:i4>0</vt:i4>
      </vt:variant>
      <vt:variant>
        <vt:lpstr>Slide Titles</vt:lpstr>
      </vt:variant>
      <vt:variant>
        <vt:i4>25</vt:i4>
      </vt:variant>
    </vt:vector>
  </HeadingPairs>
  <TitlesOfParts>
    <vt:vector size="35" baseType="lpstr">
      <vt:lpstr>Office Theme</vt:lpstr>
      <vt:lpstr>Windows_Azure_DevCamp_16x9_Template - FINAL2</vt:lpstr>
      <vt:lpstr>TechEd_2012_Template_16x9</vt:lpstr>
      <vt:lpstr>TechEd_2012_Template_16x9 (4)</vt:lpstr>
      <vt:lpstr>1_TechEd_2012_Template_16x9</vt:lpstr>
      <vt:lpstr>Office Theme</vt:lpstr>
      <vt:lpstr>Metro Template Colored Titles Segoe UI 16x9</vt:lpstr>
      <vt:lpstr>Metro Template Dark 16x9</vt:lpstr>
      <vt:lpstr>2_TechEd_2012_Template_16x9</vt:lpstr>
      <vt:lpstr>2_Office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Nipon Assanuk</dc:creator>
  <cp:lastModifiedBy>Sridevi Pagad</cp:lastModifiedBy>
  <cp:revision>144</cp:revision>
  <dcterms:modified xsi:type="dcterms:W3CDTF">2013-06-20T13:26:28Z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0x0101006A5C6135758DED408CF2CB8E431025C8</vt:lpwstr>
  </property>
</Properties>
</file>